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4"/>
  </p:notesMasterIdLst>
  <p:sldIdLst>
    <p:sldId id="1397" r:id="rId3"/>
    <p:sldId id="1398" r:id="rId4"/>
    <p:sldId id="1405" r:id="rId5"/>
    <p:sldId id="1415" r:id="rId6"/>
    <p:sldId id="1343" r:id="rId7"/>
    <p:sldId id="1346" r:id="rId8"/>
    <p:sldId id="1383" r:id="rId9"/>
    <p:sldId id="1416" r:id="rId10"/>
    <p:sldId id="1378" r:id="rId11"/>
    <p:sldId id="1361" r:id="rId12"/>
    <p:sldId id="1427" r:id="rId13"/>
    <p:sldId id="1428" r:id="rId14"/>
    <p:sldId id="1429" r:id="rId15"/>
    <p:sldId id="1430" r:id="rId16"/>
    <p:sldId id="1348" r:id="rId17"/>
    <p:sldId id="1345" r:id="rId18"/>
    <p:sldId id="1372" r:id="rId19"/>
    <p:sldId id="1347" r:id="rId20"/>
    <p:sldId id="1408" r:id="rId21"/>
    <p:sldId id="1377" r:id="rId22"/>
    <p:sldId id="1351" r:id="rId23"/>
    <p:sldId id="1360" r:id="rId24"/>
    <p:sldId id="1414" r:id="rId25"/>
    <p:sldId id="1339" r:id="rId26"/>
    <p:sldId id="1399" r:id="rId27"/>
    <p:sldId id="1400" r:id="rId28"/>
    <p:sldId id="1317" r:id="rId29"/>
    <p:sldId id="1326" r:id="rId30"/>
    <p:sldId id="1338" r:id="rId31"/>
    <p:sldId id="1376" r:id="rId32"/>
    <p:sldId id="1325" r:id="rId33"/>
    <p:sldId id="1332" r:id="rId34"/>
    <p:sldId id="1403" r:id="rId35"/>
    <p:sldId id="1412" r:id="rId36"/>
    <p:sldId id="1322" r:id="rId37"/>
    <p:sldId id="1323" r:id="rId38"/>
    <p:sldId id="1402" r:id="rId39"/>
    <p:sldId id="1401" r:id="rId40"/>
    <p:sldId id="1038" r:id="rId41"/>
    <p:sldId id="1411" r:id="rId42"/>
    <p:sldId id="141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dushi dadu" initials="vd" lastIdx="11" clrIdx="0">
    <p:extLst>
      <p:ext uri="{19B8F6BF-5375-455C-9EA6-DF929625EA0E}">
        <p15:presenceInfo xmlns:p15="http://schemas.microsoft.com/office/powerpoint/2012/main" userId="8f6edd75c0a5619a" providerId="Windows Live"/>
      </p:ext>
    </p:extLst>
  </p:cmAuthor>
  <p:cmAuthor id="2" name="Tony Nowatzki" initials="TN" lastIdx="2" clrIdx="1">
    <p:extLst>
      <p:ext uri="{19B8F6BF-5375-455C-9EA6-DF929625EA0E}">
        <p15:presenceInfo xmlns:p15="http://schemas.microsoft.com/office/powerpoint/2012/main" userId="41f9d2049d04c62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38FB9A-06C3-4568-91D3-E096D035C65A}" v="1" dt="2020-10-17T02:10:10.108"/>
    <p1510:client id="{384CE6D9-4928-4D69-B48C-6C6B5C5C7C6D}" v="2" dt="2020-10-16T22:26:26.193"/>
    <p1510:client id="{4A1D7BB4-DB2B-401C-9583-309F517E6E8F}" v="7407" dt="2020-10-17T13:37:03.317"/>
    <p1510:client id="{56EEB204-382D-4A7E-95A3-5C999C19D79E}" v="4" dt="2020-10-17T06:11:33.237"/>
    <p1510:client id="{B790C575-5702-479B-8AB8-B6244FE6ED78}" v="52" dt="2020-10-17T02:43:48.0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320" autoAdjust="0"/>
  </p:normalViewPr>
  <p:slideViewPr>
    <p:cSldViewPr snapToGrid="0">
      <p:cViewPr varScale="1">
        <p:scale>
          <a:sx n="54" d="100"/>
          <a:sy n="54" d="100"/>
        </p:scale>
        <p:origin x="10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dushi dadu" userId="8f6edd75c0a5619a" providerId="Windows Live" clId="Web-{5EE695AD-DE53-448D-9A62-023091334B4A}"/>
    <pc:docChg chg="addSld modSld">
      <pc:chgData name="vidushi dadu" userId="8f6edd75c0a5619a" providerId="Windows Live" clId="Web-{5EE695AD-DE53-448D-9A62-023091334B4A}" dt="2020-10-09T17:27:20.070" v="143" actId="20577"/>
      <pc:docMkLst>
        <pc:docMk/>
      </pc:docMkLst>
      <pc:sldChg chg="addSp delSp modSp">
        <pc:chgData name="vidushi dadu" userId="8f6edd75c0a5619a" providerId="Windows Live" clId="Web-{5EE695AD-DE53-448D-9A62-023091334B4A}" dt="2020-10-09T17:27:20.070" v="142" actId="20577"/>
        <pc:sldMkLst>
          <pc:docMk/>
          <pc:sldMk cId="3316693376" sldId="257"/>
        </pc:sldMkLst>
        <pc:spChg chg="mod">
          <ac:chgData name="vidushi dadu" userId="8f6edd75c0a5619a" providerId="Windows Live" clId="Web-{5EE695AD-DE53-448D-9A62-023091334B4A}" dt="2020-10-09T17:25:30.270" v="10" actId="20577"/>
          <ac:spMkLst>
            <pc:docMk/>
            <pc:sldMk cId="3316693376" sldId="257"/>
            <ac:spMk id="2" creationId="{DDC56C9C-107E-4981-851F-C28A2C6C1F24}"/>
          </ac:spMkLst>
        </pc:spChg>
        <pc:spChg chg="del mod">
          <ac:chgData name="vidushi dadu" userId="8f6edd75c0a5619a" providerId="Windows Live" clId="Web-{5EE695AD-DE53-448D-9A62-023091334B4A}" dt="2020-10-09T17:27:09.210" v="133"/>
          <ac:spMkLst>
            <pc:docMk/>
            <pc:sldMk cId="3316693376" sldId="257"/>
            <ac:spMk id="3" creationId="{ACD146BD-7F25-4D02-B185-709240F9CDAE}"/>
          </ac:spMkLst>
        </pc:spChg>
        <pc:spChg chg="add mod">
          <ac:chgData name="vidushi dadu" userId="8f6edd75c0a5619a" providerId="Windows Live" clId="Web-{5EE695AD-DE53-448D-9A62-023091334B4A}" dt="2020-10-09T17:27:20.070" v="142" actId="20577"/>
          <ac:spMkLst>
            <pc:docMk/>
            <pc:sldMk cId="3316693376" sldId="257"/>
            <ac:spMk id="4" creationId="{F43ABF06-AFF9-44C9-B0E4-92AC3BD76E31}"/>
          </ac:spMkLst>
        </pc:spChg>
      </pc:sldChg>
      <pc:sldChg chg="modSp new">
        <pc:chgData name="vidushi dadu" userId="8f6edd75c0a5619a" providerId="Windows Live" clId="Web-{5EE695AD-DE53-448D-9A62-023091334B4A}" dt="2020-10-09T17:26:56.694" v="128" actId="20577"/>
        <pc:sldMkLst>
          <pc:docMk/>
          <pc:sldMk cId="2713637450" sldId="261"/>
        </pc:sldMkLst>
        <pc:spChg chg="mod">
          <ac:chgData name="vidushi dadu" userId="8f6edd75c0a5619a" providerId="Windows Live" clId="Web-{5EE695AD-DE53-448D-9A62-023091334B4A}" dt="2020-10-09T17:26:22.334" v="52" actId="20577"/>
          <ac:spMkLst>
            <pc:docMk/>
            <pc:sldMk cId="2713637450" sldId="261"/>
            <ac:spMk id="2" creationId="{F444FA19-E283-4913-8592-991F0AC50646}"/>
          </ac:spMkLst>
        </pc:spChg>
        <pc:spChg chg="mod">
          <ac:chgData name="vidushi dadu" userId="8f6edd75c0a5619a" providerId="Windows Live" clId="Web-{5EE695AD-DE53-448D-9A62-023091334B4A}" dt="2020-10-09T17:26:56.694" v="128" actId="20577"/>
          <ac:spMkLst>
            <pc:docMk/>
            <pc:sldMk cId="2713637450" sldId="261"/>
            <ac:spMk id="3" creationId="{CAD416FB-DDD8-4C75-ABA0-47EE00CDE148}"/>
          </ac:spMkLst>
        </pc:spChg>
      </pc:sldChg>
    </pc:docChg>
  </pc:docChgLst>
  <pc:docChgLst>
    <pc:chgData name="vidushi dadu" userId="8f6edd75c0a5619a" providerId="Windows Live" clId="Web-{8D2606B5-1D46-45EA-8828-29234A34F209}"/>
    <pc:docChg chg="addSld modSld">
      <pc:chgData name="vidushi dadu" userId="8f6edd75c0a5619a" providerId="Windows Live" clId="Web-{8D2606B5-1D46-45EA-8828-29234A34F209}" dt="2020-10-15T08:50:16.571" v="99" actId="20577"/>
      <pc:docMkLst>
        <pc:docMk/>
      </pc:docMkLst>
      <pc:sldChg chg="modSp">
        <pc:chgData name="vidushi dadu" userId="8f6edd75c0a5619a" providerId="Windows Live" clId="Web-{8D2606B5-1D46-45EA-8828-29234A34F209}" dt="2020-10-15T08:47:09.153" v="28"/>
        <pc:sldMkLst>
          <pc:docMk/>
          <pc:sldMk cId="1548097780" sldId="1316"/>
        </pc:sldMkLst>
        <pc:graphicFrameChg chg="mod modGraphic">
          <ac:chgData name="vidushi dadu" userId="8f6edd75c0a5619a" providerId="Windows Live" clId="Web-{8D2606B5-1D46-45EA-8828-29234A34F209}" dt="2020-10-15T08:46:56.231" v="26"/>
          <ac:graphicFrameMkLst>
            <pc:docMk/>
            <pc:sldMk cId="1548097780" sldId="1316"/>
            <ac:graphicFrameMk id="15" creationId="{55AE047C-E67B-4B7A-A415-DD21B8F8DCD8}"/>
          </ac:graphicFrameMkLst>
        </pc:graphicFrameChg>
        <pc:graphicFrameChg chg="mod modGraphic">
          <ac:chgData name="vidushi dadu" userId="8f6edd75c0a5619a" providerId="Windows Live" clId="Web-{8D2606B5-1D46-45EA-8828-29234A34F209}" dt="2020-10-15T08:47:09.153" v="28"/>
          <ac:graphicFrameMkLst>
            <pc:docMk/>
            <pc:sldMk cId="1548097780" sldId="1316"/>
            <ac:graphicFrameMk id="20" creationId="{6676EEA3-1D43-4CBA-95C8-611E68CB427E}"/>
          </ac:graphicFrameMkLst>
        </pc:graphicFrameChg>
      </pc:sldChg>
      <pc:sldChg chg="modSp">
        <pc:chgData name="vidushi dadu" userId="8f6edd75c0a5619a" providerId="Windows Live" clId="Web-{8D2606B5-1D46-45EA-8828-29234A34F209}" dt="2020-10-15T08:48:23.158" v="39" actId="20577"/>
        <pc:sldMkLst>
          <pc:docMk/>
          <pc:sldMk cId="1681056230" sldId="1322"/>
        </pc:sldMkLst>
        <pc:spChg chg="mod">
          <ac:chgData name="vidushi dadu" userId="8f6edd75c0a5619a" providerId="Windows Live" clId="Web-{8D2606B5-1D46-45EA-8828-29234A34F209}" dt="2020-10-15T08:48:23.158" v="39" actId="20577"/>
          <ac:spMkLst>
            <pc:docMk/>
            <pc:sldMk cId="1681056230" sldId="1322"/>
            <ac:spMk id="43" creationId="{5808EEF8-DEEA-4D5B-AB21-1F1C1A45773D}"/>
          </ac:spMkLst>
        </pc:spChg>
      </pc:sldChg>
      <pc:sldChg chg="modSp">
        <pc:chgData name="vidushi dadu" userId="8f6edd75c0a5619a" providerId="Windows Live" clId="Web-{8D2606B5-1D46-45EA-8828-29234A34F209}" dt="2020-10-15T08:48:31.705" v="48" actId="20577"/>
        <pc:sldMkLst>
          <pc:docMk/>
          <pc:sldMk cId="117181822" sldId="1323"/>
        </pc:sldMkLst>
        <pc:spChg chg="mod">
          <ac:chgData name="vidushi dadu" userId="8f6edd75c0a5619a" providerId="Windows Live" clId="Web-{8D2606B5-1D46-45EA-8828-29234A34F209}" dt="2020-10-15T08:48:31.705" v="48" actId="20577"/>
          <ac:spMkLst>
            <pc:docMk/>
            <pc:sldMk cId="117181822" sldId="1323"/>
            <ac:spMk id="43" creationId="{5808EEF8-DEEA-4D5B-AB21-1F1C1A45773D}"/>
          </ac:spMkLst>
        </pc:spChg>
      </pc:sldChg>
      <pc:sldChg chg="addSp modSp">
        <pc:chgData name="vidushi dadu" userId="8f6edd75c0a5619a" providerId="Windows Live" clId="Web-{8D2606B5-1D46-45EA-8828-29234A34F209}" dt="2020-10-15T08:46:37.261" v="20" actId="20577"/>
        <pc:sldMkLst>
          <pc:docMk/>
          <pc:sldMk cId="3381665834" sldId="1369"/>
        </pc:sldMkLst>
        <pc:spChg chg="add mod">
          <ac:chgData name="vidushi dadu" userId="8f6edd75c0a5619a" providerId="Windows Live" clId="Web-{8D2606B5-1D46-45EA-8828-29234A34F209}" dt="2020-10-15T08:45:22.334" v="1" actId="1076"/>
          <ac:spMkLst>
            <pc:docMk/>
            <pc:sldMk cId="3381665834" sldId="1369"/>
            <ac:spMk id="3" creationId="{15EED2A2-C601-48AD-9F31-5F6B7873AD83}"/>
          </ac:spMkLst>
        </pc:spChg>
        <pc:spChg chg="add mod">
          <ac:chgData name="vidushi dadu" userId="8f6edd75c0a5619a" providerId="Windows Live" clId="Web-{8D2606B5-1D46-45EA-8828-29234A34F209}" dt="2020-10-15T08:45:35.554" v="3" actId="1076"/>
          <ac:spMkLst>
            <pc:docMk/>
            <pc:sldMk cId="3381665834" sldId="1369"/>
            <ac:spMk id="6" creationId="{43F4A65C-B2A2-4562-9966-BC01CB3C310D}"/>
          </ac:spMkLst>
        </pc:spChg>
        <pc:spChg chg="add mod">
          <ac:chgData name="vidushi dadu" userId="8f6edd75c0a5619a" providerId="Windows Live" clId="Web-{8D2606B5-1D46-45EA-8828-29234A34F209}" dt="2020-10-15T08:45:49.414" v="5" actId="1076"/>
          <ac:spMkLst>
            <pc:docMk/>
            <pc:sldMk cId="3381665834" sldId="1369"/>
            <ac:spMk id="8" creationId="{61FBFA21-2AF4-4E9F-899E-37A0CA3FF7C4}"/>
          </ac:spMkLst>
        </pc:spChg>
        <pc:spChg chg="mod">
          <ac:chgData name="vidushi dadu" userId="8f6edd75c0a5619a" providerId="Windows Live" clId="Web-{8D2606B5-1D46-45EA-8828-29234A34F209}" dt="2020-10-15T08:46:37.261" v="20" actId="20577"/>
          <ac:spMkLst>
            <pc:docMk/>
            <pc:sldMk cId="3381665834" sldId="1369"/>
            <ac:spMk id="38" creationId="{86FA6E4F-F90C-4325-8498-C862B187B634}"/>
          </ac:spMkLst>
        </pc:spChg>
        <pc:spChg chg="mod">
          <ac:chgData name="vidushi dadu" userId="8f6edd75c0a5619a" providerId="Windows Live" clId="Web-{8D2606B5-1D46-45EA-8828-29234A34F209}" dt="2020-10-15T08:46:26.541" v="16" actId="20577"/>
          <ac:spMkLst>
            <pc:docMk/>
            <pc:sldMk cId="3381665834" sldId="1369"/>
            <ac:spMk id="174" creationId="{410AC21A-182F-403B-8F7A-3F7583A0A148}"/>
          </ac:spMkLst>
        </pc:spChg>
      </pc:sldChg>
      <pc:sldChg chg="mod modShow">
        <pc:chgData name="vidushi dadu" userId="8f6edd75c0a5619a" providerId="Windows Live" clId="Web-{8D2606B5-1D46-45EA-8828-29234A34F209}" dt="2020-10-15T08:47:58.344" v="29"/>
        <pc:sldMkLst>
          <pc:docMk/>
          <pc:sldMk cId="2893863427" sldId="1376"/>
        </pc:sldMkLst>
      </pc:sldChg>
      <pc:sldChg chg="delSp modSp add replId">
        <pc:chgData name="vidushi dadu" userId="8f6edd75c0a5619a" providerId="Windows Live" clId="Web-{8D2606B5-1D46-45EA-8828-29234A34F209}" dt="2020-10-15T08:50:16.571" v="98" actId="20577"/>
        <pc:sldMkLst>
          <pc:docMk/>
          <pc:sldMk cId="3235452828" sldId="1377"/>
        </pc:sldMkLst>
        <pc:spChg chg="mod">
          <ac:chgData name="vidushi dadu" userId="8f6edd75c0a5619a" providerId="Windows Live" clId="Web-{8D2606B5-1D46-45EA-8828-29234A34F209}" dt="2020-10-15T08:50:00.539" v="78" actId="20577"/>
          <ac:spMkLst>
            <pc:docMk/>
            <pc:sldMk cId="3235452828" sldId="1377"/>
            <ac:spMk id="2" creationId="{CF9A0BB0-975C-4A59-8E27-A3CA049C3877}"/>
          </ac:spMkLst>
        </pc:spChg>
        <pc:spChg chg="del">
          <ac:chgData name="vidushi dadu" userId="8f6edd75c0a5619a" providerId="Windows Live" clId="Web-{8D2606B5-1D46-45EA-8828-29234A34F209}" dt="2020-10-15T08:49:30.302" v="50"/>
          <ac:spMkLst>
            <pc:docMk/>
            <pc:sldMk cId="3235452828" sldId="1377"/>
            <ac:spMk id="48" creationId="{EE5BDE20-6D29-4E0D-A1F1-0DCAE67DF034}"/>
          </ac:spMkLst>
        </pc:spChg>
        <pc:spChg chg="mod">
          <ac:chgData name="vidushi dadu" userId="8f6edd75c0a5619a" providerId="Windows Live" clId="Web-{8D2606B5-1D46-45EA-8828-29234A34F209}" dt="2020-10-15T08:50:16.571" v="98" actId="20577"/>
          <ac:spMkLst>
            <pc:docMk/>
            <pc:sldMk cId="3235452828" sldId="1377"/>
            <ac:spMk id="49" creationId="{0E0069F4-2628-426F-94C2-EC3C6A93D5B2}"/>
          </ac:spMkLst>
        </pc:spChg>
      </pc:sldChg>
    </pc:docChg>
  </pc:docChgLst>
  <pc:docChgLst>
    <pc:chgData name="vidushi dadu" userId="8f6edd75c0a5619a" providerId="Windows Live" clId="Web-{815DD960-532F-4F7B-B7ED-EC8B86C7F394}"/>
    <pc:docChg chg="modSld">
      <pc:chgData name="vidushi dadu" userId="8f6edd75c0a5619a" providerId="Windows Live" clId="Web-{815DD960-532F-4F7B-B7ED-EC8B86C7F394}" dt="2020-10-15T04:01:45.772" v="50" actId="20577"/>
      <pc:docMkLst>
        <pc:docMk/>
      </pc:docMkLst>
      <pc:sldChg chg="modSp">
        <pc:chgData name="vidushi dadu" userId="8f6edd75c0a5619a" providerId="Windows Live" clId="Web-{815DD960-532F-4F7B-B7ED-EC8B86C7F394}" dt="2020-10-15T04:01:45.772" v="50" actId="20577"/>
        <pc:sldMkLst>
          <pc:docMk/>
          <pc:sldMk cId="1550190001" sldId="1325"/>
        </pc:sldMkLst>
        <pc:spChg chg="mod">
          <ac:chgData name="vidushi dadu" userId="8f6edd75c0a5619a" providerId="Windows Live" clId="Web-{815DD960-532F-4F7B-B7ED-EC8B86C7F394}" dt="2020-10-15T04:01:45.772" v="50" actId="20577"/>
          <ac:spMkLst>
            <pc:docMk/>
            <pc:sldMk cId="1550190001" sldId="1325"/>
            <ac:spMk id="41" creationId="{3C09BA45-B9A5-49E6-89C5-FC01779CE7AD}"/>
          </ac:spMkLst>
        </pc:spChg>
      </pc:sldChg>
      <pc:sldChg chg="modSp addAnim delAnim">
        <pc:chgData name="vidushi dadu" userId="8f6edd75c0a5619a" providerId="Windows Live" clId="Web-{815DD960-532F-4F7B-B7ED-EC8B86C7F394}" dt="2020-10-15T03:54:53.763" v="43" actId="20577"/>
        <pc:sldMkLst>
          <pc:docMk/>
          <pc:sldMk cId="1275277448" sldId="1361"/>
        </pc:sldMkLst>
        <pc:spChg chg="mod">
          <ac:chgData name="vidushi dadu" userId="8f6edd75c0a5619a" providerId="Windows Live" clId="Web-{815DD960-532F-4F7B-B7ED-EC8B86C7F394}" dt="2020-10-15T03:54:53.763" v="43" actId="20577"/>
          <ac:spMkLst>
            <pc:docMk/>
            <pc:sldMk cId="1275277448" sldId="1361"/>
            <ac:spMk id="28" creationId="{F505003E-20FB-4630-88B1-90C6227D6C40}"/>
          </ac:spMkLst>
        </pc:spChg>
      </pc:sldChg>
    </pc:docChg>
  </pc:docChgLst>
  <pc:docChgLst>
    <pc:chgData name="vidushi dadu" userId="8f6edd75c0a5619a" providerId="Windows Live" clId="Web-{021D79F9-E4C9-434B-930E-3F416D5EB612}"/>
    <pc:docChg chg="addSld modSld">
      <pc:chgData name="vidushi dadu" userId="8f6edd75c0a5619a" providerId="Windows Live" clId="Web-{021D79F9-E4C9-434B-930E-3F416D5EB612}" dt="2020-10-16T06:37:18.256" v="35" actId="20577"/>
      <pc:docMkLst>
        <pc:docMk/>
      </pc:docMkLst>
      <pc:sldChg chg="modSp new">
        <pc:chgData name="vidushi dadu" userId="8f6edd75c0a5619a" providerId="Windows Live" clId="Web-{021D79F9-E4C9-434B-930E-3F416D5EB612}" dt="2020-10-16T06:37:18.256" v="35" actId="20577"/>
        <pc:sldMkLst>
          <pc:docMk/>
          <pc:sldMk cId="777263974" sldId="1383"/>
        </pc:sldMkLst>
        <pc:spChg chg="mod">
          <ac:chgData name="vidushi dadu" userId="8f6edd75c0a5619a" providerId="Windows Live" clId="Web-{021D79F9-E4C9-434B-930E-3F416D5EB612}" dt="2020-10-16T06:36:42.595" v="32" actId="20577"/>
          <ac:spMkLst>
            <pc:docMk/>
            <pc:sldMk cId="777263974" sldId="1383"/>
            <ac:spMk id="2" creationId="{3FDC1B92-8B82-4DAA-B909-728AEB499BC5}"/>
          </ac:spMkLst>
        </pc:spChg>
        <pc:spChg chg="mod">
          <ac:chgData name="vidushi dadu" userId="8f6edd75c0a5619a" providerId="Windows Live" clId="Web-{021D79F9-E4C9-434B-930E-3F416D5EB612}" dt="2020-10-16T06:37:18.256" v="35" actId="20577"/>
          <ac:spMkLst>
            <pc:docMk/>
            <pc:sldMk cId="777263974" sldId="1383"/>
            <ac:spMk id="3" creationId="{B7BBD81B-D6D4-463C-95CA-A9BF86419270}"/>
          </ac:spMkLst>
        </pc:spChg>
      </pc:sldChg>
    </pc:docChg>
  </pc:docChgLst>
  <pc:docChgLst>
    <pc:chgData name="vidushi dadu" userId="8f6edd75c0a5619a" providerId="Windows Live" clId="Web-{D68F2E2E-0283-4DA0-A1D7-6BA2B0E83D06}"/>
    <pc:docChg chg="modSld">
      <pc:chgData name="vidushi dadu" userId="8f6edd75c0a5619a" providerId="Windows Live" clId="Web-{D68F2E2E-0283-4DA0-A1D7-6BA2B0E83D06}" dt="2020-10-14T20:41:09.144" v="50" actId="20577"/>
      <pc:docMkLst>
        <pc:docMk/>
      </pc:docMkLst>
      <pc:sldChg chg="modSp">
        <pc:chgData name="vidushi dadu" userId="8f6edd75c0a5619a" providerId="Windows Live" clId="Web-{D68F2E2E-0283-4DA0-A1D7-6BA2B0E83D06}" dt="2020-10-14T20:41:09.144" v="49" actId="20577"/>
        <pc:sldMkLst>
          <pc:docMk/>
          <pc:sldMk cId="993612975" sldId="1327"/>
        </pc:sldMkLst>
        <pc:spChg chg="mod">
          <ac:chgData name="vidushi dadu" userId="8f6edd75c0a5619a" providerId="Windows Live" clId="Web-{D68F2E2E-0283-4DA0-A1D7-6BA2B0E83D06}" dt="2020-10-14T20:41:09.144" v="49" actId="20577"/>
          <ac:spMkLst>
            <pc:docMk/>
            <pc:sldMk cId="993612975" sldId="1327"/>
            <ac:spMk id="5" creationId="{D1E3777B-0596-46BD-A605-D8676332AB6D}"/>
          </ac:spMkLst>
        </pc:spChg>
      </pc:sldChg>
    </pc:docChg>
  </pc:docChgLst>
  <pc:docChgLst>
    <pc:chgData name="vidushi dadu" userId="8f6edd75c0a5619a" providerId="Windows Live" clId="Web-{B790C575-5702-479B-8AB8-B6244FE6ED78}"/>
    <pc:docChg chg="modSld">
      <pc:chgData name="vidushi dadu" userId="8f6edd75c0a5619a" providerId="Windows Live" clId="Web-{B790C575-5702-479B-8AB8-B6244FE6ED78}" dt="2020-10-17T02:43:48.034" v="51" actId="1076"/>
      <pc:docMkLst>
        <pc:docMk/>
      </pc:docMkLst>
      <pc:sldChg chg="delSp modSp">
        <pc:chgData name="vidushi dadu" userId="8f6edd75c0a5619a" providerId="Windows Live" clId="Web-{B790C575-5702-479B-8AB8-B6244FE6ED78}" dt="2020-10-17T01:35:28.242" v="2" actId="20577"/>
        <pc:sldMkLst>
          <pc:docMk/>
          <pc:sldMk cId="661849036" sldId="1360"/>
        </pc:sldMkLst>
        <pc:spChg chg="mod">
          <ac:chgData name="vidushi dadu" userId="8f6edd75c0a5619a" providerId="Windows Live" clId="Web-{B790C575-5702-479B-8AB8-B6244FE6ED78}" dt="2020-10-17T01:35:28.242" v="2" actId="20577"/>
          <ac:spMkLst>
            <pc:docMk/>
            <pc:sldMk cId="661849036" sldId="1360"/>
            <ac:spMk id="3" creationId="{DBAF3387-007D-4CEC-9F8F-2C15DC5193D5}"/>
          </ac:spMkLst>
        </pc:spChg>
        <pc:spChg chg="del">
          <ac:chgData name="vidushi dadu" userId="8f6edd75c0a5619a" providerId="Windows Live" clId="Web-{B790C575-5702-479B-8AB8-B6244FE6ED78}" dt="2020-10-17T01:35:22.429" v="1"/>
          <ac:spMkLst>
            <pc:docMk/>
            <pc:sldMk cId="661849036" sldId="1360"/>
            <ac:spMk id="4" creationId="{5C47BA25-C2DB-4A0E-A69B-21E2EAF536CF}"/>
          </ac:spMkLst>
        </pc:spChg>
      </pc:sldChg>
      <pc:sldChg chg="mod modShow">
        <pc:chgData name="vidushi dadu" userId="8f6edd75c0a5619a" providerId="Windows Live" clId="Web-{B790C575-5702-479B-8AB8-B6244FE6ED78}" dt="2020-10-17T02:43:11.798" v="24"/>
        <pc:sldMkLst>
          <pc:docMk/>
          <pc:sldMk cId="1417788656" sldId="1368"/>
        </pc:sldMkLst>
      </pc:sldChg>
      <pc:sldChg chg="modSp">
        <pc:chgData name="vidushi dadu" userId="8f6edd75c0a5619a" providerId="Windows Live" clId="Web-{B790C575-5702-479B-8AB8-B6244FE6ED78}" dt="2020-10-17T02:02:25.485" v="10" actId="20577"/>
        <pc:sldMkLst>
          <pc:docMk/>
          <pc:sldMk cId="3969548847" sldId="1399"/>
        </pc:sldMkLst>
        <pc:spChg chg="mod">
          <ac:chgData name="vidushi dadu" userId="8f6edd75c0a5619a" providerId="Windows Live" clId="Web-{B790C575-5702-479B-8AB8-B6244FE6ED78}" dt="2020-10-17T02:02:25.485" v="10" actId="20577"/>
          <ac:spMkLst>
            <pc:docMk/>
            <pc:sldMk cId="3969548847" sldId="1399"/>
            <ac:spMk id="3" creationId="{B3082351-360B-4917-87DD-C8CB28F1ACE5}"/>
          </ac:spMkLst>
        </pc:spChg>
      </pc:sldChg>
      <pc:sldChg chg="modSp">
        <pc:chgData name="vidushi dadu" userId="8f6edd75c0a5619a" providerId="Windows Live" clId="Web-{B790C575-5702-479B-8AB8-B6244FE6ED78}" dt="2020-10-17T02:03:40.928" v="23" actId="20577"/>
        <pc:sldMkLst>
          <pc:docMk/>
          <pc:sldMk cId="2513546498" sldId="1400"/>
        </pc:sldMkLst>
        <pc:spChg chg="mod">
          <ac:chgData name="vidushi dadu" userId="8f6edd75c0a5619a" providerId="Windows Live" clId="Web-{B790C575-5702-479B-8AB8-B6244FE6ED78}" dt="2020-10-17T02:03:40.928" v="23" actId="20577"/>
          <ac:spMkLst>
            <pc:docMk/>
            <pc:sldMk cId="2513546498" sldId="1400"/>
            <ac:spMk id="3" creationId="{B3082351-360B-4917-87DD-C8CB28F1ACE5}"/>
          </ac:spMkLst>
        </pc:spChg>
      </pc:sldChg>
      <pc:sldChg chg="delSp modSp delAnim">
        <pc:chgData name="vidushi dadu" userId="8f6edd75c0a5619a" providerId="Windows Live" clId="Web-{B790C575-5702-479B-8AB8-B6244FE6ED78}" dt="2020-10-17T02:43:48.034" v="51" actId="1076"/>
        <pc:sldMkLst>
          <pc:docMk/>
          <pc:sldMk cId="2799960831" sldId="1405"/>
        </pc:sldMkLst>
        <pc:spChg chg="mod">
          <ac:chgData name="vidushi dadu" userId="8f6edd75c0a5619a" providerId="Windows Live" clId="Web-{B790C575-5702-479B-8AB8-B6244FE6ED78}" dt="2020-10-17T02:43:34.705" v="27" actId="1076"/>
          <ac:spMkLst>
            <pc:docMk/>
            <pc:sldMk cId="2799960831" sldId="1405"/>
            <ac:spMk id="14" creationId="{03083998-9075-4115-A0F0-019F2733C84D}"/>
          </ac:spMkLst>
        </pc:spChg>
        <pc:spChg chg="del">
          <ac:chgData name="vidushi dadu" userId="8f6edd75c0a5619a" providerId="Windows Live" clId="Web-{B790C575-5702-479B-8AB8-B6244FE6ED78}" dt="2020-10-17T02:43:18.845" v="25"/>
          <ac:spMkLst>
            <pc:docMk/>
            <pc:sldMk cId="2799960831" sldId="1405"/>
            <ac:spMk id="16" creationId="{FF659ABC-943C-4AF0-A9B5-C51968F68539}"/>
          </ac:spMkLst>
        </pc:spChg>
        <pc:spChg chg="mod">
          <ac:chgData name="vidushi dadu" userId="8f6edd75c0a5619a" providerId="Windows Live" clId="Web-{B790C575-5702-479B-8AB8-B6244FE6ED78}" dt="2020-10-17T02:43:34.783" v="29" actId="1076"/>
          <ac:spMkLst>
            <pc:docMk/>
            <pc:sldMk cId="2799960831" sldId="1405"/>
            <ac:spMk id="17" creationId="{068C7F1A-745B-42F1-A2DD-FEF844B6C77B}"/>
          </ac:spMkLst>
        </pc:spChg>
        <pc:spChg chg="mod">
          <ac:chgData name="vidushi dadu" userId="8f6edd75c0a5619a" providerId="Windows Live" clId="Web-{B790C575-5702-479B-8AB8-B6244FE6ED78}" dt="2020-10-17T02:43:34.830" v="30" actId="1076"/>
          <ac:spMkLst>
            <pc:docMk/>
            <pc:sldMk cId="2799960831" sldId="1405"/>
            <ac:spMk id="18" creationId="{E1AEBDBD-27E3-4B65-B4E8-0A4BD7F313D5}"/>
          </ac:spMkLst>
        </pc:spChg>
        <pc:spChg chg="mod">
          <ac:chgData name="vidushi dadu" userId="8f6edd75c0a5619a" providerId="Windows Live" clId="Web-{B790C575-5702-479B-8AB8-B6244FE6ED78}" dt="2020-10-17T02:43:34.877" v="31" actId="1076"/>
          <ac:spMkLst>
            <pc:docMk/>
            <pc:sldMk cId="2799960831" sldId="1405"/>
            <ac:spMk id="19" creationId="{3BFACBCB-DB70-4B8F-88BE-44E5379E6144}"/>
          </ac:spMkLst>
        </pc:spChg>
        <pc:spChg chg="mod">
          <ac:chgData name="vidushi dadu" userId="8f6edd75c0a5619a" providerId="Windows Live" clId="Web-{B790C575-5702-479B-8AB8-B6244FE6ED78}" dt="2020-10-17T02:43:35.002" v="34" actId="1076"/>
          <ac:spMkLst>
            <pc:docMk/>
            <pc:sldMk cId="2799960831" sldId="1405"/>
            <ac:spMk id="22" creationId="{00843CF4-73DC-4795-A298-37365CFCD733}"/>
          </ac:spMkLst>
        </pc:spChg>
        <pc:spChg chg="mod">
          <ac:chgData name="vidushi dadu" userId="8f6edd75c0a5619a" providerId="Windows Live" clId="Web-{B790C575-5702-479B-8AB8-B6244FE6ED78}" dt="2020-10-17T02:43:35.049" v="35" actId="1076"/>
          <ac:spMkLst>
            <pc:docMk/>
            <pc:sldMk cId="2799960831" sldId="1405"/>
            <ac:spMk id="23" creationId="{F3E1F56B-2928-43BF-BD8F-3229716336B1}"/>
          </ac:spMkLst>
        </pc:spChg>
        <pc:spChg chg="mod">
          <ac:chgData name="vidushi dadu" userId="8f6edd75c0a5619a" providerId="Windows Live" clId="Web-{B790C575-5702-479B-8AB8-B6244FE6ED78}" dt="2020-10-17T02:43:48.034" v="51" actId="1076"/>
          <ac:spMkLst>
            <pc:docMk/>
            <pc:sldMk cId="2799960831" sldId="1405"/>
            <ac:spMk id="24" creationId="{38CAF95F-E057-4C6F-81BB-AA322864A7D1}"/>
          </ac:spMkLst>
        </pc:spChg>
        <pc:spChg chg="mod">
          <ac:chgData name="vidushi dadu" userId="8f6edd75c0a5619a" providerId="Windows Live" clId="Web-{B790C575-5702-479B-8AB8-B6244FE6ED78}" dt="2020-10-17T02:43:35.174" v="38" actId="1076"/>
          <ac:spMkLst>
            <pc:docMk/>
            <pc:sldMk cId="2799960831" sldId="1405"/>
            <ac:spMk id="26" creationId="{714BAF4F-F051-4E01-9A15-43D7B452C384}"/>
          </ac:spMkLst>
        </pc:spChg>
        <pc:spChg chg="mod">
          <ac:chgData name="vidushi dadu" userId="8f6edd75c0a5619a" providerId="Windows Live" clId="Web-{B790C575-5702-479B-8AB8-B6244FE6ED78}" dt="2020-10-17T02:43:35.221" v="39" actId="1076"/>
          <ac:spMkLst>
            <pc:docMk/>
            <pc:sldMk cId="2799960831" sldId="1405"/>
            <ac:spMk id="27" creationId="{F78FD6C0-91BA-4F04-B679-BF7B668F2469}"/>
          </ac:spMkLst>
        </pc:spChg>
        <pc:spChg chg="mod">
          <ac:chgData name="vidushi dadu" userId="8f6edd75c0a5619a" providerId="Windows Live" clId="Web-{B790C575-5702-479B-8AB8-B6244FE6ED78}" dt="2020-10-17T02:43:35.268" v="40" actId="1076"/>
          <ac:spMkLst>
            <pc:docMk/>
            <pc:sldMk cId="2799960831" sldId="1405"/>
            <ac:spMk id="28" creationId="{1A898C5D-2A93-4D19-B5C0-A02A436D0176}"/>
          </ac:spMkLst>
        </pc:spChg>
        <pc:spChg chg="mod">
          <ac:chgData name="vidushi dadu" userId="8f6edd75c0a5619a" providerId="Windows Live" clId="Web-{B790C575-5702-479B-8AB8-B6244FE6ED78}" dt="2020-10-17T02:43:35.362" v="42" actId="1076"/>
          <ac:spMkLst>
            <pc:docMk/>
            <pc:sldMk cId="2799960831" sldId="1405"/>
            <ac:spMk id="30" creationId="{BC9DB471-5F93-4D50-BA41-60ED4DC708F5}"/>
          </ac:spMkLst>
        </pc:spChg>
        <pc:spChg chg="mod">
          <ac:chgData name="vidushi dadu" userId="8f6edd75c0a5619a" providerId="Windows Live" clId="Web-{B790C575-5702-479B-8AB8-B6244FE6ED78}" dt="2020-10-17T02:43:35.455" v="44" actId="1076"/>
          <ac:spMkLst>
            <pc:docMk/>
            <pc:sldMk cId="2799960831" sldId="1405"/>
            <ac:spMk id="38" creationId="{5ED49098-8D93-4709-BA06-572823956FCB}"/>
          </ac:spMkLst>
        </pc:spChg>
        <pc:spChg chg="mod">
          <ac:chgData name="vidushi dadu" userId="8f6edd75c0a5619a" providerId="Windows Live" clId="Web-{B790C575-5702-479B-8AB8-B6244FE6ED78}" dt="2020-10-17T02:43:35.502" v="45" actId="1076"/>
          <ac:spMkLst>
            <pc:docMk/>
            <pc:sldMk cId="2799960831" sldId="1405"/>
            <ac:spMk id="39" creationId="{73DA9864-5047-43CF-9AA2-9C486CC6B6E6}"/>
          </ac:spMkLst>
        </pc:spChg>
        <pc:spChg chg="mod">
          <ac:chgData name="vidushi dadu" userId="8f6edd75c0a5619a" providerId="Windows Live" clId="Web-{B790C575-5702-479B-8AB8-B6244FE6ED78}" dt="2020-10-17T02:43:35.549" v="46" actId="1076"/>
          <ac:spMkLst>
            <pc:docMk/>
            <pc:sldMk cId="2799960831" sldId="1405"/>
            <ac:spMk id="40" creationId="{8E478F25-1AA7-4677-8B40-3DDA6F0AD031}"/>
          </ac:spMkLst>
        </pc:spChg>
        <pc:spChg chg="mod">
          <ac:chgData name="vidushi dadu" userId="8f6edd75c0a5619a" providerId="Windows Live" clId="Web-{B790C575-5702-479B-8AB8-B6244FE6ED78}" dt="2020-10-17T02:43:35.596" v="47" actId="1076"/>
          <ac:spMkLst>
            <pc:docMk/>
            <pc:sldMk cId="2799960831" sldId="1405"/>
            <ac:spMk id="41" creationId="{87DDEBC8-856C-4996-8C1C-A1E0E6540A9D}"/>
          </ac:spMkLst>
        </pc:spChg>
        <pc:spChg chg="mod">
          <ac:chgData name="vidushi dadu" userId="8f6edd75c0a5619a" providerId="Windows Live" clId="Web-{B790C575-5702-479B-8AB8-B6244FE6ED78}" dt="2020-10-17T02:43:35.643" v="48" actId="1076"/>
          <ac:spMkLst>
            <pc:docMk/>
            <pc:sldMk cId="2799960831" sldId="1405"/>
            <ac:spMk id="42" creationId="{2DB98F6A-2CA2-4839-A702-E4E5544EBE32}"/>
          </ac:spMkLst>
        </pc:spChg>
        <pc:spChg chg="mod">
          <ac:chgData name="vidushi dadu" userId="8f6edd75c0a5619a" providerId="Windows Live" clId="Web-{B790C575-5702-479B-8AB8-B6244FE6ED78}" dt="2020-10-17T02:43:35.674" v="49" actId="1076"/>
          <ac:spMkLst>
            <pc:docMk/>
            <pc:sldMk cId="2799960831" sldId="1405"/>
            <ac:spMk id="43" creationId="{EE6E52B3-7549-4D1D-A3AC-BF91BCE80D66}"/>
          </ac:spMkLst>
        </pc:spChg>
        <pc:grpChg chg="mod">
          <ac:chgData name="vidushi dadu" userId="8f6edd75c0a5619a" providerId="Windows Live" clId="Web-{B790C575-5702-479B-8AB8-B6244FE6ED78}" dt="2020-10-17T02:43:35.424" v="43" actId="1076"/>
          <ac:grpSpMkLst>
            <pc:docMk/>
            <pc:sldMk cId="2799960831" sldId="1405"/>
            <ac:grpSpMk id="4" creationId="{01A116A4-AC24-4345-9334-C2444E90C561}"/>
          </ac:grpSpMkLst>
        </pc:grpChg>
        <pc:graphicFrameChg chg="mod">
          <ac:chgData name="vidushi dadu" userId="8f6edd75c0a5619a" providerId="Windows Live" clId="Web-{B790C575-5702-479B-8AB8-B6244FE6ED78}" dt="2020-10-17T02:43:34.658" v="26" actId="1076"/>
          <ac:graphicFrameMkLst>
            <pc:docMk/>
            <pc:sldMk cId="2799960831" sldId="1405"/>
            <ac:graphicFrameMk id="13" creationId="{08DF1D6F-849A-42DF-80CC-8050C99E8FD3}"/>
          </ac:graphicFrameMkLst>
        </pc:graphicFrameChg>
        <pc:graphicFrameChg chg="mod">
          <ac:chgData name="vidushi dadu" userId="8f6edd75c0a5619a" providerId="Windows Live" clId="Web-{B790C575-5702-479B-8AB8-B6244FE6ED78}" dt="2020-10-17T02:43:34.736" v="28" actId="1076"/>
          <ac:graphicFrameMkLst>
            <pc:docMk/>
            <pc:sldMk cId="2799960831" sldId="1405"/>
            <ac:graphicFrameMk id="15" creationId="{55AE047C-E67B-4B7A-A415-DD21B8F8DCD8}"/>
          </ac:graphicFrameMkLst>
        </pc:graphicFrameChg>
        <pc:graphicFrameChg chg="mod">
          <ac:chgData name="vidushi dadu" userId="8f6edd75c0a5619a" providerId="Windows Live" clId="Web-{B790C575-5702-479B-8AB8-B6244FE6ED78}" dt="2020-10-17T02:43:34.924" v="32" actId="1076"/>
          <ac:graphicFrameMkLst>
            <pc:docMk/>
            <pc:sldMk cId="2799960831" sldId="1405"/>
            <ac:graphicFrameMk id="20" creationId="{6676EEA3-1D43-4CBA-95C8-611E68CB427E}"/>
          </ac:graphicFrameMkLst>
        </pc:graphicFrameChg>
        <pc:graphicFrameChg chg="mod">
          <ac:chgData name="vidushi dadu" userId="8f6edd75c0a5619a" providerId="Windows Live" clId="Web-{B790C575-5702-479B-8AB8-B6244FE6ED78}" dt="2020-10-17T02:43:34.955" v="33" actId="1076"/>
          <ac:graphicFrameMkLst>
            <pc:docMk/>
            <pc:sldMk cId="2799960831" sldId="1405"/>
            <ac:graphicFrameMk id="21" creationId="{86AB055C-E6F2-4514-8FB2-5564400BE2BC}"/>
          </ac:graphicFrameMkLst>
        </pc:graphicFrameChg>
        <pc:cxnChg chg="mod">
          <ac:chgData name="vidushi dadu" userId="8f6edd75c0a5619a" providerId="Windows Live" clId="Web-{B790C575-5702-479B-8AB8-B6244FE6ED78}" dt="2020-10-17T02:43:35.143" v="37" actId="1076"/>
          <ac:cxnSpMkLst>
            <pc:docMk/>
            <pc:sldMk cId="2799960831" sldId="1405"/>
            <ac:cxnSpMk id="25" creationId="{3DC9B1C0-45BC-460F-A155-798A3CE7B3B9}"/>
          </ac:cxnSpMkLst>
        </pc:cxnChg>
        <pc:cxnChg chg="mod">
          <ac:chgData name="vidushi dadu" userId="8f6edd75c0a5619a" providerId="Windows Live" clId="Web-{B790C575-5702-479B-8AB8-B6244FE6ED78}" dt="2020-10-17T02:43:35.315" v="41" actId="1076"/>
          <ac:cxnSpMkLst>
            <pc:docMk/>
            <pc:sldMk cId="2799960831" sldId="1405"/>
            <ac:cxnSpMk id="29" creationId="{37EE879A-0580-44F2-BF77-20427A3D3DA4}"/>
          </ac:cxnSpMkLst>
        </pc:cxnChg>
      </pc:sldChg>
    </pc:docChg>
  </pc:docChgLst>
  <pc:docChgLst>
    <pc:chgData name="vidushi dadu" userId="8f6edd75c0a5619a" providerId="Windows Live" clId="Web-{B9794C30-BE62-467F-B6AB-89968C624830}"/>
    <pc:docChg chg="addSld delSld modSld">
      <pc:chgData name="vidushi dadu" userId="8f6edd75c0a5619a" providerId="Windows Live" clId="Web-{B9794C30-BE62-467F-B6AB-89968C624830}" dt="2020-10-10T07:17:49.740" v="438"/>
      <pc:docMkLst>
        <pc:docMk/>
      </pc:docMkLst>
      <pc:sldChg chg="modSp">
        <pc:chgData name="vidushi dadu" userId="8f6edd75c0a5619a" providerId="Windows Live" clId="Web-{B9794C30-BE62-467F-B6AB-89968C624830}" dt="2020-10-10T06:58:56.321" v="416" actId="20577"/>
        <pc:sldMkLst>
          <pc:docMk/>
          <pc:sldMk cId="2713637450" sldId="261"/>
        </pc:sldMkLst>
        <pc:spChg chg="mod">
          <ac:chgData name="vidushi dadu" userId="8f6edd75c0a5619a" providerId="Windows Live" clId="Web-{B9794C30-BE62-467F-B6AB-89968C624830}" dt="2020-10-10T06:58:56.321" v="416" actId="20577"/>
          <ac:spMkLst>
            <pc:docMk/>
            <pc:sldMk cId="2713637450" sldId="261"/>
            <ac:spMk id="2" creationId="{F444FA19-E283-4913-8592-991F0AC50646}"/>
          </ac:spMkLst>
        </pc:spChg>
      </pc:sldChg>
      <pc:sldChg chg="modSp">
        <pc:chgData name="vidushi dadu" userId="8f6edd75c0a5619a" providerId="Windows Live" clId="Web-{B9794C30-BE62-467F-B6AB-89968C624830}" dt="2020-10-10T05:30:15.393" v="151" actId="20577"/>
        <pc:sldMkLst>
          <pc:docMk/>
          <pc:sldMk cId="3337431538" sldId="314"/>
        </pc:sldMkLst>
        <pc:spChg chg="mod">
          <ac:chgData name="vidushi dadu" userId="8f6edd75c0a5619a" providerId="Windows Live" clId="Web-{B9794C30-BE62-467F-B6AB-89968C624830}" dt="2020-10-10T05:30:15.393" v="151" actId="20577"/>
          <ac:spMkLst>
            <pc:docMk/>
            <pc:sldMk cId="3337431538" sldId="314"/>
            <ac:spMk id="175" creationId="{66360B73-B9E2-4B87-B941-35AAB9776B04}"/>
          </ac:spMkLst>
        </pc:spChg>
      </pc:sldChg>
      <pc:sldChg chg="modSp">
        <pc:chgData name="vidushi dadu" userId="8f6edd75c0a5619a" providerId="Windows Live" clId="Web-{B9794C30-BE62-467F-B6AB-89968C624830}" dt="2020-10-10T06:59:03.946" v="421" actId="20577"/>
        <pc:sldMkLst>
          <pc:docMk/>
          <pc:sldMk cId="847373998" sldId="1328"/>
        </pc:sldMkLst>
        <pc:spChg chg="mod">
          <ac:chgData name="vidushi dadu" userId="8f6edd75c0a5619a" providerId="Windows Live" clId="Web-{B9794C30-BE62-467F-B6AB-89968C624830}" dt="2020-10-10T06:59:03.946" v="421" actId="20577"/>
          <ac:spMkLst>
            <pc:docMk/>
            <pc:sldMk cId="847373998" sldId="1328"/>
            <ac:spMk id="2" creationId="{F444FA19-E283-4913-8592-991F0AC50646}"/>
          </ac:spMkLst>
        </pc:spChg>
      </pc:sldChg>
      <pc:sldChg chg="modSp">
        <pc:chgData name="vidushi dadu" userId="8f6edd75c0a5619a" providerId="Windows Live" clId="Web-{B9794C30-BE62-467F-B6AB-89968C624830}" dt="2020-10-10T06:59:07.337" v="426" actId="20577"/>
        <pc:sldMkLst>
          <pc:docMk/>
          <pc:sldMk cId="1898843910" sldId="1329"/>
        </pc:sldMkLst>
        <pc:spChg chg="mod">
          <ac:chgData name="vidushi dadu" userId="8f6edd75c0a5619a" providerId="Windows Live" clId="Web-{B9794C30-BE62-467F-B6AB-89968C624830}" dt="2020-10-10T06:59:07.337" v="426" actId="20577"/>
          <ac:spMkLst>
            <pc:docMk/>
            <pc:sldMk cId="1898843910" sldId="1329"/>
            <ac:spMk id="2" creationId="{F444FA19-E283-4913-8592-991F0AC50646}"/>
          </ac:spMkLst>
        </pc:spChg>
      </pc:sldChg>
      <pc:sldChg chg="addSp modSp">
        <pc:chgData name="vidushi dadu" userId="8f6edd75c0a5619a" providerId="Windows Live" clId="Web-{B9794C30-BE62-467F-B6AB-89968C624830}" dt="2020-10-10T05:22:06.640" v="25" actId="20577"/>
        <pc:sldMkLst>
          <pc:docMk/>
          <pc:sldMk cId="2676288836" sldId="1330"/>
        </pc:sldMkLst>
        <pc:spChg chg="add mod">
          <ac:chgData name="vidushi dadu" userId="8f6edd75c0a5619a" providerId="Windows Live" clId="Web-{B9794C30-BE62-467F-B6AB-89968C624830}" dt="2020-10-10T05:22:06.640" v="25" actId="20577"/>
          <ac:spMkLst>
            <pc:docMk/>
            <pc:sldMk cId="2676288836" sldId="1330"/>
            <ac:spMk id="3" creationId="{BC51D565-8E2D-4E36-BA97-EB1D1949907E}"/>
          </ac:spMkLst>
        </pc:spChg>
      </pc:sldChg>
      <pc:sldChg chg="addSp modSp">
        <pc:chgData name="vidushi dadu" userId="8f6edd75c0a5619a" providerId="Windows Live" clId="Web-{B9794C30-BE62-467F-B6AB-89968C624830}" dt="2020-10-10T06:58:27.241" v="403" actId="20577"/>
        <pc:sldMkLst>
          <pc:docMk/>
          <pc:sldMk cId="351684199" sldId="1331"/>
        </pc:sldMkLst>
        <pc:spChg chg="mod">
          <ac:chgData name="vidushi dadu" userId="8f6edd75c0a5619a" providerId="Windows Live" clId="Web-{B9794C30-BE62-467F-B6AB-89968C624830}" dt="2020-10-10T06:58:27.241" v="403" actId="20577"/>
          <ac:spMkLst>
            <pc:docMk/>
            <pc:sldMk cId="351684199" sldId="1331"/>
            <ac:spMk id="2" creationId="{8C33B041-C746-4CBA-872E-594765AAC657}"/>
          </ac:spMkLst>
        </pc:spChg>
        <pc:spChg chg="add mod">
          <ac:chgData name="vidushi dadu" userId="8f6edd75c0a5619a" providerId="Windows Live" clId="Web-{B9794C30-BE62-467F-B6AB-89968C624830}" dt="2020-10-10T06:29:04.682" v="170" actId="20577"/>
          <ac:spMkLst>
            <pc:docMk/>
            <pc:sldMk cId="351684199" sldId="1331"/>
            <ac:spMk id="3" creationId="{263E53C5-CD6F-4C0E-BB10-DFEC7D31B352}"/>
          </ac:spMkLst>
        </pc:spChg>
      </pc:sldChg>
      <pc:sldChg chg="modSp">
        <pc:chgData name="vidushi dadu" userId="8f6edd75c0a5619a" providerId="Windows Live" clId="Web-{B9794C30-BE62-467F-B6AB-89968C624830}" dt="2020-10-10T05:29:23.109" v="145" actId="20577"/>
        <pc:sldMkLst>
          <pc:docMk/>
          <pc:sldMk cId="2231742663" sldId="1332"/>
        </pc:sldMkLst>
        <pc:spChg chg="mod">
          <ac:chgData name="vidushi dadu" userId="8f6edd75c0a5619a" providerId="Windows Live" clId="Web-{B9794C30-BE62-467F-B6AB-89968C624830}" dt="2020-10-10T05:29:23.109" v="145" actId="20577"/>
          <ac:spMkLst>
            <pc:docMk/>
            <pc:sldMk cId="2231742663" sldId="1332"/>
            <ac:spMk id="2" creationId="{8C33B041-C746-4CBA-872E-594765AAC657}"/>
          </ac:spMkLst>
        </pc:spChg>
      </pc:sldChg>
      <pc:sldChg chg="modSp add del replId">
        <pc:chgData name="vidushi dadu" userId="8f6edd75c0a5619a" providerId="Windows Live" clId="Web-{B9794C30-BE62-467F-B6AB-89968C624830}" dt="2020-10-10T06:36:40.725" v="263"/>
        <pc:sldMkLst>
          <pc:docMk/>
          <pc:sldMk cId="4149635186" sldId="1333"/>
        </pc:sldMkLst>
        <pc:spChg chg="mod">
          <ac:chgData name="vidushi dadu" userId="8f6edd75c0a5619a" providerId="Windows Live" clId="Web-{B9794C30-BE62-467F-B6AB-89968C624830}" dt="2020-10-10T06:30:05.201" v="194" actId="20577"/>
          <ac:spMkLst>
            <pc:docMk/>
            <pc:sldMk cId="4149635186" sldId="1333"/>
            <ac:spMk id="2" creationId="{8C33B041-C746-4CBA-872E-594765AAC657}"/>
          </ac:spMkLst>
        </pc:spChg>
        <pc:spChg chg="mod">
          <ac:chgData name="vidushi dadu" userId="8f6edd75c0a5619a" providerId="Windows Live" clId="Web-{B9794C30-BE62-467F-B6AB-89968C624830}" dt="2020-10-10T06:30:33.890" v="202" actId="20577"/>
          <ac:spMkLst>
            <pc:docMk/>
            <pc:sldMk cId="4149635186" sldId="1333"/>
            <ac:spMk id="3" creationId="{263E53C5-CD6F-4C0E-BB10-DFEC7D31B352}"/>
          </ac:spMkLst>
        </pc:spChg>
      </pc:sldChg>
      <pc:sldChg chg="modSp add replId">
        <pc:chgData name="vidushi dadu" userId="8f6edd75c0a5619a" providerId="Windows Live" clId="Web-{B9794C30-BE62-467F-B6AB-89968C624830}" dt="2020-10-10T06:58:15.053" v="384" actId="20577"/>
        <pc:sldMkLst>
          <pc:docMk/>
          <pc:sldMk cId="2600870203" sldId="1334"/>
        </pc:sldMkLst>
        <pc:spChg chg="mod">
          <ac:chgData name="vidushi dadu" userId="8f6edd75c0a5619a" providerId="Windows Live" clId="Web-{B9794C30-BE62-467F-B6AB-89968C624830}" dt="2020-10-10T06:58:15.053" v="384" actId="20577"/>
          <ac:spMkLst>
            <pc:docMk/>
            <pc:sldMk cId="2600870203" sldId="1334"/>
            <ac:spMk id="2" creationId="{8C33B041-C746-4CBA-872E-594765AAC657}"/>
          </ac:spMkLst>
        </pc:spChg>
        <pc:spChg chg="mod">
          <ac:chgData name="vidushi dadu" userId="8f6edd75c0a5619a" providerId="Windows Live" clId="Web-{B9794C30-BE62-467F-B6AB-89968C624830}" dt="2020-10-10T06:31:12.174" v="226" actId="20577"/>
          <ac:spMkLst>
            <pc:docMk/>
            <pc:sldMk cId="2600870203" sldId="1334"/>
            <ac:spMk id="3" creationId="{263E53C5-CD6F-4C0E-BB10-DFEC7D31B352}"/>
          </ac:spMkLst>
        </pc:spChg>
      </pc:sldChg>
      <pc:sldChg chg="modSp add replId">
        <pc:chgData name="vidushi dadu" userId="8f6edd75c0a5619a" providerId="Windows Live" clId="Web-{B9794C30-BE62-467F-B6AB-89968C624830}" dt="2020-10-10T06:58:18.772" v="390" actId="20577"/>
        <pc:sldMkLst>
          <pc:docMk/>
          <pc:sldMk cId="4010008867" sldId="1335"/>
        </pc:sldMkLst>
        <pc:spChg chg="mod">
          <ac:chgData name="vidushi dadu" userId="8f6edd75c0a5619a" providerId="Windows Live" clId="Web-{B9794C30-BE62-467F-B6AB-89968C624830}" dt="2020-10-10T06:58:18.772" v="390" actId="20577"/>
          <ac:spMkLst>
            <pc:docMk/>
            <pc:sldMk cId="4010008867" sldId="1335"/>
            <ac:spMk id="2" creationId="{8C33B041-C746-4CBA-872E-594765AAC657}"/>
          </ac:spMkLst>
        </pc:spChg>
        <pc:spChg chg="mod">
          <ac:chgData name="vidushi dadu" userId="8f6edd75c0a5619a" providerId="Windows Live" clId="Web-{B9794C30-BE62-467F-B6AB-89968C624830}" dt="2020-10-10T06:29:56.169" v="180" actId="20577"/>
          <ac:spMkLst>
            <pc:docMk/>
            <pc:sldMk cId="4010008867" sldId="1335"/>
            <ac:spMk id="3" creationId="{263E53C5-CD6F-4C0E-BB10-DFEC7D31B352}"/>
          </ac:spMkLst>
        </pc:spChg>
      </pc:sldChg>
      <pc:sldChg chg="modSp add replId addCm">
        <pc:chgData name="vidushi dadu" userId="8f6edd75c0a5619a" providerId="Windows Live" clId="Web-{B9794C30-BE62-467F-B6AB-89968C624830}" dt="2020-10-10T07:17:49.740" v="438"/>
        <pc:sldMkLst>
          <pc:docMk/>
          <pc:sldMk cId="629295085" sldId="1336"/>
        </pc:sldMkLst>
        <pc:spChg chg="mod">
          <ac:chgData name="vidushi dadu" userId="8f6edd75c0a5619a" providerId="Windows Live" clId="Web-{B9794C30-BE62-467F-B6AB-89968C624830}" dt="2020-10-10T06:58:01.005" v="362" actId="20577"/>
          <ac:spMkLst>
            <pc:docMk/>
            <pc:sldMk cId="629295085" sldId="1336"/>
            <ac:spMk id="2" creationId="{8C33B041-C746-4CBA-872E-594765AAC657}"/>
          </ac:spMkLst>
        </pc:spChg>
        <pc:spChg chg="mod">
          <ac:chgData name="vidushi dadu" userId="8f6edd75c0a5619a" providerId="Windows Live" clId="Web-{B9794C30-BE62-467F-B6AB-89968C624830}" dt="2020-10-10T07:10:22.416" v="436" actId="20577"/>
          <ac:spMkLst>
            <pc:docMk/>
            <pc:sldMk cId="629295085" sldId="1336"/>
            <ac:spMk id="3" creationId="{263E53C5-CD6F-4C0E-BB10-DFEC7D31B352}"/>
          </ac:spMkLst>
        </pc:spChg>
      </pc:sldChg>
      <pc:sldChg chg="modSp add replId">
        <pc:chgData name="vidushi dadu" userId="8f6edd75c0a5619a" providerId="Windows Live" clId="Web-{B9794C30-BE62-467F-B6AB-89968C624830}" dt="2020-10-10T06:58:07.818" v="377" actId="20577"/>
        <pc:sldMkLst>
          <pc:docMk/>
          <pc:sldMk cId="2748610266" sldId="1337"/>
        </pc:sldMkLst>
        <pc:spChg chg="mod">
          <ac:chgData name="vidushi dadu" userId="8f6edd75c0a5619a" providerId="Windows Live" clId="Web-{B9794C30-BE62-467F-B6AB-89968C624830}" dt="2020-10-10T06:58:07.818" v="377" actId="20577"/>
          <ac:spMkLst>
            <pc:docMk/>
            <pc:sldMk cId="2748610266" sldId="1337"/>
            <ac:spMk id="2" creationId="{8C33B041-C746-4CBA-872E-594765AAC657}"/>
          </ac:spMkLst>
        </pc:spChg>
        <pc:spChg chg="mod">
          <ac:chgData name="vidushi dadu" userId="8f6edd75c0a5619a" providerId="Windows Live" clId="Web-{B9794C30-BE62-467F-B6AB-89968C624830}" dt="2020-10-10T06:36:28.224" v="255" actId="20577"/>
          <ac:spMkLst>
            <pc:docMk/>
            <pc:sldMk cId="2748610266" sldId="1337"/>
            <ac:spMk id="3" creationId="{263E53C5-CD6F-4C0E-BB10-DFEC7D31B352}"/>
          </ac:spMkLst>
        </pc:spChg>
      </pc:sldChg>
    </pc:docChg>
  </pc:docChgLst>
  <pc:docChgLst>
    <pc:chgData name="vidushi dadu" userId="8f6edd75c0a5619a" providerId="Windows Live" clId="Web-{13D887CA-C398-408D-8D6B-02706C1A7CAA}"/>
    <pc:docChg chg="addSld delSld modSld">
      <pc:chgData name="vidushi dadu" userId="8f6edd75c0a5619a" providerId="Windows Live" clId="Web-{13D887CA-C398-408D-8D6B-02706C1A7CAA}" dt="2020-10-16T09:15:39.083" v="58"/>
      <pc:docMkLst>
        <pc:docMk/>
      </pc:docMkLst>
      <pc:sldChg chg="modSp">
        <pc:chgData name="vidushi dadu" userId="8f6edd75c0a5619a" providerId="Windows Live" clId="Web-{13D887CA-C398-408D-8D6B-02706C1A7CAA}" dt="2020-10-16T09:15:26.176" v="55" actId="20577"/>
        <pc:sldMkLst>
          <pc:docMk/>
          <pc:sldMk cId="3105867596" sldId="1332"/>
        </pc:sldMkLst>
        <pc:spChg chg="mod">
          <ac:chgData name="vidushi dadu" userId="8f6edd75c0a5619a" providerId="Windows Live" clId="Web-{13D887CA-C398-408D-8D6B-02706C1A7CAA}" dt="2020-10-16T09:15:23.910" v="53" actId="20577"/>
          <ac:spMkLst>
            <pc:docMk/>
            <pc:sldMk cId="3105867596" sldId="1332"/>
            <ac:spMk id="2" creationId="{8C33B041-C746-4CBA-872E-594765AAC657}"/>
          </ac:spMkLst>
        </pc:spChg>
        <pc:spChg chg="mod">
          <ac:chgData name="vidushi dadu" userId="8f6edd75c0a5619a" providerId="Windows Live" clId="Web-{13D887CA-C398-408D-8D6B-02706C1A7CAA}" dt="2020-10-16T09:13:26.372" v="27" actId="20577"/>
          <ac:spMkLst>
            <pc:docMk/>
            <pc:sldMk cId="3105867596" sldId="1332"/>
            <ac:spMk id="5" creationId="{BB3607B2-B0F2-4DBB-A3FD-48A34EC7AF1D}"/>
          </ac:spMkLst>
        </pc:spChg>
        <pc:spChg chg="mod">
          <ac:chgData name="vidushi dadu" userId="8f6edd75c0a5619a" providerId="Windows Live" clId="Web-{13D887CA-C398-408D-8D6B-02706C1A7CAA}" dt="2020-10-16T09:15:26.176" v="55" actId="20577"/>
          <ac:spMkLst>
            <pc:docMk/>
            <pc:sldMk cId="3105867596" sldId="1332"/>
            <ac:spMk id="6" creationId="{C1853DE6-203F-45D1-804D-A22813383EF4}"/>
          </ac:spMkLst>
        </pc:spChg>
      </pc:sldChg>
      <pc:sldChg chg="del">
        <pc:chgData name="vidushi dadu" userId="8f6edd75c0a5619a" providerId="Windows Live" clId="Web-{13D887CA-C398-408D-8D6B-02706C1A7CAA}" dt="2020-10-16T09:15:39.083" v="58"/>
        <pc:sldMkLst>
          <pc:docMk/>
          <pc:sldMk cId="2826703152" sldId="1396"/>
        </pc:sldMkLst>
      </pc:sldChg>
      <pc:sldChg chg="modSp add replId">
        <pc:chgData name="vidushi dadu" userId="8f6edd75c0a5619a" providerId="Windows Live" clId="Web-{13D887CA-C398-408D-8D6B-02706C1A7CAA}" dt="2020-10-16T09:14:24.844" v="44" actId="20577"/>
        <pc:sldMkLst>
          <pc:docMk/>
          <pc:sldMk cId="2493763836" sldId="1403"/>
        </pc:sldMkLst>
        <pc:spChg chg="mod">
          <ac:chgData name="vidushi dadu" userId="8f6edd75c0a5619a" providerId="Windows Live" clId="Web-{13D887CA-C398-408D-8D6B-02706C1A7CAA}" dt="2020-10-16T09:14:24.844" v="44" actId="20577"/>
          <ac:spMkLst>
            <pc:docMk/>
            <pc:sldMk cId="2493763836" sldId="1403"/>
            <ac:spMk id="2" creationId="{8C33B041-C746-4CBA-872E-594765AAC657}"/>
          </ac:spMkLst>
        </pc:spChg>
        <pc:spChg chg="mod">
          <ac:chgData name="vidushi dadu" userId="8f6edd75c0a5619a" providerId="Windows Live" clId="Web-{13D887CA-C398-408D-8D6B-02706C1A7CAA}" dt="2020-10-16T09:14:20.547" v="40" actId="20577"/>
          <ac:spMkLst>
            <pc:docMk/>
            <pc:sldMk cId="2493763836" sldId="1403"/>
            <ac:spMk id="6" creationId="{C1853DE6-203F-45D1-804D-A22813383EF4}"/>
          </ac:spMkLst>
        </pc:spChg>
      </pc:sldChg>
    </pc:docChg>
  </pc:docChgLst>
  <pc:docChgLst>
    <pc:chgData name="Tony Nowatzki" userId="41f9d2049d04c621" providerId="Windows Live" clId="Web-{3238FB9A-06C3-4568-91D3-E096D035C65A}"/>
    <pc:docChg chg="">
      <pc:chgData name="Tony Nowatzki" userId="41f9d2049d04c621" providerId="Windows Live" clId="Web-{3238FB9A-06C3-4568-91D3-E096D035C65A}" dt="2020-10-17T02:10:10.108" v="0"/>
      <pc:docMkLst>
        <pc:docMk/>
      </pc:docMkLst>
      <pc:sldChg chg="delCm">
        <pc:chgData name="Tony Nowatzki" userId="41f9d2049d04c621" providerId="Windows Live" clId="Web-{3238FB9A-06C3-4568-91D3-E096D035C65A}" dt="2020-10-17T02:10:10.108" v="0"/>
        <pc:sldMkLst>
          <pc:docMk/>
          <pc:sldMk cId="2799960831" sldId="1405"/>
        </pc:sldMkLst>
      </pc:sldChg>
    </pc:docChg>
  </pc:docChgLst>
  <pc:docChgLst>
    <pc:chgData name="vidushi dadu" userId="8f6edd75c0a5619a" providerId="Windows Live" clId="Web-{56EEB204-382D-4A7E-95A3-5C999C19D79E}"/>
    <pc:docChg chg="modSld">
      <pc:chgData name="vidushi dadu" userId="8f6edd75c0a5619a" providerId="Windows Live" clId="Web-{56EEB204-382D-4A7E-95A3-5C999C19D79E}" dt="2020-10-17T06:11:33.237" v="3" actId="20577"/>
      <pc:docMkLst>
        <pc:docMk/>
      </pc:docMkLst>
      <pc:sldChg chg="modSp">
        <pc:chgData name="vidushi dadu" userId="8f6edd75c0a5619a" providerId="Windows Live" clId="Web-{56EEB204-382D-4A7E-95A3-5C999C19D79E}" dt="2020-10-17T06:11:33.221" v="2" actId="20577"/>
        <pc:sldMkLst>
          <pc:docMk/>
          <pc:sldMk cId="3235452828" sldId="1377"/>
        </pc:sldMkLst>
        <pc:spChg chg="mod">
          <ac:chgData name="vidushi dadu" userId="8f6edd75c0a5619a" providerId="Windows Live" clId="Web-{56EEB204-382D-4A7E-95A3-5C999C19D79E}" dt="2020-10-17T06:11:33.221" v="2" actId="20577"/>
          <ac:spMkLst>
            <pc:docMk/>
            <pc:sldMk cId="3235452828" sldId="1377"/>
            <ac:spMk id="3" creationId="{DEC87F14-E8A9-483E-8EF7-EC997CCECC85}"/>
          </ac:spMkLst>
        </pc:spChg>
      </pc:sldChg>
    </pc:docChg>
  </pc:docChgLst>
  <pc:docChgLst>
    <pc:chgData name="vidushi dadu" userId="8f6edd75c0a5619a" providerId="Windows Live" clId="Web-{387406CE-C677-4132-B0BA-E16A4EF16505}"/>
    <pc:docChg chg="modSld">
      <pc:chgData name="vidushi dadu" userId="8f6edd75c0a5619a" providerId="Windows Live" clId="Web-{387406CE-C677-4132-B0BA-E16A4EF16505}" dt="2020-10-11T19:47:18.144" v="282" actId="20577"/>
      <pc:docMkLst>
        <pc:docMk/>
      </pc:docMkLst>
      <pc:sldChg chg="modSp addCm">
        <pc:chgData name="vidushi dadu" userId="8f6edd75c0a5619a" providerId="Windows Live" clId="Web-{387406CE-C677-4132-B0BA-E16A4EF16505}" dt="2020-10-11T19:45:43.842" v="180"/>
        <pc:sldMkLst>
          <pc:docMk/>
          <pc:sldMk cId="351684199" sldId="1331"/>
        </pc:sldMkLst>
        <pc:spChg chg="mod">
          <ac:chgData name="vidushi dadu" userId="8f6edd75c0a5619a" providerId="Windows Live" clId="Web-{387406CE-C677-4132-B0BA-E16A4EF16505}" dt="2020-10-11T19:37:50.816" v="10" actId="20577"/>
          <ac:spMkLst>
            <pc:docMk/>
            <pc:sldMk cId="351684199" sldId="1331"/>
            <ac:spMk id="2" creationId="{8C33B041-C746-4CBA-872E-594765AAC657}"/>
          </ac:spMkLst>
        </pc:spChg>
        <pc:spChg chg="mod">
          <ac:chgData name="vidushi dadu" userId="8f6edd75c0a5619a" providerId="Windows Live" clId="Web-{387406CE-C677-4132-B0BA-E16A4EF16505}" dt="2020-10-11T19:40:39.638" v="43" actId="20577"/>
          <ac:spMkLst>
            <pc:docMk/>
            <pc:sldMk cId="351684199" sldId="1331"/>
            <ac:spMk id="3" creationId="{263E53C5-CD6F-4C0E-BB10-DFEC7D31B352}"/>
          </ac:spMkLst>
        </pc:spChg>
      </pc:sldChg>
      <pc:sldChg chg="modSp">
        <pc:chgData name="vidushi dadu" userId="8f6edd75c0a5619a" providerId="Windows Live" clId="Web-{387406CE-C677-4132-B0BA-E16A4EF16505}" dt="2020-10-11T19:44:09.868" v="177" actId="20577"/>
        <pc:sldMkLst>
          <pc:docMk/>
          <pc:sldMk cId="2600870203" sldId="1334"/>
        </pc:sldMkLst>
        <pc:spChg chg="mod">
          <ac:chgData name="vidushi dadu" userId="8f6edd75c0a5619a" providerId="Windows Live" clId="Web-{387406CE-C677-4132-B0BA-E16A4EF16505}" dt="2020-10-11T19:39:36.713" v="30" actId="20577"/>
          <ac:spMkLst>
            <pc:docMk/>
            <pc:sldMk cId="2600870203" sldId="1334"/>
            <ac:spMk id="2" creationId="{8C33B041-C746-4CBA-872E-594765AAC657}"/>
          </ac:spMkLst>
        </pc:spChg>
        <pc:spChg chg="mod">
          <ac:chgData name="vidushi dadu" userId="8f6edd75c0a5619a" providerId="Windows Live" clId="Web-{387406CE-C677-4132-B0BA-E16A4EF16505}" dt="2020-10-11T19:39:38.853" v="36" actId="20577"/>
          <ac:spMkLst>
            <pc:docMk/>
            <pc:sldMk cId="2600870203" sldId="1334"/>
            <ac:spMk id="3" creationId="{263E53C5-CD6F-4C0E-BB10-DFEC7D31B352}"/>
          </ac:spMkLst>
        </pc:spChg>
        <pc:spChg chg="mod">
          <ac:chgData name="vidushi dadu" userId="8f6edd75c0a5619a" providerId="Windows Live" clId="Web-{387406CE-C677-4132-B0BA-E16A4EF16505}" dt="2020-10-11T19:44:09.868" v="177" actId="20577"/>
          <ac:spMkLst>
            <pc:docMk/>
            <pc:sldMk cId="2600870203" sldId="1334"/>
            <ac:spMk id="4" creationId="{CD6D39C6-B281-402B-BE6E-E1BCE0BE87D3}"/>
          </ac:spMkLst>
        </pc:spChg>
      </pc:sldChg>
      <pc:sldChg chg="modSp">
        <pc:chgData name="vidushi dadu" userId="8f6edd75c0a5619a" providerId="Windows Live" clId="Web-{387406CE-C677-4132-B0BA-E16A4EF16505}" dt="2020-10-11T19:47:16.207" v="280" actId="20577"/>
        <pc:sldMkLst>
          <pc:docMk/>
          <pc:sldMk cId="2748610266" sldId="1337"/>
        </pc:sldMkLst>
        <pc:spChg chg="mod">
          <ac:chgData name="vidushi dadu" userId="8f6edd75c0a5619a" providerId="Windows Live" clId="Web-{387406CE-C677-4132-B0BA-E16A4EF16505}" dt="2020-10-11T19:46:44.955" v="188" actId="20577"/>
          <ac:spMkLst>
            <pc:docMk/>
            <pc:sldMk cId="2748610266" sldId="1337"/>
            <ac:spMk id="3" creationId="{263E53C5-CD6F-4C0E-BB10-DFEC7D31B352}"/>
          </ac:spMkLst>
        </pc:spChg>
        <pc:spChg chg="mod">
          <ac:chgData name="vidushi dadu" userId="8f6edd75c0a5619a" providerId="Windows Live" clId="Web-{387406CE-C677-4132-B0BA-E16A4EF16505}" dt="2020-10-11T19:47:16.207" v="280" actId="20577"/>
          <ac:spMkLst>
            <pc:docMk/>
            <pc:sldMk cId="2748610266" sldId="1337"/>
            <ac:spMk id="5" creationId="{4F4C516C-CD6D-474F-9413-FB8A4EC9E71C}"/>
          </ac:spMkLst>
        </pc:spChg>
      </pc:sldChg>
    </pc:docChg>
  </pc:docChgLst>
  <pc:docChgLst>
    <pc:chgData name="vidushi dadu" userId="8f6edd75c0a5619a" providerId="Windows Live" clId="Web-{9690736D-BBB9-4DD0-9DEE-BC0C7E513D0D}"/>
    <pc:docChg chg="">
      <pc:chgData name="vidushi dadu" userId="8f6edd75c0a5619a" providerId="Windows Live" clId="Web-{9690736D-BBB9-4DD0-9DEE-BC0C7E513D0D}" dt="2020-10-12T02:24:58.745" v="0"/>
      <pc:docMkLst>
        <pc:docMk/>
      </pc:docMkLst>
      <pc:sldChg chg="delCm">
        <pc:chgData name="vidushi dadu" userId="8f6edd75c0a5619a" providerId="Windows Live" clId="Web-{9690736D-BBB9-4DD0-9DEE-BC0C7E513D0D}" dt="2020-10-12T02:24:58.745" v="0"/>
        <pc:sldMkLst>
          <pc:docMk/>
          <pc:sldMk cId="629295085" sldId="1336"/>
        </pc:sldMkLst>
      </pc:sldChg>
    </pc:docChg>
  </pc:docChgLst>
  <pc:docChgLst>
    <pc:chgData name="vidushi dadu" userId="8f6edd75c0a5619a" providerId="LiveId" clId="{4A1D7BB4-DB2B-401C-9583-309F517E6E8F}"/>
    <pc:docChg chg="undo custSel mod addSld delSld modSld sldOrd">
      <pc:chgData name="vidushi dadu" userId="8f6edd75c0a5619a" providerId="LiveId" clId="{4A1D7BB4-DB2B-401C-9583-309F517E6E8F}" dt="2020-10-17T13:38:08.686" v="18672" actId="27636"/>
      <pc:docMkLst>
        <pc:docMk/>
      </pc:docMkLst>
      <pc:sldChg chg="addSp delSp del">
        <pc:chgData name="vidushi dadu" userId="8f6edd75c0a5619a" providerId="LiveId" clId="{4A1D7BB4-DB2B-401C-9583-309F517E6E8F}" dt="2020-10-16T08:46:38.469" v="16791" actId="2696"/>
        <pc:sldMkLst>
          <pc:docMk/>
          <pc:sldMk cId="3186479856" sldId="256"/>
        </pc:sldMkLst>
        <pc:spChg chg="add">
          <ac:chgData name="vidushi dadu" userId="8f6edd75c0a5619a" providerId="LiveId" clId="{4A1D7BB4-DB2B-401C-9583-309F517E6E8F}" dt="2020-10-12T06:36:52.323" v="6138"/>
          <ac:spMkLst>
            <pc:docMk/>
            <pc:sldMk cId="3186479856" sldId="256"/>
            <ac:spMk id="4" creationId="{50847BB3-2B91-4859-8D16-274F083E81DE}"/>
          </ac:spMkLst>
        </pc:spChg>
        <pc:picChg chg="add del">
          <ac:chgData name="vidushi dadu" userId="8f6edd75c0a5619a" providerId="LiveId" clId="{4A1D7BB4-DB2B-401C-9583-309F517E6E8F}" dt="2020-10-12T06:37:05.421" v="6140" actId="478"/>
          <ac:picMkLst>
            <pc:docMk/>
            <pc:sldMk cId="3186479856" sldId="256"/>
            <ac:picMk id="1026" creationId="{DD3C33F8-6834-4A57-A179-8BE47B35500D}"/>
          </ac:picMkLst>
        </pc:picChg>
      </pc:sldChg>
      <pc:sldChg chg="addSp delSp modSp del mod setBg">
        <pc:chgData name="vidushi dadu" userId="8f6edd75c0a5619a" providerId="LiveId" clId="{4A1D7BB4-DB2B-401C-9583-309F517E6E8F}" dt="2020-10-10T00:25:58.885" v="366" actId="2696"/>
        <pc:sldMkLst>
          <pc:docMk/>
          <pc:sldMk cId="3316693376" sldId="257"/>
        </pc:sldMkLst>
        <pc:spChg chg="mod">
          <ac:chgData name="vidushi dadu" userId="8f6edd75c0a5619a" providerId="LiveId" clId="{4A1D7BB4-DB2B-401C-9583-309F517E6E8F}" dt="2020-10-10T00:19:18.529" v="11" actId="26606"/>
          <ac:spMkLst>
            <pc:docMk/>
            <pc:sldMk cId="3316693376" sldId="257"/>
            <ac:spMk id="2" creationId="{DDC56C9C-107E-4981-851F-C28A2C6C1F24}"/>
          </ac:spMkLst>
        </pc:spChg>
        <pc:spChg chg="add del mod">
          <ac:chgData name="vidushi dadu" userId="8f6edd75c0a5619a" providerId="LiveId" clId="{4A1D7BB4-DB2B-401C-9583-309F517E6E8F}" dt="2020-10-10T00:19:21.453" v="13"/>
          <ac:spMkLst>
            <pc:docMk/>
            <pc:sldMk cId="3316693376" sldId="257"/>
            <ac:spMk id="3" creationId="{A935C560-020E-453B-AC44-45ED4063A67E}"/>
          </ac:spMkLst>
        </pc:spChg>
        <pc:spChg chg="mod">
          <ac:chgData name="vidushi dadu" userId="8f6edd75c0a5619a" providerId="LiveId" clId="{4A1D7BB4-DB2B-401C-9583-309F517E6E8F}" dt="2020-10-10T00:19:18.529" v="11" actId="26606"/>
          <ac:spMkLst>
            <pc:docMk/>
            <pc:sldMk cId="3316693376" sldId="257"/>
            <ac:spMk id="4" creationId="{F43ABF06-AFF9-44C9-B0E4-92AC3BD76E31}"/>
          </ac:spMkLst>
        </pc:spChg>
        <pc:spChg chg="add">
          <ac:chgData name="vidushi dadu" userId="8f6edd75c0a5619a" providerId="LiveId" clId="{4A1D7BB4-DB2B-401C-9583-309F517E6E8F}" dt="2020-10-10T00:19:18.529" v="11" actId="26606"/>
          <ac:spMkLst>
            <pc:docMk/>
            <pc:sldMk cId="3316693376" sldId="257"/>
            <ac:spMk id="10" creationId="{2550BE34-C2B8-49B8-8519-67A8CAD51AE9}"/>
          </ac:spMkLst>
        </pc:spChg>
        <pc:spChg chg="add">
          <ac:chgData name="vidushi dadu" userId="8f6edd75c0a5619a" providerId="LiveId" clId="{4A1D7BB4-DB2B-401C-9583-309F517E6E8F}" dt="2020-10-10T00:19:18.529" v="11" actId="26606"/>
          <ac:spMkLst>
            <pc:docMk/>
            <pc:sldMk cId="3316693376" sldId="257"/>
            <ac:spMk id="12" creationId="{A7457DD9-5A45-400A-AB4B-4B4EDECA25F1}"/>
          </ac:spMkLst>
        </pc:spChg>
        <pc:spChg chg="add">
          <ac:chgData name="vidushi dadu" userId="8f6edd75c0a5619a" providerId="LiveId" clId="{4A1D7BB4-DB2B-401C-9583-309F517E6E8F}" dt="2020-10-10T00:19:18.529" v="11" actId="26606"/>
          <ac:spMkLst>
            <pc:docMk/>
            <pc:sldMk cId="3316693376" sldId="257"/>
            <ac:spMk id="14" creationId="{441CF7D6-A660-431A-B0BB-140A0D5556B6}"/>
          </ac:spMkLst>
        </pc:spChg>
        <pc:spChg chg="add">
          <ac:chgData name="vidushi dadu" userId="8f6edd75c0a5619a" providerId="LiveId" clId="{4A1D7BB4-DB2B-401C-9583-309F517E6E8F}" dt="2020-10-10T00:19:18.529" v="11" actId="26606"/>
          <ac:spMkLst>
            <pc:docMk/>
            <pc:sldMk cId="3316693376" sldId="257"/>
            <ac:spMk id="16" creationId="{0570A85B-3810-4F95-97B0-CBF4CCDB381C}"/>
          </ac:spMkLst>
        </pc:spChg>
        <pc:graphicFrameChg chg="add mod modGraphic">
          <ac:chgData name="vidushi dadu" userId="8f6edd75c0a5619a" providerId="LiveId" clId="{4A1D7BB4-DB2B-401C-9583-309F517E6E8F}" dt="2020-10-10T00:19:18.529" v="11" actId="26606"/>
          <ac:graphicFrameMkLst>
            <pc:docMk/>
            <pc:sldMk cId="3316693376" sldId="257"/>
            <ac:graphicFrameMk id="5" creationId="{03F3C28A-ED68-4A77-83B7-CFDBF372A407}"/>
          </ac:graphicFrameMkLst>
        </pc:graphicFrameChg>
      </pc:sldChg>
      <pc:sldChg chg="addSp delSp modSp del addAnim delAnim modAnim addCm modCm modNotesTx">
        <pc:chgData name="vidushi dadu" userId="8f6edd75c0a5619a" providerId="LiveId" clId="{4A1D7BB4-DB2B-401C-9583-309F517E6E8F}" dt="2020-10-11T08:44:07.397" v="4874" actId="2696"/>
        <pc:sldMkLst>
          <pc:docMk/>
          <pc:sldMk cId="644324162" sldId="258"/>
        </pc:sldMkLst>
        <pc:spChg chg="mod">
          <ac:chgData name="vidushi dadu" userId="8f6edd75c0a5619a" providerId="LiveId" clId="{4A1D7BB4-DB2B-401C-9583-309F517E6E8F}" dt="2020-10-10T01:15:10.834" v="1342" actId="20577"/>
          <ac:spMkLst>
            <pc:docMk/>
            <pc:sldMk cId="644324162" sldId="258"/>
            <ac:spMk id="2" creationId="{4453F9E5-165D-405F-B80D-0CAF687FA5DC}"/>
          </ac:spMkLst>
        </pc:spChg>
        <pc:spChg chg="del">
          <ac:chgData name="vidushi dadu" userId="8f6edd75c0a5619a" providerId="LiveId" clId="{4A1D7BB4-DB2B-401C-9583-309F517E6E8F}" dt="2020-10-10T00:55:37.593" v="1067" actId="478"/>
          <ac:spMkLst>
            <pc:docMk/>
            <pc:sldMk cId="644324162" sldId="258"/>
            <ac:spMk id="3" creationId="{C4527493-5EA4-4CA8-A48A-F01A1D6A56C4}"/>
          </ac:spMkLst>
        </pc:spChg>
        <pc:spChg chg="add mod">
          <ac:chgData name="vidushi dadu" userId="8f6edd75c0a5619a" providerId="LiveId" clId="{4A1D7BB4-DB2B-401C-9583-309F517E6E8F}" dt="2020-10-10T01:30:45.712" v="1753" actId="14100"/>
          <ac:spMkLst>
            <pc:docMk/>
            <pc:sldMk cId="644324162" sldId="258"/>
            <ac:spMk id="4" creationId="{0093E836-ECA2-44F2-A895-D4C1446C9633}"/>
          </ac:spMkLst>
        </pc:spChg>
        <pc:spChg chg="add mod">
          <ac:chgData name="vidushi dadu" userId="8f6edd75c0a5619a" providerId="LiveId" clId="{4A1D7BB4-DB2B-401C-9583-309F517E6E8F}" dt="2020-10-10T01:31:37.602" v="1757" actId="1076"/>
          <ac:spMkLst>
            <pc:docMk/>
            <pc:sldMk cId="644324162" sldId="258"/>
            <ac:spMk id="5" creationId="{2DC1D56D-EA42-467E-97C1-9BCCA1F1C0B6}"/>
          </ac:spMkLst>
        </pc:spChg>
        <pc:spChg chg="add del mod">
          <ac:chgData name="vidushi dadu" userId="8f6edd75c0a5619a" providerId="LiveId" clId="{4A1D7BB4-DB2B-401C-9583-309F517E6E8F}" dt="2020-10-10T01:40:44.440" v="1911" actId="478"/>
          <ac:spMkLst>
            <pc:docMk/>
            <pc:sldMk cId="644324162" sldId="258"/>
            <ac:spMk id="6" creationId="{09145600-B0B0-4B84-863A-2BE280606148}"/>
          </ac:spMkLst>
        </pc:spChg>
        <pc:spChg chg="mod topLvl">
          <ac:chgData name="vidushi dadu" userId="8f6edd75c0a5619a" providerId="LiveId" clId="{4A1D7BB4-DB2B-401C-9583-309F517E6E8F}" dt="2020-10-10T01:34:47.598" v="1768" actId="165"/>
          <ac:spMkLst>
            <pc:docMk/>
            <pc:sldMk cId="644324162" sldId="258"/>
            <ac:spMk id="8" creationId="{9568346C-7BAE-4B4F-8CCC-F2B410830BE1}"/>
          </ac:spMkLst>
        </pc:spChg>
        <pc:spChg chg="mod topLvl">
          <ac:chgData name="vidushi dadu" userId="8f6edd75c0a5619a" providerId="LiveId" clId="{4A1D7BB4-DB2B-401C-9583-309F517E6E8F}" dt="2020-10-10T01:43:26.529" v="1947" actId="14100"/>
          <ac:spMkLst>
            <pc:docMk/>
            <pc:sldMk cId="644324162" sldId="258"/>
            <ac:spMk id="9" creationId="{1005120D-F43B-46EA-96BD-B623AAA428AE}"/>
          </ac:spMkLst>
        </pc:spChg>
        <pc:spChg chg="del mod topLvl">
          <ac:chgData name="vidushi dadu" userId="8f6edd75c0a5619a" providerId="LiveId" clId="{4A1D7BB4-DB2B-401C-9583-309F517E6E8F}" dt="2020-10-10T01:36:19.952" v="1793" actId="478"/>
          <ac:spMkLst>
            <pc:docMk/>
            <pc:sldMk cId="644324162" sldId="258"/>
            <ac:spMk id="14" creationId="{79F8EEF0-4A2A-4766-9D80-CC1852D74F8A}"/>
          </ac:spMkLst>
        </pc:spChg>
        <pc:spChg chg="mod topLvl">
          <ac:chgData name="vidushi dadu" userId="8f6edd75c0a5619a" providerId="LiveId" clId="{4A1D7BB4-DB2B-401C-9583-309F517E6E8F}" dt="2020-10-10T01:47:21.041" v="2117" actId="14100"/>
          <ac:spMkLst>
            <pc:docMk/>
            <pc:sldMk cId="644324162" sldId="258"/>
            <ac:spMk id="15" creationId="{2EF76933-9371-4AAB-982E-AEDD5B303068}"/>
          </ac:spMkLst>
        </pc:spChg>
        <pc:spChg chg="del mod topLvl">
          <ac:chgData name="vidushi dadu" userId="8f6edd75c0a5619a" providerId="LiveId" clId="{4A1D7BB4-DB2B-401C-9583-309F517E6E8F}" dt="2020-10-10T01:36:55.600" v="1802" actId="478"/>
          <ac:spMkLst>
            <pc:docMk/>
            <pc:sldMk cId="644324162" sldId="258"/>
            <ac:spMk id="17" creationId="{D8DC3393-F296-4397-A52A-4C06F8103B67}"/>
          </ac:spMkLst>
        </pc:spChg>
        <pc:spChg chg="del mod topLvl">
          <ac:chgData name="vidushi dadu" userId="8f6edd75c0a5619a" providerId="LiveId" clId="{4A1D7BB4-DB2B-401C-9583-309F517E6E8F}" dt="2020-10-10T01:44:21.819" v="2040" actId="478"/>
          <ac:spMkLst>
            <pc:docMk/>
            <pc:sldMk cId="644324162" sldId="258"/>
            <ac:spMk id="19" creationId="{677C64F8-132A-4556-B74C-AD2FED1E39C7}"/>
          </ac:spMkLst>
        </pc:spChg>
        <pc:spChg chg="del mod topLvl">
          <ac:chgData name="vidushi dadu" userId="8f6edd75c0a5619a" providerId="LiveId" clId="{4A1D7BB4-DB2B-401C-9583-309F517E6E8F}" dt="2020-10-10T01:44:39.609" v="2047" actId="478"/>
          <ac:spMkLst>
            <pc:docMk/>
            <pc:sldMk cId="644324162" sldId="258"/>
            <ac:spMk id="20" creationId="{C2F313C6-6B5A-4B3C-875A-98A1A1FAA66C}"/>
          </ac:spMkLst>
        </pc:spChg>
        <pc:spChg chg="del mod topLvl">
          <ac:chgData name="vidushi dadu" userId="8f6edd75c0a5619a" providerId="LiveId" clId="{4A1D7BB4-DB2B-401C-9583-309F517E6E8F}" dt="2020-10-10T01:36:34.887" v="1799" actId="478"/>
          <ac:spMkLst>
            <pc:docMk/>
            <pc:sldMk cId="644324162" sldId="258"/>
            <ac:spMk id="21" creationId="{D009AED8-DB47-416B-AAEE-140000378A23}"/>
          </ac:spMkLst>
        </pc:spChg>
        <pc:spChg chg="del mod topLvl">
          <ac:chgData name="vidushi dadu" userId="8f6edd75c0a5619a" providerId="LiveId" clId="{4A1D7BB4-DB2B-401C-9583-309F517E6E8F}" dt="2020-10-10T01:36:34.887" v="1799" actId="478"/>
          <ac:spMkLst>
            <pc:docMk/>
            <pc:sldMk cId="644324162" sldId="258"/>
            <ac:spMk id="22" creationId="{F6A2537A-5F02-4EBF-AE03-E81326344B96}"/>
          </ac:spMkLst>
        </pc:spChg>
        <pc:spChg chg="add mod">
          <ac:chgData name="vidushi dadu" userId="8f6edd75c0a5619a" providerId="LiveId" clId="{4A1D7BB4-DB2B-401C-9583-309F517E6E8F}" dt="2020-10-10T01:43:26.529" v="1947" actId="14100"/>
          <ac:spMkLst>
            <pc:docMk/>
            <pc:sldMk cId="644324162" sldId="258"/>
            <ac:spMk id="51" creationId="{7CDB3E70-E76B-47AA-8F50-ACC47D1DA0F7}"/>
          </ac:spMkLst>
        </pc:spChg>
        <pc:spChg chg="add mod">
          <ac:chgData name="vidushi dadu" userId="8f6edd75c0a5619a" providerId="LiveId" clId="{4A1D7BB4-DB2B-401C-9583-309F517E6E8F}" dt="2020-10-10T01:48:31.840" v="2170" actId="1076"/>
          <ac:spMkLst>
            <pc:docMk/>
            <pc:sldMk cId="644324162" sldId="258"/>
            <ac:spMk id="53" creationId="{B1376865-DA6A-49A7-9B34-50DEF1AD39FB}"/>
          </ac:spMkLst>
        </pc:spChg>
        <pc:spChg chg="add mod">
          <ac:chgData name="vidushi dadu" userId="8f6edd75c0a5619a" providerId="LiveId" clId="{4A1D7BB4-DB2B-401C-9583-309F517E6E8F}" dt="2020-10-10T01:48:15.321" v="2163" actId="1038"/>
          <ac:spMkLst>
            <pc:docMk/>
            <pc:sldMk cId="644324162" sldId="258"/>
            <ac:spMk id="54" creationId="{B5CBD008-C07A-48EA-8668-2A5BEFF728EF}"/>
          </ac:spMkLst>
        </pc:spChg>
        <pc:spChg chg="add mod">
          <ac:chgData name="vidushi dadu" userId="8f6edd75c0a5619a" providerId="LiveId" clId="{4A1D7BB4-DB2B-401C-9583-309F517E6E8F}" dt="2020-10-10T01:43:49.744" v="2034" actId="1076"/>
          <ac:spMkLst>
            <pc:docMk/>
            <pc:sldMk cId="644324162" sldId="258"/>
            <ac:spMk id="61" creationId="{32FE52C8-DE85-441D-B66D-980FAD6ACCC9}"/>
          </ac:spMkLst>
        </pc:spChg>
        <pc:spChg chg="add mod">
          <ac:chgData name="vidushi dadu" userId="8f6edd75c0a5619a" providerId="LiveId" clId="{4A1D7BB4-DB2B-401C-9583-309F517E6E8F}" dt="2020-10-10T01:43:43.303" v="2033" actId="1037"/>
          <ac:spMkLst>
            <pc:docMk/>
            <pc:sldMk cId="644324162" sldId="258"/>
            <ac:spMk id="73" creationId="{8C9B4BF3-9DA5-46AC-AFDC-53AEAA42B30A}"/>
          </ac:spMkLst>
        </pc:spChg>
        <pc:spChg chg="add mod">
          <ac:chgData name="vidushi dadu" userId="8f6edd75c0a5619a" providerId="LiveId" clId="{4A1D7BB4-DB2B-401C-9583-309F517E6E8F}" dt="2020-10-10T01:43:43.303" v="2033" actId="1037"/>
          <ac:spMkLst>
            <pc:docMk/>
            <pc:sldMk cId="644324162" sldId="258"/>
            <ac:spMk id="78" creationId="{58BD2D31-B851-4A93-B0C5-8131FB8CB196}"/>
          </ac:spMkLst>
        </pc:spChg>
        <pc:spChg chg="add del mod">
          <ac:chgData name="vidushi dadu" userId="8f6edd75c0a5619a" providerId="LiveId" clId="{4A1D7BB4-DB2B-401C-9583-309F517E6E8F}" dt="2020-10-10T01:45:07.902" v="2061" actId="478"/>
          <ac:spMkLst>
            <pc:docMk/>
            <pc:sldMk cId="644324162" sldId="258"/>
            <ac:spMk id="82" creationId="{1AD599F1-3C87-41EA-B49E-099C3D274628}"/>
          </ac:spMkLst>
        </pc:spChg>
        <pc:spChg chg="add mod">
          <ac:chgData name="vidushi dadu" userId="8f6edd75c0a5619a" providerId="LiveId" clId="{4A1D7BB4-DB2B-401C-9583-309F517E6E8F}" dt="2020-10-10T01:44:57.704" v="2056" actId="20577"/>
          <ac:spMkLst>
            <pc:docMk/>
            <pc:sldMk cId="644324162" sldId="258"/>
            <ac:spMk id="87" creationId="{D8169072-591D-4079-959C-A12D35CA76C5}"/>
          </ac:spMkLst>
        </pc:spChg>
        <pc:spChg chg="add mod">
          <ac:chgData name="vidushi dadu" userId="8f6edd75c0a5619a" providerId="LiveId" clId="{4A1D7BB4-DB2B-401C-9583-309F517E6E8F}" dt="2020-10-10T01:45:19.034" v="2065" actId="20577"/>
          <ac:spMkLst>
            <pc:docMk/>
            <pc:sldMk cId="644324162" sldId="258"/>
            <ac:spMk id="92" creationId="{B5A28592-5C8C-4231-9946-FF68AF8FD474}"/>
          </ac:spMkLst>
        </pc:spChg>
        <pc:spChg chg="add del mod">
          <ac:chgData name="vidushi dadu" userId="8f6edd75c0a5619a" providerId="LiveId" clId="{4A1D7BB4-DB2B-401C-9583-309F517E6E8F}" dt="2020-10-10T01:47:42.678" v="2125" actId="478"/>
          <ac:spMkLst>
            <pc:docMk/>
            <pc:sldMk cId="644324162" sldId="258"/>
            <ac:spMk id="95" creationId="{97117A10-9516-461C-8247-FA242F189F88}"/>
          </ac:spMkLst>
        </pc:spChg>
        <pc:spChg chg="add mod">
          <ac:chgData name="vidushi dadu" userId="8f6edd75c0a5619a" providerId="LiveId" clId="{4A1D7BB4-DB2B-401C-9583-309F517E6E8F}" dt="2020-10-10T01:47:24.008" v="2118" actId="14100"/>
          <ac:spMkLst>
            <pc:docMk/>
            <pc:sldMk cId="644324162" sldId="258"/>
            <ac:spMk id="98" creationId="{9E5D8674-D1CC-45AC-A0C6-10CBFFAE3EE9}"/>
          </ac:spMkLst>
        </pc:spChg>
        <pc:spChg chg="add mod">
          <ac:chgData name="vidushi dadu" userId="8f6edd75c0a5619a" providerId="LiveId" clId="{4A1D7BB4-DB2B-401C-9583-309F517E6E8F}" dt="2020-10-10T01:47:50.804" v="2128" actId="20577"/>
          <ac:spMkLst>
            <pc:docMk/>
            <pc:sldMk cId="644324162" sldId="258"/>
            <ac:spMk id="106" creationId="{FF9763B0-F65E-467A-8FDA-1A5D32A3710C}"/>
          </ac:spMkLst>
        </pc:spChg>
        <pc:spChg chg="add mod">
          <ac:chgData name="vidushi dadu" userId="8f6edd75c0a5619a" providerId="LiveId" clId="{4A1D7BB4-DB2B-401C-9583-309F517E6E8F}" dt="2020-10-10T01:49:05.152" v="2192" actId="1035"/>
          <ac:spMkLst>
            <pc:docMk/>
            <pc:sldMk cId="644324162" sldId="258"/>
            <ac:spMk id="122" creationId="{24BC9D8D-1569-40DD-8033-C842E9C60D2D}"/>
          </ac:spMkLst>
        </pc:spChg>
        <pc:spChg chg="add mod">
          <ac:chgData name="vidushi dadu" userId="8f6edd75c0a5619a" providerId="LiveId" clId="{4A1D7BB4-DB2B-401C-9583-309F517E6E8F}" dt="2020-10-10T01:49:26.849" v="2219" actId="1037"/>
          <ac:spMkLst>
            <pc:docMk/>
            <pc:sldMk cId="644324162" sldId="258"/>
            <ac:spMk id="126" creationId="{6BC2A0CF-CC54-45EB-8EA3-DC3549E51B2F}"/>
          </ac:spMkLst>
        </pc:spChg>
        <pc:grpChg chg="add del mod">
          <ac:chgData name="vidushi dadu" userId="8f6edd75c0a5619a" providerId="LiveId" clId="{4A1D7BB4-DB2B-401C-9583-309F517E6E8F}" dt="2020-10-10T01:34:47.598" v="1768" actId="165"/>
          <ac:grpSpMkLst>
            <pc:docMk/>
            <pc:sldMk cId="644324162" sldId="258"/>
            <ac:grpSpMk id="7" creationId="{719B2D41-D064-469D-BBBD-E70A4934FA11}"/>
          </ac:grpSpMkLst>
        </pc:grpChg>
        <pc:cxnChg chg="mod topLvl">
          <ac:chgData name="vidushi dadu" userId="8f6edd75c0a5619a" providerId="LiveId" clId="{4A1D7BB4-DB2B-401C-9583-309F517E6E8F}" dt="2020-10-10T01:36:24.024" v="1794" actId="14100"/>
          <ac:cxnSpMkLst>
            <pc:docMk/>
            <pc:sldMk cId="644324162" sldId="258"/>
            <ac:cxnSpMk id="10" creationId="{3DBA209A-1468-4B33-976D-B038A1B18105}"/>
          </ac:cxnSpMkLst>
        </pc:cxnChg>
        <pc:cxnChg chg="mod topLvl">
          <ac:chgData name="vidushi dadu" userId="8f6edd75c0a5619a" providerId="LiveId" clId="{4A1D7BB4-DB2B-401C-9583-309F517E6E8F}" dt="2020-10-10T01:36:19.952" v="1793" actId="478"/>
          <ac:cxnSpMkLst>
            <pc:docMk/>
            <pc:sldMk cId="644324162" sldId="258"/>
            <ac:cxnSpMk id="11" creationId="{37531091-6289-4719-93E0-73482E7B9726}"/>
          </ac:cxnSpMkLst>
        </pc:cxnChg>
        <pc:cxnChg chg="mod topLvl">
          <ac:chgData name="vidushi dadu" userId="8f6edd75c0a5619a" providerId="LiveId" clId="{4A1D7BB4-DB2B-401C-9583-309F517E6E8F}" dt="2020-10-10T01:43:26.529" v="1947" actId="14100"/>
          <ac:cxnSpMkLst>
            <pc:docMk/>
            <pc:sldMk cId="644324162" sldId="258"/>
            <ac:cxnSpMk id="12" creationId="{A2747F17-9B29-4D92-9AF8-0656330FB5B7}"/>
          </ac:cxnSpMkLst>
        </pc:cxnChg>
        <pc:cxnChg chg="mod topLvl">
          <ac:chgData name="vidushi dadu" userId="8f6edd75c0a5619a" providerId="LiveId" clId="{4A1D7BB4-DB2B-401C-9583-309F517E6E8F}" dt="2020-10-10T01:36:46.913" v="1801" actId="14100"/>
          <ac:cxnSpMkLst>
            <pc:docMk/>
            <pc:sldMk cId="644324162" sldId="258"/>
            <ac:cxnSpMk id="13" creationId="{CCA6C7FC-1B61-4891-A5FA-1772661E91E6}"/>
          </ac:cxnSpMkLst>
        </pc:cxnChg>
        <pc:cxnChg chg="mod topLvl">
          <ac:chgData name="vidushi dadu" userId="8f6edd75c0a5619a" providerId="LiveId" clId="{4A1D7BB4-DB2B-401C-9583-309F517E6E8F}" dt="2020-10-10T01:47:21.041" v="2117" actId="14100"/>
          <ac:cxnSpMkLst>
            <pc:docMk/>
            <pc:sldMk cId="644324162" sldId="258"/>
            <ac:cxnSpMk id="16" creationId="{5E69DE9C-F1DF-4BEC-B88D-FB0ECF051874}"/>
          </ac:cxnSpMkLst>
        </pc:cxnChg>
        <pc:cxnChg chg="mod topLvl">
          <ac:chgData name="vidushi dadu" userId="8f6edd75c0a5619a" providerId="LiveId" clId="{4A1D7BB4-DB2B-401C-9583-309F517E6E8F}" dt="2020-10-10T01:43:49.744" v="2034" actId="1076"/>
          <ac:cxnSpMkLst>
            <pc:docMk/>
            <pc:sldMk cId="644324162" sldId="258"/>
            <ac:cxnSpMk id="18" creationId="{845C7DE4-3B3D-41AF-8571-4F9C41C3DABD}"/>
          </ac:cxnSpMkLst>
        </pc:cxnChg>
        <pc:cxnChg chg="del mod topLvl">
          <ac:chgData name="vidushi dadu" userId="8f6edd75c0a5619a" providerId="LiveId" clId="{4A1D7BB4-DB2B-401C-9583-309F517E6E8F}" dt="2020-10-10T01:36:40.616" v="1800" actId="478"/>
          <ac:cxnSpMkLst>
            <pc:docMk/>
            <pc:sldMk cId="644324162" sldId="258"/>
            <ac:cxnSpMk id="23" creationId="{7394A448-0F78-40C7-A5D0-CE19835C2244}"/>
          </ac:cxnSpMkLst>
        </pc:cxnChg>
        <pc:cxnChg chg="del mod topLvl">
          <ac:chgData name="vidushi dadu" userId="8f6edd75c0a5619a" providerId="LiveId" clId="{4A1D7BB4-DB2B-401C-9583-309F517E6E8F}" dt="2020-10-10T01:36:40.616" v="1800" actId="478"/>
          <ac:cxnSpMkLst>
            <pc:docMk/>
            <pc:sldMk cId="644324162" sldId="258"/>
            <ac:cxnSpMk id="24" creationId="{A4896CD3-6B82-4101-808F-5C9161B68B31}"/>
          </ac:cxnSpMkLst>
        </pc:cxnChg>
        <pc:cxnChg chg="del mod topLvl">
          <ac:chgData name="vidushi dadu" userId="8f6edd75c0a5619a" providerId="LiveId" clId="{4A1D7BB4-DB2B-401C-9583-309F517E6E8F}" dt="2020-10-10T01:36:40.616" v="1800" actId="478"/>
          <ac:cxnSpMkLst>
            <pc:docMk/>
            <pc:sldMk cId="644324162" sldId="258"/>
            <ac:cxnSpMk id="25" creationId="{A1B1264F-BFEF-474C-BF3C-798EC768AAFD}"/>
          </ac:cxnSpMkLst>
        </pc:cxnChg>
        <pc:cxnChg chg="del mod topLvl">
          <ac:chgData name="vidushi dadu" userId="8f6edd75c0a5619a" providerId="LiveId" clId="{4A1D7BB4-DB2B-401C-9583-309F517E6E8F}" dt="2020-10-10T01:36:40.616" v="1800" actId="478"/>
          <ac:cxnSpMkLst>
            <pc:docMk/>
            <pc:sldMk cId="644324162" sldId="258"/>
            <ac:cxnSpMk id="26" creationId="{76B2F7A0-6D23-4702-B1D9-020B3612A319}"/>
          </ac:cxnSpMkLst>
        </pc:cxnChg>
        <pc:cxnChg chg="mod topLvl">
          <ac:chgData name="vidushi dadu" userId="8f6edd75c0a5619a" providerId="LiveId" clId="{4A1D7BB4-DB2B-401C-9583-309F517E6E8F}" dt="2020-10-10T01:45:25.752" v="2067" actId="14100"/>
          <ac:cxnSpMkLst>
            <pc:docMk/>
            <pc:sldMk cId="644324162" sldId="258"/>
            <ac:cxnSpMk id="27" creationId="{FF06930C-4ABB-4B6A-851C-F4178E2E1227}"/>
          </ac:cxnSpMkLst>
        </pc:cxnChg>
        <pc:cxnChg chg="del mod">
          <ac:chgData name="vidushi dadu" userId="8f6edd75c0a5619a" providerId="LiveId" clId="{4A1D7BB4-DB2B-401C-9583-309F517E6E8F}" dt="2020-10-10T01:33:44.674" v="1765" actId="478"/>
          <ac:cxnSpMkLst>
            <pc:docMk/>
            <pc:sldMk cId="644324162" sldId="258"/>
            <ac:cxnSpMk id="28" creationId="{F74EE17D-98E8-4107-BFA4-60390D35E18E}"/>
          </ac:cxnSpMkLst>
        </pc:cxnChg>
        <pc:cxnChg chg="mod topLvl">
          <ac:chgData name="vidushi dadu" userId="8f6edd75c0a5619a" providerId="LiveId" clId="{4A1D7BB4-DB2B-401C-9583-309F517E6E8F}" dt="2020-10-10T01:45:00.937" v="2057" actId="14100"/>
          <ac:cxnSpMkLst>
            <pc:docMk/>
            <pc:sldMk cId="644324162" sldId="258"/>
            <ac:cxnSpMk id="29" creationId="{8676CC24-1B19-49E4-836F-0CAE4D76AEAC}"/>
          </ac:cxnSpMkLst>
        </pc:cxnChg>
        <pc:cxnChg chg="del mod topLvl">
          <ac:chgData name="vidushi dadu" userId="8f6edd75c0a5619a" providerId="LiveId" clId="{4A1D7BB4-DB2B-401C-9583-309F517E6E8F}" dt="2020-10-10T01:41:59.930" v="1918" actId="478"/>
          <ac:cxnSpMkLst>
            <pc:docMk/>
            <pc:sldMk cId="644324162" sldId="258"/>
            <ac:cxnSpMk id="30" creationId="{55B81D7F-7183-4E0D-8564-4F4525E0DD2F}"/>
          </ac:cxnSpMkLst>
        </pc:cxnChg>
        <pc:cxnChg chg="add mod">
          <ac:chgData name="vidushi dadu" userId="8f6edd75c0a5619a" providerId="LiveId" clId="{4A1D7BB4-DB2B-401C-9583-309F517E6E8F}" dt="2020-10-10T01:43:43.303" v="2033" actId="1037"/>
          <ac:cxnSpMkLst>
            <pc:docMk/>
            <pc:sldMk cId="644324162" sldId="258"/>
            <ac:cxnSpMk id="74" creationId="{1FF1E2B8-4DFC-4B36-960B-9983CAFE1858}"/>
          </ac:cxnSpMkLst>
        </pc:cxnChg>
        <pc:cxnChg chg="add mod">
          <ac:chgData name="vidushi dadu" userId="8f6edd75c0a5619a" providerId="LiveId" clId="{4A1D7BB4-DB2B-401C-9583-309F517E6E8F}" dt="2020-10-10T01:43:43.303" v="2033" actId="1037"/>
          <ac:cxnSpMkLst>
            <pc:docMk/>
            <pc:sldMk cId="644324162" sldId="258"/>
            <ac:cxnSpMk id="75" creationId="{6729AD21-8C7D-4D61-B57F-6B0B4A73AEBA}"/>
          </ac:cxnSpMkLst>
        </pc:cxnChg>
        <pc:cxnChg chg="add mod">
          <ac:chgData name="vidushi dadu" userId="8f6edd75c0a5619a" providerId="LiveId" clId="{4A1D7BB4-DB2B-401C-9583-309F517E6E8F}" dt="2020-10-10T01:43:43.303" v="2033" actId="1037"/>
          <ac:cxnSpMkLst>
            <pc:docMk/>
            <pc:sldMk cId="644324162" sldId="258"/>
            <ac:cxnSpMk id="76" creationId="{9EA614A2-C5B5-4173-A4D8-68D5D832D6B5}"/>
          </ac:cxnSpMkLst>
        </pc:cxnChg>
        <pc:cxnChg chg="add mod">
          <ac:chgData name="vidushi dadu" userId="8f6edd75c0a5619a" providerId="LiveId" clId="{4A1D7BB4-DB2B-401C-9583-309F517E6E8F}" dt="2020-10-10T01:43:43.303" v="2033" actId="1037"/>
          <ac:cxnSpMkLst>
            <pc:docMk/>
            <pc:sldMk cId="644324162" sldId="258"/>
            <ac:cxnSpMk id="77" creationId="{CA6B4942-FB85-4E56-8C66-116C061984DE}"/>
          </ac:cxnSpMkLst>
        </pc:cxnChg>
        <pc:cxnChg chg="add mod">
          <ac:chgData name="vidushi dadu" userId="8f6edd75c0a5619a" providerId="LiveId" clId="{4A1D7BB4-DB2B-401C-9583-309F517E6E8F}" dt="2020-10-10T01:45:22.464" v="2066" actId="14100"/>
          <ac:cxnSpMkLst>
            <pc:docMk/>
            <pc:sldMk cId="644324162" sldId="258"/>
            <ac:cxnSpMk id="84" creationId="{4275F25A-0E46-43E8-8F03-81B073E920CB}"/>
          </ac:cxnSpMkLst>
        </pc:cxnChg>
        <pc:cxnChg chg="add mod">
          <ac:chgData name="vidushi dadu" userId="8f6edd75c0a5619a" providerId="LiveId" clId="{4A1D7BB4-DB2B-401C-9583-309F517E6E8F}" dt="2020-10-10T01:45:06.023" v="2060" actId="14100"/>
          <ac:cxnSpMkLst>
            <pc:docMk/>
            <pc:sldMk cId="644324162" sldId="258"/>
            <ac:cxnSpMk id="89" creationId="{F2E42A33-D430-42FA-8CB1-93C8488EE004}"/>
          </ac:cxnSpMkLst>
        </pc:cxnChg>
        <pc:cxnChg chg="add mod">
          <ac:chgData name="vidushi dadu" userId="8f6edd75c0a5619a" providerId="LiveId" clId="{4A1D7BB4-DB2B-401C-9583-309F517E6E8F}" dt="2020-10-10T01:47:24.008" v="2118" actId="14100"/>
          <ac:cxnSpMkLst>
            <pc:docMk/>
            <pc:sldMk cId="644324162" sldId="258"/>
            <ac:cxnSpMk id="101" creationId="{0081A62F-5E7E-426E-AD6C-3FEB11A7F3B6}"/>
          </ac:cxnSpMkLst>
        </pc:cxnChg>
        <pc:cxnChg chg="add mod">
          <ac:chgData name="vidushi dadu" userId="8f6edd75c0a5619a" providerId="LiveId" clId="{4A1D7BB4-DB2B-401C-9583-309F517E6E8F}" dt="2020-10-10T01:48:15.321" v="2163" actId="1038"/>
          <ac:cxnSpMkLst>
            <pc:docMk/>
            <pc:sldMk cId="644324162" sldId="258"/>
            <ac:cxnSpMk id="107" creationId="{4365C8E5-EA23-48DC-95E1-468E4655C49B}"/>
          </ac:cxnSpMkLst>
        </pc:cxnChg>
        <pc:cxnChg chg="add mod">
          <ac:chgData name="vidushi dadu" userId="8f6edd75c0a5619a" providerId="LiveId" clId="{4A1D7BB4-DB2B-401C-9583-309F517E6E8F}" dt="2020-10-10T01:48:02.727" v="2134" actId="14100"/>
          <ac:cxnSpMkLst>
            <pc:docMk/>
            <pc:sldMk cId="644324162" sldId="258"/>
            <ac:cxnSpMk id="110" creationId="{800CB042-50A9-4ED3-8886-829317890B03}"/>
          </ac:cxnSpMkLst>
        </pc:cxnChg>
        <pc:cxnChg chg="add mod">
          <ac:chgData name="vidushi dadu" userId="8f6edd75c0a5619a" providerId="LiveId" clId="{4A1D7BB4-DB2B-401C-9583-309F517E6E8F}" dt="2020-10-10T01:48:31.840" v="2170" actId="1076"/>
          <ac:cxnSpMkLst>
            <pc:docMk/>
            <pc:sldMk cId="644324162" sldId="258"/>
            <ac:cxnSpMk id="114" creationId="{C7A4DCAE-58DC-40DE-9765-BDE7D1DFF726}"/>
          </ac:cxnSpMkLst>
        </pc:cxnChg>
        <pc:cxnChg chg="add mod">
          <ac:chgData name="vidushi dadu" userId="8f6edd75c0a5619a" providerId="LiveId" clId="{4A1D7BB4-DB2B-401C-9583-309F517E6E8F}" dt="2020-10-10T01:48:31.840" v="2170" actId="1076"/>
          <ac:cxnSpMkLst>
            <pc:docMk/>
            <pc:sldMk cId="644324162" sldId="258"/>
            <ac:cxnSpMk id="117" creationId="{DA4CCB89-E202-4AF2-8EB5-3D5528D06901}"/>
          </ac:cxnSpMkLst>
        </pc:cxnChg>
        <pc:cxnChg chg="add mod">
          <ac:chgData name="vidushi dadu" userId="8f6edd75c0a5619a" providerId="LiveId" clId="{4A1D7BB4-DB2B-401C-9583-309F517E6E8F}" dt="2020-10-10T01:49:05.152" v="2192" actId="1035"/>
          <ac:cxnSpMkLst>
            <pc:docMk/>
            <pc:sldMk cId="644324162" sldId="258"/>
            <ac:cxnSpMk id="123" creationId="{3979DC9B-87E9-4FF4-8A48-F97B8785DAA3}"/>
          </ac:cxnSpMkLst>
        </pc:cxnChg>
        <pc:cxnChg chg="add mod">
          <ac:chgData name="vidushi dadu" userId="8f6edd75c0a5619a" providerId="LiveId" clId="{4A1D7BB4-DB2B-401C-9583-309F517E6E8F}" dt="2020-10-10T01:49:26.849" v="2219" actId="1037"/>
          <ac:cxnSpMkLst>
            <pc:docMk/>
            <pc:sldMk cId="644324162" sldId="258"/>
            <ac:cxnSpMk id="127" creationId="{67C33643-9713-442B-AA13-CECE44B536ED}"/>
          </ac:cxnSpMkLst>
        </pc:cxnChg>
      </pc:sldChg>
      <pc:sldChg chg="add del modTransition">
        <pc:chgData name="vidushi dadu" userId="8f6edd75c0a5619a" providerId="LiveId" clId="{4A1D7BB4-DB2B-401C-9583-309F517E6E8F}" dt="2020-10-14T00:25:47.511" v="12914" actId="2696"/>
        <pc:sldMkLst>
          <pc:docMk/>
          <pc:sldMk cId="680212674" sldId="258"/>
        </pc:sldMkLst>
      </pc:sldChg>
      <pc:sldChg chg="del">
        <pc:chgData name="vidushi dadu" userId="8f6edd75c0a5619a" providerId="LiveId" clId="{4A1D7BB4-DB2B-401C-9583-309F517E6E8F}" dt="2020-10-10T01:15:50.928" v="1390" actId="2696"/>
        <pc:sldMkLst>
          <pc:docMk/>
          <pc:sldMk cId="2382990284" sldId="259"/>
        </pc:sldMkLst>
      </pc:sldChg>
      <pc:sldChg chg="modSp add del">
        <pc:chgData name="vidushi dadu" userId="8f6edd75c0a5619a" providerId="LiveId" clId="{4A1D7BB4-DB2B-401C-9583-309F517E6E8F}" dt="2020-10-10T02:10:16.262" v="2707" actId="2696"/>
        <pc:sldMkLst>
          <pc:docMk/>
          <pc:sldMk cId="4019923897" sldId="259"/>
        </pc:sldMkLst>
        <pc:spChg chg="mod">
          <ac:chgData name="vidushi dadu" userId="8f6edd75c0a5619a" providerId="LiveId" clId="{4A1D7BB4-DB2B-401C-9583-309F517E6E8F}" dt="2020-10-10T01:16:17.439" v="1401" actId="20577"/>
          <ac:spMkLst>
            <pc:docMk/>
            <pc:sldMk cId="4019923897" sldId="259"/>
            <ac:spMk id="2" creationId="{ADAA72EF-F931-4CA9-A794-BD98029ADCB2}"/>
          </ac:spMkLst>
        </pc:spChg>
      </pc:sldChg>
      <pc:sldChg chg="del">
        <pc:chgData name="vidushi dadu" userId="8f6edd75c0a5619a" providerId="LiveId" clId="{4A1D7BB4-DB2B-401C-9583-309F517E6E8F}" dt="2020-10-10T01:16:19.858" v="1402" actId="2696"/>
        <pc:sldMkLst>
          <pc:docMk/>
          <pc:sldMk cId="2381351595" sldId="260"/>
        </pc:sldMkLst>
      </pc:sldChg>
      <pc:sldChg chg="add del">
        <pc:chgData name="vidushi dadu" userId="8f6edd75c0a5619a" providerId="LiveId" clId="{4A1D7BB4-DB2B-401C-9583-309F517E6E8F}" dt="2020-10-11T08:36:37.970" v="4655"/>
        <pc:sldMkLst>
          <pc:docMk/>
          <pc:sldMk cId="2207043209" sldId="261"/>
        </pc:sldMkLst>
      </pc:sldChg>
      <pc:sldChg chg="addSp delSp modSp del modAnim">
        <pc:chgData name="vidushi dadu" userId="8f6edd75c0a5619a" providerId="LiveId" clId="{4A1D7BB4-DB2B-401C-9583-309F517E6E8F}" dt="2020-10-11T08:36:33.230" v="4651" actId="2696"/>
        <pc:sldMkLst>
          <pc:docMk/>
          <pc:sldMk cId="2713637450" sldId="261"/>
        </pc:sldMkLst>
        <pc:spChg chg="del">
          <ac:chgData name="vidushi dadu" userId="8f6edd75c0a5619a" providerId="LiveId" clId="{4A1D7BB4-DB2B-401C-9583-309F517E6E8F}" dt="2020-10-10T02:50:26.850" v="4218" actId="478"/>
          <ac:spMkLst>
            <pc:docMk/>
            <pc:sldMk cId="2713637450" sldId="261"/>
            <ac:spMk id="3" creationId="{CAD416FB-DDD8-4C75-ABA0-47EE00CDE148}"/>
          </ac:spMkLst>
        </pc:spChg>
        <pc:spChg chg="add del mod">
          <ac:chgData name="vidushi dadu" userId="8f6edd75c0a5619a" providerId="LiveId" clId="{4A1D7BB4-DB2B-401C-9583-309F517E6E8F}" dt="2020-10-10T02:50:39.002" v="4219" actId="478"/>
          <ac:spMkLst>
            <pc:docMk/>
            <pc:sldMk cId="2713637450" sldId="261"/>
            <ac:spMk id="5" creationId="{6716CA27-025A-41BE-AB15-38199DFBE0BF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7" creationId="{3EC245EA-507D-40CE-9AD5-BC0C2C00AAB6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9" creationId="{67494E2D-0D68-415F-BBC9-D3E0722E3AC6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10" creationId="{DF64D5E7-C5AD-456C-A9A3-D9BC301526BC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11" creationId="{B678D05E-971F-4874-B366-4BBB33405A40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14" creationId="{1411CC04-79A2-42E3-8319-16A800B23FC2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15" creationId="{23B441D9-3168-4D6D-85D5-19AB7050ED35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16" creationId="{2D9357FC-E7C0-4F56-8459-4CE3A2AEC5F0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18" creationId="{E45118D4-E679-42D4-8486-835A594F42D9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19" creationId="{A68A90F1-226B-449D-8A77-8F3D56949077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20" creationId="{74EBAE25-117F-4771-81CF-10A254B2635D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22" creationId="{BAEDFB82-3B8A-4798-AA1C-04460D00FCFF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23" creationId="{8695AB67-F639-4A69-A165-C5D0D52A564E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24" creationId="{EF7244C9-4D70-4202-88E6-5F55E7F8B8FA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25" creationId="{DBE4C397-EEAC-4F09-B8C5-5D8BF8595458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26" creationId="{6504EAE4-4C2D-48F0-AA0D-9A649B021325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27" creationId="{675508F2-4348-4C18-86B9-2D7F050E2F5F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28" creationId="{456A08F7-6D9C-4C0A-A635-24EB4DB19E9D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29" creationId="{E915B177-1555-441B-9771-B1C094FC411A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30" creationId="{1A6FD89B-27EC-47E9-A6DA-DF6BD5035641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31" creationId="{2B2A7E88-F832-4A7D-9D8D-3E076F39E284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32" creationId="{57F155BF-8887-498E-8182-F9DAEE16D728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33" creationId="{D6A38E5B-1BAD-4468-82AD-83E925250394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34" creationId="{E929148A-E937-43E4-854F-2EDBDE51856D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35" creationId="{48E589A7-142C-495A-A5C6-D0CF24E3400E}"/>
          </ac:spMkLst>
        </pc:spChg>
        <pc:spChg chg="add del">
          <ac:chgData name="vidushi dadu" userId="8f6edd75c0a5619a" providerId="LiveId" clId="{4A1D7BB4-DB2B-401C-9583-309F517E6E8F}" dt="2020-10-10T02:52:42.002" v="4563" actId="478"/>
          <ac:spMkLst>
            <pc:docMk/>
            <pc:sldMk cId="2713637450" sldId="261"/>
            <ac:spMk id="36" creationId="{B82D47B7-B15D-4CAA-8CDF-D28C375B85CC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37" creationId="{8BA25418-FBDB-47D2-A1A6-DCFC651AC992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38" creationId="{0E7430FE-DFA7-4D9E-A460-A829C23AB81D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39" creationId="{E2291FDF-FCF1-41FF-933B-577BBA9D39B0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40" creationId="{372530BF-4066-4C77-BE39-17BF99C797D9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41" creationId="{04DC7FDE-9C00-4E10-BECA-3D5DDE1EBF96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46" creationId="{C1EB93C9-452A-4C4C-8760-64AFA2146018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52" creationId="{52338F64-5B62-4D58-A711-0BBCED37413E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53" creationId="{95351133-685F-4C74-96F3-8E6EFD5C2E77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55" creationId="{C9DDA1BB-DED3-44DB-82C5-F960FCCE428F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56" creationId="{BBEA8D2C-871C-429A-9AFE-5740250D7EDE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57" creationId="{ED4C1533-A00D-4F20-8890-7F7442889980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58" creationId="{5863E2F2-35FF-4267-9C54-93C1AA66E420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59" creationId="{07C32A85-3308-4D15-B7B7-D5A9FBEE0E95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60" creationId="{A03C8DFD-86D9-4788-8CAD-BC021EBC8707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61" creationId="{AF0627AC-06BC-4EC5-9C95-3AE689BF164A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62" creationId="{48DD0C00-20AE-48A5-A26D-FD651870518C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63" creationId="{72FDB529-2210-4E87-B8D2-13B2D027653B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64" creationId="{7CCA27D7-2EA4-41C9-98E8-15E05FA0FE3D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65" creationId="{9553600A-6313-4A25-9848-67DFDF9FCABB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67" creationId="{A59447F8-2932-4F3D-B009-BA0828FFCD6A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68" creationId="{EFCB5CD9-D86A-461F-B92A-F08B0E35CE52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69" creationId="{668766DE-B14C-4AC5-9723-D3C03FE1C8E0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70" creationId="{C415965A-4A9D-4447-A09E-DFC6AAA795FD}"/>
          </ac:spMkLst>
        </pc:spChg>
        <pc:spChg chg="add del">
          <ac:chgData name="vidushi dadu" userId="8f6edd75c0a5619a" providerId="LiveId" clId="{4A1D7BB4-DB2B-401C-9583-309F517E6E8F}" dt="2020-10-10T02:51:08.915" v="4222"/>
          <ac:spMkLst>
            <pc:docMk/>
            <pc:sldMk cId="2713637450" sldId="261"/>
            <ac:spMk id="71" creationId="{6920D2AB-96C3-423E-BC6F-750A11A1ADF3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72" creationId="{9591315D-74AB-4ABC-83A0-ECE377975DB2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73" creationId="{DA48E99C-0769-48F5-A3F9-6DCD06C13AD3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74" creationId="{436F9697-A55A-4A1A-BF3C-956E624E3B7B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75" creationId="{F4503B12-54EF-4E9D-946B-EF5BC8F4A1F2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76" creationId="{9784433D-3145-4226-9402-D242A8412E4F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81" creationId="{FBE9C97F-31A0-4839-AF24-712E1CC4EC22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87" creationId="{4E19146D-17E2-4287-AD8A-0503D34E82F0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88" creationId="{6731AF0B-09DE-4851-85B7-8C279C48F4B5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90" creationId="{A76AC4CA-2CFB-4CBB-9624-AC98C6044F38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91" creationId="{C8AAEC81-7F46-49AF-B05B-22B7E8CE8CF8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92" creationId="{7E3C22EB-A0D2-4998-BEF6-95FEF9B2F983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93" creationId="{AF59879C-6DA2-437A-92A4-070A78217346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94" creationId="{F8249205-FA11-44F1-B55F-E11DA55B36EE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95" creationId="{35459AA2-FC8C-48BE-A6A4-F86494670BCC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96" creationId="{0753E4C7-7AD3-4851-A881-FA52084014C7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97" creationId="{71628DD9-52CD-4A59-A218-6A36379FE39A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98" creationId="{12674FD2-A710-4F60-A5DF-4E75E24282C6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99" creationId="{27F2C751-4D32-4516-A088-1875333D9B67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100" creationId="{8D67C32F-B0DB-432B-9656-27A9EF743D0B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102" creationId="{A9ABC4FE-4240-44D8-A81C-D4B6B749D541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103" creationId="{089DF07F-BEBD-41AC-8411-AB1DC86B3E49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104" creationId="{D7820460-1A5F-4C31-BAAE-F513DBFFD4E1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105" creationId="{163E84BF-5A85-4AED-AE15-63D2FC5AF7BB}"/>
          </ac:spMkLst>
        </pc:spChg>
        <pc:spChg chg="add mod">
          <ac:chgData name="vidushi dadu" userId="8f6edd75c0a5619a" providerId="LiveId" clId="{4A1D7BB4-DB2B-401C-9583-309F517E6E8F}" dt="2020-10-10T02:51:16.919" v="4334" actId="1035"/>
          <ac:spMkLst>
            <pc:docMk/>
            <pc:sldMk cId="2713637450" sldId="261"/>
            <ac:spMk id="106" creationId="{91EC2847-A7D7-4B56-AD26-07FDB75954E1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08" creationId="{B1E2AB68-A6C5-4C51-98D2-8023F67D908E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10" creationId="{04C711F5-B73A-43A9-B7DC-616B1263F239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11" creationId="{3BFB9173-2362-49D7-9C66-259A414B3ABC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12" creationId="{45784991-43D4-4BD7-93C9-AD6D3BC3C8FD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15" creationId="{55B5D73B-3561-4325-A8EB-2B1E33415838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16" creationId="{8DBE0A13-3E2A-40DB-9B3F-D7F5BED30ECA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17" creationId="{C8D58925-806F-41AE-AC78-CE4C72E26AF7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19" creationId="{E6A61985-801E-48DF-AC9F-A15DDADFFF98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20" creationId="{34682D2B-A9CC-4FB5-92B3-025C92E549A0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21" creationId="{E9B87331-DBCC-47D7-A998-51FA0A47804D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23" creationId="{57325B98-BA48-4E36-A38C-CDBA6F507F0E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24" creationId="{305D6862-F1E1-4BFA-84DF-73D8D40E288C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25" creationId="{027553B4-0EB2-4A24-BC34-9C807E70DF9D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26" creationId="{1B5B74E0-FC87-4B17-99E7-C7143DEE0C51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27" creationId="{28E69EE1-CA2D-4487-9448-A4BBE6A07908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28" creationId="{DA7E9154-1BAB-41CC-A677-DBD3DE9E544A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29" creationId="{E7F25262-3E44-49B3-B91A-6A6D50103222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30" creationId="{30E6126A-53D5-427A-9C14-13BF363B87DA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31" creationId="{833A6610-3D87-4294-A80F-1FFA7726B532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32" creationId="{9FF1240D-F0EA-4232-84DB-006669CBC483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33" creationId="{B7D36300-A47F-4439-95D7-0F3CA4302FFD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34" creationId="{BDE28D16-CA27-48F7-9428-2CCC1E7BA87C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35" creationId="{119CD99D-7950-4E82-8A34-EE8CCEAB08D0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36" creationId="{0A0EA192-8D81-4756-8BE7-3C9965C3FE3C}"/>
          </ac:spMkLst>
        </pc:spChg>
        <pc:spChg chg="add del">
          <ac:chgData name="vidushi dadu" userId="8f6edd75c0a5619a" providerId="LiveId" clId="{4A1D7BB4-DB2B-401C-9583-309F517E6E8F}" dt="2020-10-10T02:52:45.338" v="4565"/>
          <ac:spMkLst>
            <pc:docMk/>
            <pc:sldMk cId="2713637450" sldId="261"/>
            <ac:spMk id="137" creationId="{DD217A46-CFC0-4726-9B5B-628D8924CA5F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39" creationId="{B14C8967-6E49-4D56-9A03-40EB8556D39F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41" creationId="{3F866CF8-19E2-4981-9991-0D076869E8FA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42" creationId="{248BF80A-3D30-4499-87B5-6AA6B081331C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43" creationId="{665F393D-D9A8-4FDD-BFC8-738D3D6F7201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46" creationId="{416C876D-6739-4014-B834-28852A6979BB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47" creationId="{93CD0D62-D6B2-4CCE-ABF6-FFD1E1F71F77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48" creationId="{EFD83A27-9D9E-41BE-8DEA-1E93687C1588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50" creationId="{AF51BB37-7121-4FEF-A170-71E26B1FD691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51" creationId="{207F9AFF-6636-4F99-A8AC-ECCBB15551C5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52" creationId="{F5C8A86F-3323-405D-9049-9B10E6A13ABD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54" creationId="{7A38004C-0F4D-4ECF-A5AF-BD0190BF08BA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55" creationId="{C11DF58B-7813-4CBA-85BA-CDC65D532A0C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56" creationId="{A80B5D0E-E59F-4F12-B9C1-F5E3194E902E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57" creationId="{D262EBAB-2558-43CC-9AD8-57285B1F1874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58" creationId="{6CA573F5-73EE-417D-A367-4EC3046C1F44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59" creationId="{7EFA66AF-13AC-4E89-AE4B-1867F19EEF06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60" creationId="{EEA0CE17-E8B5-4DB4-8514-6A4289DAD9A0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61" creationId="{4818E8F4-DC4F-456D-9126-75AA0DD22B3F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62" creationId="{F5AD505D-B9AA-4D55-A8F6-70B220D92C56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63" creationId="{04750DAF-65A0-4CD2-852D-F8113DC5749F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64" creationId="{65896A27-B00F-48D1-924C-F6ED18392BF9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65" creationId="{89C5D14D-50B2-4FC8-9F18-9EBF91E53FD3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66" creationId="{C12E66D5-F671-4247-B2C5-4A39572F5187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67" creationId="{C2AA15FF-80D9-4F1B-955E-2E837434E614}"/>
          </ac:spMkLst>
        </pc:spChg>
        <pc:spChg chg="add">
          <ac:chgData name="vidushi dadu" userId="8f6edd75c0a5619a" providerId="LiveId" clId="{4A1D7BB4-DB2B-401C-9583-309F517E6E8F}" dt="2020-10-10T02:52:45.370" v="4566"/>
          <ac:spMkLst>
            <pc:docMk/>
            <pc:sldMk cId="2713637450" sldId="261"/>
            <ac:spMk id="168" creationId="{349E6F25-5964-4A21-8690-BEF5D8EF8E0D}"/>
          </ac:spMkLst>
        </pc:spChg>
        <pc:graphicFrameChg chg="add del">
          <ac:chgData name="vidushi dadu" userId="8f6edd75c0a5619a" providerId="LiveId" clId="{4A1D7BB4-DB2B-401C-9583-309F517E6E8F}" dt="2020-10-10T02:52:42.002" v="4563" actId="478"/>
          <ac:graphicFrameMkLst>
            <pc:docMk/>
            <pc:sldMk cId="2713637450" sldId="261"/>
            <ac:graphicFrameMk id="6" creationId="{9B9B4AD0-177A-4BB6-A494-6B3017D83161}"/>
          </ac:graphicFrameMkLst>
        </pc:graphicFrameChg>
        <pc:graphicFrameChg chg="add del">
          <ac:chgData name="vidushi dadu" userId="8f6edd75c0a5619a" providerId="LiveId" clId="{4A1D7BB4-DB2B-401C-9583-309F517E6E8F}" dt="2020-10-10T02:52:42.002" v="4563" actId="478"/>
          <ac:graphicFrameMkLst>
            <pc:docMk/>
            <pc:sldMk cId="2713637450" sldId="261"/>
            <ac:graphicFrameMk id="8" creationId="{CE570CC2-D209-4585-AAF2-CDB46519C1F2}"/>
          </ac:graphicFrameMkLst>
        </pc:graphicFrameChg>
        <pc:graphicFrameChg chg="add del">
          <ac:chgData name="vidushi dadu" userId="8f6edd75c0a5619a" providerId="LiveId" clId="{4A1D7BB4-DB2B-401C-9583-309F517E6E8F}" dt="2020-10-10T02:52:42.002" v="4563" actId="478"/>
          <ac:graphicFrameMkLst>
            <pc:docMk/>
            <pc:sldMk cId="2713637450" sldId="261"/>
            <ac:graphicFrameMk id="12" creationId="{59150149-38B6-4875-9399-7491F0D99F09}"/>
          </ac:graphicFrameMkLst>
        </pc:graphicFrameChg>
        <pc:graphicFrameChg chg="add del">
          <ac:chgData name="vidushi dadu" userId="8f6edd75c0a5619a" providerId="LiveId" clId="{4A1D7BB4-DB2B-401C-9583-309F517E6E8F}" dt="2020-10-10T02:52:42.002" v="4563" actId="478"/>
          <ac:graphicFrameMkLst>
            <pc:docMk/>
            <pc:sldMk cId="2713637450" sldId="261"/>
            <ac:graphicFrameMk id="13" creationId="{0CDC774E-887B-436C-A103-A29CF558FFC2}"/>
          </ac:graphicFrameMkLst>
        </pc:graphicFrameChg>
        <pc:graphicFrameChg chg="add del">
          <ac:chgData name="vidushi dadu" userId="8f6edd75c0a5619a" providerId="LiveId" clId="{4A1D7BB4-DB2B-401C-9583-309F517E6E8F}" dt="2020-10-10T02:52:45.338" v="4565"/>
          <ac:graphicFrameMkLst>
            <pc:docMk/>
            <pc:sldMk cId="2713637450" sldId="261"/>
            <ac:graphicFrameMk id="107" creationId="{B630A0EC-73A1-4260-8666-18A4AD45EF32}"/>
          </ac:graphicFrameMkLst>
        </pc:graphicFrameChg>
        <pc:graphicFrameChg chg="add del">
          <ac:chgData name="vidushi dadu" userId="8f6edd75c0a5619a" providerId="LiveId" clId="{4A1D7BB4-DB2B-401C-9583-309F517E6E8F}" dt="2020-10-10T02:52:45.338" v="4565"/>
          <ac:graphicFrameMkLst>
            <pc:docMk/>
            <pc:sldMk cId="2713637450" sldId="261"/>
            <ac:graphicFrameMk id="109" creationId="{21775C10-9B3F-4D80-9E33-7F8D4300AF17}"/>
          </ac:graphicFrameMkLst>
        </pc:graphicFrameChg>
        <pc:graphicFrameChg chg="add del">
          <ac:chgData name="vidushi dadu" userId="8f6edd75c0a5619a" providerId="LiveId" clId="{4A1D7BB4-DB2B-401C-9583-309F517E6E8F}" dt="2020-10-10T02:52:45.338" v="4565"/>
          <ac:graphicFrameMkLst>
            <pc:docMk/>
            <pc:sldMk cId="2713637450" sldId="261"/>
            <ac:graphicFrameMk id="113" creationId="{A73739BA-F70A-46EA-8854-730413F1E261}"/>
          </ac:graphicFrameMkLst>
        </pc:graphicFrameChg>
        <pc:graphicFrameChg chg="add del">
          <ac:chgData name="vidushi dadu" userId="8f6edd75c0a5619a" providerId="LiveId" clId="{4A1D7BB4-DB2B-401C-9583-309F517E6E8F}" dt="2020-10-10T02:52:45.338" v="4565"/>
          <ac:graphicFrameMkLst>
            <pc:docMk/>
            <pc:sldMk cId="2713637450" sldId="261"/>
            <ac:graphicFrameMk id="114" creationId="{BB1E1D8C-8EDB-4C40-8331-E327E77EEA1D}"/>
          </ac:graphicFrameMkLst>
        </pc:graphicFrameChg>
        <pc:graphicFrameChg chg="add">
          <ac:chgData name="vidushi dadu" userId="8f6edd75c0a5619a" providerId="LiveId" clId="{4A1D7BB4-DB2B-401C-9583-309F517E6E8F}" dt="2020-10-10T02:52:45.370" v="4566"/>
          <ac:graphicFrameMkLst>
            <pc:docMk/>
            <pc:sldMk cId="2713637450" sldId="261"/>
            <ac:graphicFrameMk id="138" creationId="{40F3C624-4A39-4D0F-85EB-6215407EAC2D}"/>
          </ac:graphicFrameMkLst>
        </pc:graphicFrameChg>
        <pc:graphicFrameChg chg="add">
          <ac:chgData name="vidushi dadu" userId="8f6edd75c0a5619a" providerId="LiveId" clId="{4A1D7BB4-DB2B-401C-9583-309F517E6E8F}" dt="2020-10-10T02:52:45.370" v="4566"/>
          <ac:graphicFrameMkLst>
            <pc:docMk/>
            <pc:sldMk cId="2713637450" sldId="261"/>
            <ac:graphicFrameMk id="140" creationId="{6A8B9C91-9007-4C4D-83E9-2C8003BBA94B}"/>
          </ac:graphicFrameMkLst>
        </pc:graphicFrameChg>
        <pc:graphicFrameChg chg="add">
          <ac:chgData name="vidushi dadu" userId="8f6edd75c0a5619a" providerId="LiveId" clId="{4A1D7BB4-DB2B-401C-9583-309F517E6E8F}" dt="2020-10-10T02:52:45.370" v="4566"/>
          <ac:graphicFrameMkLst>
            <pc:docMk/>
            <pc:sldMk cId="2713637450" sldId="261"/>
            <ac:graphicFrameMk id="144" creationId="{333C9ED9-67E2-4537-BC27-B029DA404B91}"/>
          </ac:graphicFrameMkLst>
        </pc:graphicFrameChg>
        <pc:graphicFrameChg chg="add">
          <ac:chgData name="vidushi dadu" userId="8f6edd75c0a5619a" providerId="LiveId" clId="{4A1D7BB4-DB2B-401C-9583-309F517E6E8F}" dt="2020-10-10T02:52:45.370" v="4566"/>
          <ac:graphicFrameMkLst>
            <pc:docMk/>
            <pc:sldMk cId="2713637450" sldId="261"/>
            <ac:graphicFrameMk id="145" creationId="{4221B755-4A50-4D62-9679-F31FBDDAC33A}"/>
          </ac:graphicFrameMkLst>
        </pc:graphicFrameChg>
        <pc:cxnChg chg="add del">
          <ac:chgData name="vidushi dadu" userId="8f6edd75c0a5619a" providerId="LiveId" clId="{4A1D7BB4-DB2B-401C-9583-309F517E6E8F}" dt="2020-10-10T02:52:42.002" v="4563" actId="478"/>
          <ac:cxnSpMkLst>
            <pc:docMk/>
            <pc:sldMk cId="2713637450" sldId="261"/>
            <ac:cxnSpMk id="17" creationId="{2113FD8C-F8AF-4882-9E8A-212B5C513FFF}"/>
          </ac:cxnSpMkLst>
        </pc:cxnChg>
        <pc:cxnChg chg="add del">
          <ac:chgData name="vidushi dadu" userId="8f6edd75c0a5619a" providerId="LiveId" clId="{4A1D7BB4-DB2B-401C-9583-309F517E6E8F}" dt="2020-10-10T02:52:42.002" v="4563" actId="478"/>
          <ac:cxnSpMkLst>
            <pc:docMk/>
            <pc:sldMk cId="2713637450" sldId="261"/>
            <ac:cxnSpMk id="21" creationId="{E774776E-7E61-41DE-84CA-E2F234E10418}"/>
          </ac:cxnSpMkLst>
        </pc:cxnChg>
        <pc:cxnChg chg="add del">
          <ac:chgData name="vidushi dadu" userId="8f6edd75c0a5619a" providerId="LiveId" clId="{4A1D7BB4-DB2B-401C-9583-309F517E6E8F}" dt="2020-10-10T02:51:08.915" v="4222"/>
          <ac:cxnSpMkLst>
            <pc:docMk/>
            <pc:sldMk cId="2713637450" sldId="261"/>
            <ac:cxnSpMk id="42" creationId="{4511AD3E-39D6-4031-A9A6-3677CB8C8520}"/>
          </ac:cxnSpMkLst>
        </pc:cxnChg>
        <pc:cxnChg chg="add del">
          <ac:chgData name="vidushi dadu" userId="8f6edd75c0a5619a" providerId="LiveId" clId="{4A1D7BB4-DB2B-401C-9583-309F517E6E8F}" dt="2020-10-10T02:51:08.915" v="4222"/>
          <ac:cxnSpMkLst>
            <pc:docMk/>
            <pc:sldMk cId="2713637450" sldId="261"/>
            <ac:cxnSpMk id="43" creationId="{5C0A224B-E14B-4452-AE7B-34F12D3EB169}"/>
          </ac:cxnSpMkLst>
        </pc:cxnChg>
        <pc:cxnChg chg="add del">
          <ac:chgData name="vidushi dadu" userId="8f6edd75c0a5619a" providerId="LiveId" clId="{4A1D7BB4-DB2B-401C-9583-309F517E6E8F}" dt="2020-10-10T02:51:08.915" v="4222"/>
          <ac:cxnSpMkLst>
            <pc:docMk/>
            <pc:sldMk cId="2713637450" sldId="261"/>
            <ac:cxnSpMk id="44" creationId="{FCE84D49-C74C-4517-B70E-DA2C0AA30926}"/>
          </ac:cxnSpMkLst>
        </pc:cxnChg>
        <pc:cxnChg chg="add del">
          <ac:chgData name="vidushi dadu" userId="8f6edd75c0a5619a" providerId="LiveId" clId="{4A1D7BB4-DB2B-401C-9583-309F517E6E8F}" dt="2020-10-10T02:51:08.915" v="4222"/>
          <ac:cxnSpMkLst>
            <pc:docMk/>
            <pc:sldMk cId="2713637450" sldId="261"/>
            <ac:cxnSpMk id="45" creationId="{F961134F-5F44-43D5-942A-F45212854FF7}"/>
          </ac:cxnSpMkLst>
        </pc:cxnChg>
        <pc:cxnChg chg="add del">
          <ac:chgData name="vidushi dadu" userId="8f6edd75c0a5619a" providerId="LiveId" clId="{4A1D7BB4-DB2B-401C-9583-309F517E6E8F}" dt="2020-10-10T02:51:08.915" v="4222"/>
          <ac:cxnSpMkLst>
            <pc:docMk/>
            <pc:sldMk cId="2713637450" sldId="261"/>
            <ac:cxnSpMk id="47" creationId="{12F3053E-B60E-4346-BCF6-B58A8452166A}"/>
          </ac:cxnSpMkLst>
        </pc:cxnChg>
        <pc:cxnChg chg="add del">
          <ac:chgData name="vidushi dadu" userId="8f6edd75c0a5619a" providerId="LiveId" clId="{4A1D7BB4-DB2B-401C-9583-309F517E6E8F}" dt="2020-10-10T02:51:08.915" v="4222"/>
          <ac:cxnSpMkLst>
            <pc:docMk/>
            <pc:sldMk cId="2713637450" sldId="261"/>
            <ac:cxnSpMk id="48" creationId="{D7D04260-2E10-411E-B639-57082CE332CB}"/>
          </ac:cxnSpMkLst>
        </pc:cxnChg>
        <pc:cxnChg chg="add del">
          <ac:chgData name="vidushi dadu" userId="8f6edd75c0a5619a" providerId="LiveId" clId="{4A1D7BB4-DB2B-401C-9583-309F517E6E8F}" dt="2020-10-10T02:51:08.915" v="4222"/>
          <ac:cxnSpMkLst>
            <pc:docMk/>
            <pc:sldMk cId="2713637450" sldId="261"/>
            <ac:cxnSpMk id="49" creationId="{51D358EE-C1FF-4616-B266-8EA75E1E12FE}"/>
          </ac:cxnSpMkLst>
        </pc:cxnChg>
        <pc:cxnChg chg="add del">
          <ac:chgData name="vidushi dadu" userId="8f6edd75c0a5619a" providerId="LiveId" clId="{4A1D7BB4-DB2B-401C-9583-309F517E6E8F}" dt="2020-10-10T02:51:08.915" v="4222"/>
          <ac:cxnSpMkLst>
            <pc:docMk/>
            <pc:sldMk cId="2713637450" sldId="261"/>
            <ac:cxnSpMk id="50" creationId="{92BFFFA8-187C-4FA7-B0E5-6C1CD3D2ACD1}"/>
          </ac:cxnSpMkLst>
        </pc:cxnChg>
        <pc:cxnChg chg="add del">
          <ac:chgData name="vidushi dadu" userId="8f6edd75c0a5619a" providerId="LiveId" clId="{4A1D7BB4-DB2B-401C-9583-309F517E6E8F}" dt="2020-10-10T02:51:08.915" v="4222"/>
          <ac:cxnSpMkLst>
            <pc:docMk/>
            <pc:sldMk cId="2713637450" sldId="261"/>
            <ac:cxnSpMk id="51" creationId="{21F6EBF8-23F3-482A-8685-1B068345C124}"/>
          </ac:cxnSpMkLst>
        </pc:cxnChg>
        <pc:cxnChg chg="add del">
          <ac:chgData name="vidushi dadu" userId="8f6edd75c0a5619a" providerId="LiveId" clId="{4A1D7BB4-DB2B-401C-9583-309F517E6E8F}" dt="2020-10-10T02:51:08.915" v="4222"/>
          <ac:cxnSpMkLst>
            <pc:docMk/>
            <pc:sldMk cId="2713637450" sldId="261"/>
            <ac:cxnSpMk id="54" creationId="{5F742660-5F47-41D1-B621-227DC1547FA6}"/>
          </ac:cxnSpMkLst>
        </pc:cxnChg>
        <pc:cxnChg chg="add del">
          <ac:chgData name="vidushi dadu" userId="8f6edd75c0a5619a" providerId="LiveId" clId="{4A1D7BB4-DB2B-401C-9583-309F517E6E8F}" dt="2020-10-10T02:51:08.915" v="4222"/>
          <ac:cxnSpMkLst>
            <pc:docMk/>
            <pc:sldMk cId="2713637450" sldId="261"/>
            <ac:cxnSpMk id="66" creationId="{D96DA8DA-204A-4898-9638-68D46EE2CFD4}"/>
          </ac:cxnSpMkLst>
        </pc:cxnChg>
        <pc:cxnChg chg="add mod">
          <ac:chgData name="vidushi dadu" userId="8f6edd75c0a5619a" providerId="LiveId" clId="{4A1D7BB4-DB2B-401C-9583-309F517E6E8F}" dt="2020-10-10T02:51:16.919" v="4334" actId="1035"/>
          <ac:cxnSpMkLst>
            <pc:docMk/>
            <pc:sldMk cId="2713637450" sldId="261"/>
            <ac:cxnSpMk id="77" creationId="{3B9DFC5A-4BF4-4842-9F24-4041AC33ED92}"/>
          </ac:cxnSpMkLst>
        </pc:cxnChg>
        <pc:cxnChg chg="add mod">
          <ac:chgData name="vidushi dadu" userId="8f6edd75c0a5619a" providerId="LiveId" clId="{4A1D7BB4-DB2B-401C-9583-309F517E6E8F}" dt="2020-10-10T02:51:16.919" v="4334" actId="1035"/>
          <ac:cxnSpMkLst>
            <pc:docMk/>
            <pc:sldMk cId="2713637450" sldId="261"/>
            <ac:cxnSpMk id="78" creationId="{990C9AAA-E775-4008-B826-69EECC1F2F90}"/>
          </ac:cxnSpMkLst>
        </pc:cxnChg>
        <pc:cxnChg chg="add mod">
          <ac:chgData name="vidushi dadu" userId="8f6edd75c0a5619a" providerId="LiveId" clId="{4A1D7BB4-DB2B-401C-9583-309F517E6E8F}" dt="2020-10-10T02:51:16.919" v="4334" actId="1035"/>
          <ac:cxnSpMkLst>
            <pc:docMk/>
            <pc:sldMk cId="2713637450" sldId="261"/>
            <ac:cxnSpMk id="79" creationId="{5938FF48-4080-4FC9-94D2-356BFD6C9548}"/>
          </ac:cxnSpMkLst>
        </pc:cxnChg>
        <pc:cxnChg chg="add mod">
          <ac:chgData name="vidushi dadu" userId="8f6edd75c0a5619a" providerId="LiveId" clId="{4A1D7BB4-DB2B-401C-9583-309F517E6E8F}" dt="2020-10-10T02:51:16.919" v="4334" actId="1035"/>
          <ac:cxnSpMkLst>
            <pc:docMk/>
            <pc:sldMk cId="2713637450" sldId="261"/>
            <ac:cxnSpMk id="80" creationId="{7D16F482-C06B-415C-B344-89394A362546}"/>
          </ac:cxnSpMkLst>
        </pc:cxnChg>
        <pc:cxnChg chg="add mod">
          <ac:chgData name="vidushi dadu" userId="8f6edd75c0a5619a" providerId="LiveId" clId="{4A1D7BB4-DB2B-401C-9583-309F517E6E8F}" dt="2020-10-10T02:51:16.919" v="4334" actId="1035"/>
          <ac:cxnSpMkLst>
            <pc:docMk/>
            <pc:sldMk cId="2713637450" sldId="261"/>
            <ac:cxnSpMk id="82" creationId="{BF7F5FE0-375A-40C2-AD59-6EFC679B775B}"/>
          </ac:cxnSpMkLst>
        </pc:cxnChg>
        <pc:cxnChg chg="add mod">
          <ac:chgData name="vidushi dadu" userId="8f6edd75c0a5619a" providerId="LiveId" clId="{4A1D7BB4-DB2B-401C-9583-309F517E6E8F}" dt="2020-10-10T02:51:16.919" v="4334" actId="1035"/>
          <ac:cxnSpMkLst>
            <pc:docMk/>
            <pc:sldMk cId="2713637450" sldId="261"/>
            <ac:cxnSpMk id="83" creationId="{9988EF20-80FF-40FE-ADDC-4059A27EB799}"/>
          </ac:cxnSpMkLst>
        </pc:cxnChg>
        <pc:cxnChg chg="add mod">
          <ac:chgData name="vidushi dadu" userId="8f6edd75c0a5619a" providerId="LiveId" clId="{4A1D7BB4-DB2B-401C-9583-309F517E6E8F}" dt="2020-10-10T02:51:16.919" v="4334" actId="1035"/>
          <ac:cxnSpMkLst>
            <pc:docMk/>
            <pc:sldMk cId="2713637450" sldId="261"/>
            <ac:cxnSpMk id="84" creationId="{587D00B3-D3CF-4A5F-982B-7564E5EC95E0}"/>
          </ac:cxnSpMkLst>
        </pc:cxnChg>
        <pc:cxnChg chg="add mod">
          <ac:chgData name="vidushi dadu" userId="8f6edd75c0a5619a" providerId="LiveId" clId="{4A1D7BB4-DB2B-401C-9583-309F517E6E8F}" dt="2020-10-10T02:51:16.919" v="4334" actId="1035"/>
          <ac:cxnSpMkLst>
            <pc:docMk/>
            <pc:sldMk cId="2713637450" sldId="261"/>
            <ac:cxnSpMk id="85" creationId="{24ADFBF8-3643-4AB6-8018-C7EB9B648F10}"/>
          </ac:cxnSpMkLst>
        </pc:cxnChg>
        <pc:cxnChg chg="add mod">
          <ac:chgData name="vidushi dadu" userId="8f6edd75c0a5619a" providerId="LiveId" clId="{4A1D7BB4-DB2B-401C-9583-309F517E6E8F}" dt="2020-10-10T02:51:16.919" v="4334" actId="1035"/>
          <ac:cxnSpMkLst>
            <pc:docMk/>
            <pc:sldMk cId="2713637450" sldId="261"/>
            <ac:cxnSpMk id="86" creationId="{B2A9738C-4BC2-4648-B3D6-BFB289E66222}"/>
          </ac:cxnSpMkLst>
        </pc:cxnChg>
        <pc:cxnChg chg="add mod">
          <ac:chgData name="vidushi dadu" userId="8f6edd75c0a5619a" providerId="LiveId" clId="{4A1D7BB4-DB2B-401C-9583-309F517E6E8F}" dt="2020-10-10T02:51:16.919" v="4334" actId="1035"/>
          <ac:cxnSpMkLst>
            <pc:docMk/>
            <pc:sldMk cId="2713637450" sldId="261"/>
            <ac:cxnSpMk id="89" creationId="{DEA331D1-4ABB-470E-AED5-68E1FDEE4A07}"/>
          </ac:cxnSpMkLst>
        </pc:cxnChg>
        <pc:cxnChg chg="add mod">
          <ac:chgData name="vidushi dadu" userId="8f6edd75c0a5619a" providerId="LiveId" clId="{4A1D7BB4-DB2B-401C-9583-309F517E6E8F}" dt="2020-10-10T02:51:16.919" v="4334" actId="1035"/>
          <ac:cxnSpMkLst>
            <pc:docMk/>
            <pc:sldMk cId="2713637450" sldId="261"/>
            <ac:cxnSpMk id="101" creationId="{EF769E6D-B772-4449-A20F-57EBE561E7DD}"/>
          </ac:cxnSpMkLst>
        </pc:cxnChg>
        <pc:cxnChg chg="add del">
          <ac:chgData name="vidushi dadu" userId="8f6edd75c0a5619a" providerId="LiveId" clId="{4A1D7BB4-DB2B-401C-9583-309F517E6E8F}" dt="2020-10-10T02:52:45.338" v="4565"/>
          <ac:cxnSpMkLst>
            <pc:docMk/>
            <pc:sldMk cId="2713637450" sldId="261"/>
            <ac:cxnSpMk id="118" creationId="{3040207F-3C94-48FC-B897-603C55C1CF0B}"/>
          </ac:cxnSpMkLst>
        </pc:cxnChg>
        <pc:cxnChg chg="add del">
          <ac:chgData name="vidushi dadu" userId="8f6edd75c0a5619a" providerId="LiveId" clId="{4A1D7BB4-DB2B-401C-9583-309F517E6E8F}" dt="2020-10-10T02:52:45.338" v="4565"/>
          <ac:cxnSpMkLst>
            <pc:docMk/>
            <pc:sldMk cId="2713637450" sldId="261"/>
            <ac:cxnSpMk id="122" creationId="{6D696F27-DB3C-442D-8006-2C5D70BBFB08}"/>
          </ac:cxnSpMkLst>
        </pc:cxnChg>
        <pc:cxnChg chg="add">
          <ac:chgData name="vidushi dadu" userId="8f6edd75c0a5619a" providerId="LiveId" clId="{4A1D7BB4-DB2B-401C-9583-309F517E6E8F}" dt="2020-10-10T02:52:45.370" v="4566"/>
          <ac:cxnSpMkLst>
            <pc:docMk/>
            <pc:sldMk cId="2713637450" sldId="261"/>
            <ac:cxnSpMk id="149" creationId="{0D1C196D-D584-4B05-AA30-A1F5242ACE37}"/>
          </ac:cxnSpMkLst>
        </pc:cxnChg>
        <pc:cxnChg chg="add">
          <ac:chgData name="vidushi dadu" userId="8f6edd75c0a5619a" providerId="LiveId" clId="{4A1D7BB4-DB2B-401C-9583-309F517E6E8F}" dt="2020-10-10T02:52:45.370" v="4566"/>
          <ac:cxnSpMkLst>
            <pc:docMk/>
            <pc:sldMk cId="2713637450" sldId="261"/>
            <ac:cxnSpMk id="153" creationId="{A82EF458-21E4-47F6-BA05-D2E0395A6088}"/>
          </ac:cxnSpMkLst>
        </pc:cxnChg>
      </pc:sldChg>
      <pc:sldChg chg="add del modTransition">
        <pc:chgData name="vidushi dadu" userId="8f6edd75c0a5619a" providerId="LiveId" clId="{4A1D7BB4-DB2B-401C-9583-309F517E6E8F}" dt="2020-10-14T00:25:47.311" v="12910" actId="2696"/>
        <pc:sldMkLst>
          <pc:docMk/>
          <pc:sldMk cId="3258737810" sldId="261"/>
        </pc:sldMkLst>
      </pc:sldChg>
      <pc:sldChg chg="add del">
        <pc:chgData name="vidushi dadu" userId="8f6edd75c0a5619a" providerId="LiveId" clId="{4A1D7BB4-DB2B-401C-9583-309F517E6E8F}" dt="2020-10-10T02:34:18.201" v="3446" actId="2696"/>
        <pc:sldMkLst>
          <pc:docMk/>
          <pc:sldMk cId="2650318455" sldId="262"/>
        </pc:sldMkLst>
      </pc:sldChg>
      <pc:sldChg chg="add del">
        <pc:chgData name="vidushi dadu" userId="8f6edd75c0a5619a" providerId="LiveId" clId="{4A1D7BB4-DB2B-401C-9583-309F517E6E8F}" dt="2020-10-09T23:46:53.129" v="1" actId="2696"/>
        <pc:sldMkLst>
          <pc:docMk/>
          <pc:sldMk cId="3985901566" sldId="262"/>
        </pc:sldMkLst>
      </pc:sldChg>
      <pc:sldChg chg="add del">
        <pc:chgData name="vidushi dadu" userId="8f6edd75c0a5619a" providerId="LiveId" clId="{4A1D7BB4-DB2B-401C-9583-309F517E6E8F}" dt="2020-10-10T01:18:00.957" v="1410" actId="2696"/>
        <pc:sldMkLst>
          <pc:docMk/>
          <pc:sldMk cId="4127966540" sldId="263"/>
        </pc:sldMkLst>
      </pc:sldChg>
      <pc:sldChg chg="modSp add del">
        <pc:chgData name="vidushi dadu" userId="8f6edd75c0a5619a" providerId="LiveId" clId="{4A1D7BB4-DB2B-401C-9583-309F517E6E8F}" dt="2020-10-10T01:18:48.957" v="1415" actId="2696"/>
        <pc:sldMkLst>
          <pc:docMk/>
          <pc:sldMk cId="1613234884" sldId="264"/>
        </pc:sldMkLst>
        <pc:spChg chg="mod">
          <ac:chgData name="vidushi dadu" userId="8f6edd75c0a5619a" providerId="LiveId" clId="{4A1D7BB4-DB2B-401C-9583-309F517E6E8F}" dt="2020-10-10T01:18:25.929" v="1413" actId="20577"/>
          <ac:spMkLst>
            <pc:docMk/>
            <pc:sldMk cId="1613234884" sldId="264"/>
            <ac:spMk id="3" creationId="{74DCDDF5-F995-4335-B5FC-1374F99D01F4}"/>
          </ac:spMkLst>
        </pc:spChg>
      </pc:sldChg>
      <pc:sldChg chg="add del">
        <pc:chgData name="vidushi dadu" userId="8f6edd75c0a5619a" providerId="LiveId" clId="{4A1D7BB4-DB2B-401C-9583-309F517E6E8F}" dt="2020-10-09T23:46:53.443" v="5" actId="2696"/>
        <pc:sldMkLst>
          <pc:docMk/>
          <pc:sldMk cId="596718575" sldId="303"/>
        </pc:sldMkLst>
      </pc:sldChg>
      <pc:sldChg chg="add del">
        <pc:chgData name="vidushi dadu" userId="8f6edd75c0a5619a" providerId="LiveId" clId="{4A1D7BB4-DB2B-401C-9583-309F517E6E8F}" dt="2020-10-10T02:34:18.394" v="3450" actId="2696"/>
        <pc:sldMkLst>
          <pc:docMk/>
          <pc:sldMk cId="1543003584" sldId="303"/>
        </pc:sldMkLst>
      </pc:sldChg>
      <pc:sldChg chg="add del">
        <pc:chgData name="vidushi dadu" userId="8f6edd75c0a5619a" providerId="LiveId" clId="{4A1D7BB4-DB2B-401C-9583-309F517E6E8F}" dt="2020-10-09T23:46:53.168" v="2" actId="2696"/>
        <pc:sldMkLst>
          <pc:docMk/>
          <pc:sldMk cId="444594284" sldId="307"/>
        </pc:sldMkLst>
      </pc:sldChg>
      <pc:sldChg chg="add del">
        <pc:chgData name="vidushi dadu" userId="8f6edd75c0a5619a" providerId="LiveId" clId="{4A1D7BB4-DB2B-401C-9583-309F517E6E8F}" dt="2020-10-10T02:34:18.226" v="3447" actId="2696"/>
        <pc:sldMkLst>
          <pc:docMk/>
          <pc:sldMk cId="1708616947" sldId="307"/>
        </pc:sldMkLst>
      </pc:sldChg>
      <pc:sldChg chg="add del">
        <pc:chgData name="vidushi dadu" userId="8f6edd75c0a5619a" providerId="LiveId" clId="{4A1D7BB4-DB2B-401C-9583-309F517E6E8F}" dt="2020-10-10T02:34:18.251" v="3448" actId="2696"/>
        <pc:sldMkLst>
          <pc:docMk/>
          <pc:sldMk cId="86161317" sldId="308"/>
        </pc:sldMkLst>
      </pc:sldChg>
      <pc:sldChg chg="add del">
        <pc:chgData name="vidushi dadu" userId="8f6edd75c0a5619a" providerId="LiveId" clId="{4A1D7BB4-DB2B-401C-9583-309F517E6E8F}" dt="2020-10-09T23:46:53.228" v="3" actId="2696"/>
        <pc:sldMkLst>
          <pc:docMk/>
          <pc:sldMk cId="259869543" sldId="308"/>
        </pc:sldMkLst>
      </pc:sldChg>
      <pc:sldChg chg="add del">
        <pc:chgData name="vidushi dadu" userId="8f6edd75c0a5619a" providerId="LiveId" clId="{4A1D7BB4-DB2B-401C-9583-309F517E6E8F}" dt="2020-10-09T23:46:53.377" v="4" actId="2696"/>
        <pc:sldMkLst>
          <pc:docMk/>
          <pc:sldMk cId="4118352787" sldId="309"/>
        </pc:sldMkLst>
      </pc:sldChg>
      <pc:sldChg chg="add del">
        <pc:chgData name="vidushi dadu" userId="8f6edd75c0a5619a" providerId="LiveId" clId="{4A1D7BB4-DB2B-401C-9583-309F517E6E8F}" dt="2020-10-10T02:34:18.326" v="3449" actId="2696"/>
        <pc:sldMkLst>
          <pc:docMk/>
          <pc:sldMk cId="4160417374" sldId="309"/>
        </pc:sldMkLst>
      </pc:sldChg>
      <pc:sldChg chg="add del">
        <pc:chgData name="vidushi dadu" userId="8f6edd75c0a5619a" providerId="LiveId" clId="{4A1D7BB4-DB2B-401C-9583-309F517E6E8F}" dt="2020-10-09T23:46:53.474" v="6" actId="2696"/>
        <pc:sldMkLst>
          <pc:docMk/>
          <pc:sldMk cId="319389941" sldId="310"/>
        </pc:sldMkLst>
      </pc:sldChg>
      <pc:sldChg chg="add del">
        <pc:chgData name="vidushi dadu" userId="8f6edd75c0a5619a" providerId="LiveId" clId="{4A1D7BB4-DB2B-401C-9583-309F517E6E8F}" dt="2020-10-10T02:34:18.447" v="3451" actId="2696"/>
        <pc:sldMkLst>
          <pc:docMk/>
          <pc:sldMk cId="882542857" sldId="310"/>
        </pc:sldMkLst>
      </pc:sldChg>
      <pc:sldChg chg="add del">
        <pc:chgData name="vidushi dadu" userId="8f6edd75c0a5619a" providerId="LiveId" clId="{4A1D7BB4-DB2B-401C-9583-309F517E6E8F}" dt="2020-10-10T00:54:36.571" v="1017" actId="2696"/>
        <pc:sldMkLst>
          <pc:docMk/>
          <pc:sldMk cId="2927155257" sldId="311"/>
        </pc:sldMkLst>
      </pc:sldChg>
      <pc:sldChg chg="addSp modSp add del modNotesTx">
        <pc:chgData name="vidushi dadu" userId="8f6edd75c0a5619a" providerId="LiveId" clId="{4A1D7BB4-DB2B-401C-9583-309F517E6E8F}" dt="2020-10-10T00:46:38.065" v="914" actId="2696"/>
        <pc:sldMkLst>
          <pc:docMk/>
          <pc:sldMk cId="3337930244" sldId="312"/>
        </pc:sldMkLst>
        <pc:spChg chg="mod">
          <ac:chgData name="vidushi dadu" userId="8f6edd75c0a5619a" providerId="LiveId" clId="{4A1D7BB4-DB2B-401C-9583-309F517E6E8F}" dt="2020-10-10T00:20:29.208" v="35" actId="20577"/>
          <ac:spMkLst>
            <pc:docMk/>
            <pc:sldMk cId="3337930244" sldId="312"/>
            <ac:spMk id="2" creationId="{49FF1474-9B6C-4FA7-878C-9D25A2AEE9E7}"/>
          </ac:spMkLst>
        </pc:spChg>
        <pc:spChg chg="mod">
          <ac:chgData name="vidushi dadu" userId="8f6edd75c0a5619a" providerId="LiveId" clId="{4A1D7BB4-DB2B-401C-9583-309F517E6E8F}" dt="2020-10-10T00:25:01.288" v="211" actId="20577"/>
          <ac:spMkLst>
            <pc:docMk/>
            <pc:sldMk cId="3337930244" sldId="312"/>
            <ac:spMk id="3" creationId="{43361953-8C02-454A-B7E7-47CEF6A3B1D1}"/>
          </ac:spMkLst>
        </pc:spChg>
        <pc:spChg chg="add mod">
          <ac:chgData name="vidushi dadu" userId="8f6edd75c0a5619a" providerId="LiveId" clId="{4A1D7BB4-DB2B-401C-9583-309F517E6E8F}" dt="2020-10-10T00:19:48.702" v="16"/>
          <ac:spMkLst>
            <pc:docMk/>
            <pc:sldMk cId="3337930244" sldId="312"/>
            <ac:spMk id="5" creationId="{999D8149-B843-432A-841C-A803E8EE52AF}"/>
          </ac:spMkLst>
        </pc:spChg>
        <pc:spChg chg="mod">
          <ac:chgData name="vidushi dadu" userId="8f6edd75c0a5619a" providerId="LiveId" clId="{4A1D7BB4-DB2B-401C-9583-309F517E6E8F}" dt="2020-10-10T00:25:24.798" v="359" actId="1035"/>
          <ac:spMkLst>
            <pc:docMk/>
            <pc:sldMk cId="3337930244" sldId="312"/>
            <ac:spMk id="33" creationId="{D60A50BE-E146-44DE-A2F7-01BD976E8F65}"/>
          </ac:spMkLst>
        </pc:spChg>
        <pc:spChg chg="mod">
          <ac:chgData name="vidushi dadu" userId="8f6edd75c0a5619a" providerId="LiveId" clId="{4A1D7BB4-DB2B-401C-9583-309F517E6E8F}" dt="2020-10-10T00:25:24.798" v="359" actId="1035"/>
          <ac:spMkLst>
            <pc:docMk/>
            <pc:sldMk cId="3337930244" sldId="312"/>
            <ac:spMk id="84" creationId="{CF2C9BC6-000C-401D-AF20-96122CC9E516}"/>
          </ac:spMkLst>
        </pc:spChg>
        <pc:spChg chg="mod">
          <ac:chgData name="vidushi dadu" userId="8f6edd75c0a5619a" providerId="LiveId" clId="{4A1D7BB4-DB2B-401C-9583-309F517E6E8F}" dt="2020-10-10T00:25:24.798" v="359" actId="1035"/>
          <ac:spMkLst>
            <pc:docMk/>
            <pc:sldMk cId="3337930244" sldId="312"/>
            <ac:spMk id="89" creationId="{357E1F1C-CE70-4F83-B306-3135BC1034C2}"/>
          </ac:spMkLst>
        </pc:spChg>
        <pc:spChg chg="mod">
          <ac:chgData name="vidushi dadu" userId="8f6edd75c0a5619a" providerId="LiveId" clId="{4A1D7BB4-DB2B-401C-9583-309F517E6E8F}" dt="2020-10-10T00:25:24.798" v="359" actId="1035"/>
          <ac:spMkLst>
            <pc:docMk/>
            <pc:sldMk cId="3337930244" sldId="312"/>
            <ac:spMk id="90" creationId="{6007E763-54B6-491E-A766-0DA1ACA6DF48}"/>
          </ac:spMkLst>
        </pc:spChg>
        <pc:spChg chg="mod">
          <ac:chgData name="vidushi dadu" userId="8f6edd75c0a5619a" providerId="LiveId" clId="{4A1D7BB4-DB2B-401C-9583-309F517E6E8F}" dt="2020-10-10T00:25:24.798" v="359" actId="1035"/>
          <ac:spMkLst>
            <pc:docMk/>
            <pc:sldMk cId="3337930244" sldId="312"/>
            <ac:spMk id="101" creationId="{765EDA30-F3E0-4578-B216-8524768363DA}"/>
          </ac:spMkLst>
        </pc:spChg>
        <pc:spChg chg="mod">
          <ac:chgData name="vidushi dadu" userId="8f6edd75c0a5619a" providerId="LiveId" clId="{4A1D7BB4-DB2B-401C-9583-309F517E6E8F}" dt="2020-10-10T00:20:09.837" v="23" actId="14100"/>
          <ac:spMkLst>
            <pc:docMk/>
            <pc:sldMk cId="3337930244" sldId="312"/>
            <ac:spMk id="175" creationId="{66360B73-B9E2-4B87-B941-35AAB9776B04}"/>
          </ac:spMkLst>
        </pc:spChg>
        <pc:spChg chg="mod">
          <ac:chgData name="vidushi dadu" userId="8f6edd75c0a5619a" providerId="LiveId" clId="{4A1D7BB4-DB2B-401C-9583-309F517E6E8F}" dt="2020-10-10T00:20:33.797" v="37" actId="14100"/>
          <ac:spMkLst>
            <pc:docMk/>
            <pc:sldMk cId="3337930244" sldId="312"/>
            <ac:spMk id="311" creationId="{F47C74CF-1BFF-4A0F-BDFC-ACE7D6473381}"/>
          </ac:spMkLst>
        </pc:spChg>
        <pc:spChg chg="mod">
          <ac:chgData name="vidushi dadu" userId="8f6edd75c0a5619a" providerId="LiveId" clId="{4A1D7BB4-DB2B-401C-9583-309F517E6E8F}" dt="2020-10-10T00:20:53.172" v="42" actId="20577"/>
          <ac:spMkLst>
            <pc:docMk/>
            <pc:sldMk cId="3337930244" sldId="312"/>
            <ac:spMk id="313" creationId="{24AA7647-2B32-4B3B-BF4B-7E0CBC48346E}"/>
          </ac:spMkLst>
        </pc:spChg>
        <pc:spChg chg="mod">
          <ac:chgData name="vidushi dadu" userId="8f6edd75c0a5619a" providerId="LiveId" clId="{4A1D7BB4-DB2B-401C-9583-309F517E6E8F}" dt="2020-10-10T00:21:09.886" v="49" actId="1076"/>
          <ac:spMkLst>
            <pc:docMk/>
            <pc:sldMk cId="3337930244" sldId="312"/>
            <ac:spMk id="314" creationId="{9FF32CE0-9E06-4E0A-8832-45CAB6803D5D}"/>
          </ac:spMkLst>
        </pc:spChg>
        <pc:spChg chg="mod">
          <ac:chgData name="vidushi dadu" userId="8f6edd75c0a5619a" providerId="LiveId" clId="{4A1D7BB4-DB2B-401C-9583-309F517E6E8F}" dt="2020-10-10T00:25:24.798" v="359" actId="1035"/>
          <ac:spMkLst>
            <pc:docMk/>
            <pc:sldMk cId="3337930244" sldId="312"/>
            <ac:spMk id="315" creationId="{23F2B8B6-0D51-494C-B182-6D4DDECA45EA}"/>
          </ac:spMkLst>
        </pc:spChg>
        <pc:cxnChg chg="mod">
          <ac:chgData name="vidushi dadu" userId="8f6edd75c0a5619a" providerId="LiveId" clId="{4A1D7BB4-DB2B-401C-9583-309F517E6E8F}" dt="2020-10-10T00:25:24.798" v="359" actId="1035"/>
          <ac:cxnSpMkLst>
            <pc:docMk/>
            <pc:sldMk cId="3337930244" sldId="312"/>
            <ac:cxnSpMk id="91" creationId="{661742F0-AA6D-4096-81C5-623DBCD0AE02}"/>
          </ac:cxnSpMkLst>
        </pc:cxnChg>
        <pc:cxnChg chg="mod">
          <ac:chgData name="vidushi dadu" userId="8f6edd75c0a5619a" providerId="LiveId" clId="{4A1D7BB4-DB2B-401C-9583-309F517E6E8F}" dt="2020-10-10T00:25:24.798" v="359" actId="1035"/>
          <ac:cxnSpMkLst>
            <pc:docMk/>
            <pc:sldMk cId="3337930244" sldId="312"/>
            <ac:cxnSpMk id="94" creationId="{3D51EA52-2BD3-4315-92C7-6946CE97F2E5}"/>
          </ac:cxnSpMkLst>
        </pc:cxnChg>
        <pc:cxnChg chg="mod">
          <ac:chgData name="vidushi dadu" userId="8f6edd75c0a5619a" providerId="LiveId" clId="{4A1D7BB4-DB2B-401C-9583-309F517E6E8F}" dt="2020-10-10T00:25:24.798" v="359" actId="1035"/>
          <ac:cxnSpMkLst>
            <pc:docMk/>
            <pc:sldMk cId="3337930244" sldId="312"/>
            <ac:cxnSpMk id="102" creationId="{BE4EC80B-01C4-41D9-9285-33A23A9470F2}"/>
          </ac:cxnSpMkLst>
        </pc:cxnChg>
      </pc:sldChg>
      <pc:sldChg chg="add del">
        <pc:chgData name="vidushi dadu" userId="8f6edd75c0a5619a" providerId="LiveId" clId="{4A1D7BB4-DB2B-401C-9583-309F517E6E8F}" dt="2020-10-16T08:31:09.243" v="16753" actId="2696"/>
        <pc:sldMkLst>
          <pc:docMk/>
          <pc:sldMk cId="471718517" sldId="313"/>
        </pc:sldMkLst>
      </pc:sldChg>
      <pc:sldChg chg="addSp delSp modSp add del modTransition delAnim modAnim addCm delCm modCm">
        <pc:chgData name="vidushi dadu" userId="8f6edd75c0a5619a" providerId="LiveId" clId="{4A1D7BB4-DB2B-401C-9583-309F517E6E8F}" dt="2020-10-16T04:14:57.844" v="14883" actId="2696"/>
        <pc:sldMkLst>
          <pc:docMk/>
          <pc:sldMk cId="952049511" sldId="313"/>
        </pc:sldMkLst>
        <pc:spChg chg="mod">
          <ac:chgData name="vidushi dadu" userId="8f6edd75c0a5619a" providerId="LiveId" clId="{4A1D7BB4-DB2B-401C-9583-309F517E6E8F}" dt="2020-10-14T00:14:57.203" v="12380" actId="20577"/>
          <ac:spMkLst>
            <pc:docMk/>
            <pc:sldMk cId="952049511" sldId="313"/>
            <ac:spMk id="2" creationId="{49FF1474-9B6C-4FA7-878C-9D25A2AEE9E7}"/>
          </ac:spMkLst>
        </pc:spChg>
        <pc:spChg chg="mod">
          <ac:chgData name="vidushi dadu" userId="8f6edd75c0a5619a" providerId="LiveId" clId="{4A1D7BB4-DB2B-401C-9583-309F517E6E8F}" dt="2020-10-10T00:39:13.950" v="693" actId="14100"/>
          <ac:spMkLst>
            <pc:docMk/>
            <pc:sldMk cId="952049511" sldId="313"/>
            <ac:spMk id="3" creationId="{43361953-8C02-454A-B7E7-47CEF6A3B1D1}"/>
          </ac:spMkLst>
        </pc:spChg>
        <pc:spChg chg="del mod">
          <ac:chgData name="vidushi dadu" userId="8f6edd75c0a5619a" providerId="LiveId" clId="{4A1D7BB4-DB2B-401C-9583-309F517E6E8F}" dt="2020-10-13T23:39:38.597" v="12065" actId="478"/>
          <ac:spMkLst>
            <pc:docMk/>
            <pc:sldMk cId="952049511" sldId="313"/>
            <ac:spMk id="15" creationId="{1ADD31EF-6581-435F-9195-F8462B04F9E7}"/>
          </ac:spMkLst>
        </pc:spChg>
        <pc:spChg chg="del mod">
          <ac:chgData name="vidushi dadu" userId="8f6edd75c0a5619a" providerId="LiveId" clId="{4A1D7BB4-DB2B-401C-9583-309F517E6E8F}" dt="2020-10-10T00:51:11.710" v="979" actId="478"/>
          <ac:spMkLst>
            <pc:docMk/>
            <pc:sldMk cId="952049511" sldId="313"/>
            <ac:spMk id="16" creationId="{6A685575-EFD3-4BA3-AC6F-91AF9B1996A2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17" creationId="{D9F69756-6E0D-4B29-9717-F1E5B0A06419}"/>
          </ac:spMkLst>
        </pc:spChg>
        <pc:spChg chg="del">
          <ac:chgData name="vidushi dadu" userId="8f6edd75c0a5619a" providerId="LiveId" clId="{4A1D7BB4-DB2B-401C-9583-309F517E6E8F}" dt="2020-10-10T00:38:13.815" v="679" actId="478"/>
          <ac:spMkLst>
            <pc:docMk/>
            <pc:sldMk cId="952049511" sldId="313"/>
            <ac:spMk id="19" creationId="{967F0099-39F1-40D9-9656-DB3684646761}"/>
          </ac:spMkLst>
        </pc:spChg>
        <pc:spChg chg="mod">
          <ac:chgData name="vidushi dadu" userId="8f6edd75c0a5619a" providerId="LiveId" clId="{4A1D7BB4-DB2B-401C-9583-309F517E6E8F}" dt="2020-10-10T00:51:59.199" v="991" actId="14100"/>
          <ac:spMkLst>
            <pc:docMk/>
            <pc:sldMk cId="952049511" sldId="313"/>
            <ac:spMk id="20" creationId="{661C3F32-F733-4E5F-8E3F-23F770B2149D}"/>
          </ac:spMkLst>
        </pc:spChg>
        <pc:spChg chg="del">
          <ac:chgData name="vidushi dadu" userId="8f6edd75c0a5619a" providerId="LiveId" clId="{4A1D7BB4-DB2B-401C-9583-309F517E6E8F}" dt="2020-10-10T00:29:37.102" v="498" actId="478"/>
          <ac:spMkLst>
            <pc:docMk/>
            <pc:sldMk cId="952049511" sldId="313"/>
            <ac:spMk id="22" creationId="{927C4354-D5A8-421B-BF4B-981D3B81B632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3" creationId="{6FF0935F-F842-4F9B-85CF-AB206B7D95E6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6" creationId="{39E28AC3-53FD-4092-9643-74FD5854CE63}"/>
          </ac:spMkLst>
        </pc:spChg>
        <pc:spChg chg="del mod">
          <ac:chgData name="vidushi dadu" userId="8f6edd75c0a5619a" providerId="LiveId" clId="{4A1D7BB4-DB2B-401C-9583-309F517E6E8F}" dt="2020-10-12T06:42:54.791" v="6471" actId="478"/>
          <ac:spMkLst>
            <pc:docMk/>
            <pc:sldMk cId="952049511" sldId="313"/>
            <ac:spMk id="33" creationId="{D60A50BE-E146-44DE-A2F7-01BD976E8F65}"/>
          </ac:spMkLst>
        </pc:spChg>
        <pc:spChg chg="mod">
          <ac:chgData name="vidushi dadu" userId="8f6edd75c0a5619a" providerId="LiveId" clId="{4A1D7BB4-DB2B-401C-9583-309F517E6E8F}" dt="2020-10-10T00:29:27.438" v="495" actId="1076"/>
          <ac:spMkLst>
            <pc:docMk/>
            <pc:sldMk cId="952049511" sldId="313"/>
            <ac:spMk id="36" creationId="{8C9B06D4-E32F-431D-9C8F-1FA77553F53E}"/>
          </ac:spMkLst>
        </pc:spChg>
        <pc:spChg chg="add del mod">
          <ac:chgData name="vidushi dadu" userId="8f6edd75c0a5619a" providerId="LiveId" clId="{4A1D7BB4-DB2B-401C-9583-309F517E6E8F}" dt="2020-10-10T00:36:47.150" v="648" actId="478"/>
          <ac:spMkLst>
            <pc:docMk/>
            <pc:sldMk cId="952049511" sldId="313"/>
            <ac:spMk id="39" creationId="{EC750790-AD86-43BC-9D48-F47D267768A0}"/>
          </ac:spMkLst>
        </pc:spChg>
        <pc:spChg chg="mod topLvl">
          <ac:chgData name="vidushi dadu" userId="8f6edd75c0a5619a" providerId="LiveId" clId="{4A1D7BB4-DB2B-401C-9583-309F517E6E8F}" dt="2020-10-10T00:48:00.735" v="933" actId="164"/>
          <ac:spMkLst>
            <pc:docMk/>
            <pc:sldMk cId="952049511" sldId="313"/>
            <ac:spMk id="84" creationId="{CF2C9BC6-000C-401D-AF20-96122CC9E516}"/>
          </ac:spMkLst>
        </pc:spChg>
        <pc:spChg chg="mod topLvl">
          <ac:chgData name="vidushi dadu" userId="8f6edd75c0a5619a" providerId="LiveId" clId="{4A1D7BB4-DB2B-401C-9583-309F517E6E8F}" dt="2020-10-10T00:48:00.735" v="933" actId="164"/>
          <ac:spMkLst>
            <pc:docMk/>
            <pc:sldMk cId="952049511" sldId="313"/>
            <ac:spMk id="89" creationId="{357E1F1C-CE70-4F83-B306-3135BC1034C2}"/>
          </ac:spMkLst>
        </pc:spChg>
        <pc:spChg chg="del mod topLvl">
          <ac:chgData name="vidushi dadu" userId="8f6edd75c0a5619a" providerId="LiveId" clId="{4A1D7BB4-DB2B-401C-9583-309F517E6E8F}" dt="2020-10-10T00:30:58.320" v="527" actId="478"/>
          <ac:spMkLst>
            <pc:docMk/>
            <pc:sldMk cId="952049511" sldId="313"/>
            <ac:spMk id="90" creationId="{6007E763-54B6-491E-A766-0DA1ACA6DF48}"/>
          </ac:spMkLst>
        </pc:spChg>
        <pc:spChg chg="del">
          <ac:chgData name="vidushi dadu" userId="8f6edd75c0a5619a" providerId="LiveId" clId="{4A1D7BB4-DB2B-401C-9583-309F517E6E8F}" dt="2020-10-10T00:51:15.838" v="980" actId="478"/>
          <ac:spMkLst>
            <pc:docMk/>
            <pc:sldMk cId="952049511" sldId="313"/>
            <ac:spMk id="92" creationId="{DE77DC57-1115-4EA5-96A4-00CD3F039085}"/>
          </ac:spMkLst>
        </pc:spChg>
        <pc:spChg chg="del">
          <ac:chgData name="vidushi dadu" userId="8f6edd75c0a5619a" providerId="LiveId" clId="{4A1D7BB4-DB2B-401C-9583-309F517E6E8F}" dt="2020-10-10T00:51:15.838" v="980" actId="478"/>
          <ac:spMkLst>
            <pc:docMk/>
            <pc:sldMk cId="952049511" sldId="313"/>
            <ac:spMk id="93" creationId="{37C24AD1-D6AB-4D1C-9FEA-71EDBDB98E03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95" creationId="{04D477E4-9ECA-472C-BB1F-55EB748E6451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96" creationId="{D8DB6B3F-22A8-4119-97C5-3CF49236968E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99" creationId="{FFBA1452-8764-443E-A47B-86520553EFA6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100" creationId="{53B67013-CB05-4D27-A351-E5FECE7DCA2A}"/>
          </ac:spMkLst>
        </pc:spChg>
        <pc:spChg chg="del mod topLvl">
          <ac:chgData name="vidushi dadu" userId="8f6edd75c0a5619a" providerId="LiveId" clId="{4A1D7BB4-DB2B-401C-9583-309F517E6E8F}" dt="2020-10-10T00:32:55.751" v="573" actId="478"/>
          <ac:spMkLst>
            <pc:docMk/>
            <pc:sldMk cId="952049511" sldId="313"/>
            <ac:spMk id="101" creationId="{765EDA30-F3E0-4578-B216-8524768363DA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103" creationId="{D4ACBC1C-A8B3-4686-9793-79FCDAF61973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112" creationId="{7DAA3B1A-7E30-460E-9241-7D99A71B778B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113" creationId="{AF3ABF2F-FAC2-403A-A11F-9BCE9A37863E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114" creationId="{FD422C93-EFE8-48B2-BB94-4DDEC549C318}"/>
          </ac:spMkLst>
        </pc:spChg>
        <pc:spChg chg="add del mod">
          <ac:chgData name="vidushi dadu" userId="8f6edd75c0a5619a" providerId="LiveId" clId="{4A1D7BB4-DB2B-401C-9583-309F517E6E8F}" dt="2020-10-11T08:42:24.307" v="4863" actId="478"/>
          <ac:spMkLst>
            <pc:docMk/>
            <pc:sldMk cId="952049511" sldId="313"/>
            <ac:spMk id="171" creationId="{59150581-397A-4F0B-A285-91EF85AE464E}"/>
          </ac:spMkLst>
        </pc:spChg>
        <pc:spChg chg="add del mod">
          <ac:chgData name="vidushi dadu" userId="8f6edd75c0a5619a" providerId="LiveId" clId="{4A1D7BB4-DB2B-401C-9583-309F517E6E8F}" dt="2020-10-10T00:35:08.071" v="619" actId="478"/>
          <ac:spMkLst>
            <pc:docMk/>
            <pc:sldMk cId="952049511" sldId="313"/>
            <ac:spMk id="172" creationId="{946C1FE3-3C70-4DB2-BB5F-5F9E8EA8756F}"/>
          </ac:spMkLst>
        </pc:spChg>
        <pc:spChg chg="mod">
          <ac:chgData name="vidushi dadu" userId="8f6edd75c0a5619a" providerId="LiveId" clId="{4A1D7BB4-DB2B-401C-9583-309F517E6E8F}" dt="2020-10-14T21:38:44.825" v="14530" actId="20577"/>
          <ac:spMkLst>
            <pc:docMk/>
            <pc:sldMk cId="952049511" sldId="313"/>
            <ac:spMk id="174" creationId="{410AC21A-182F-403B-8F7A-3F7583A0A148}"/>
          </ac:spMkLst>
        </pc:spChg>
        <pc:spChg chg="del">
          <ac:chgData name="vidushi dadu" userId="8f6edd75c0a5619a" providerId="LiveId" clId="{4A1D7BB4-DB2B-401C-9583-309F517E6E8F}" dt="2020-10-10T00:25:36.669" v="361" actId="478"/>
          <ac:spMkLst>
            <pc:docMk/>
            <pc:sldMk cId="952049511" sldId="313"/>
            <ac:spMk id="175" creationId="{66360B73-B9E2-4B87-B941-35AAB9776B04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178" creationId="{DB0FFC42-F88B-45AF-A3A4-D375F7B25699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179" creationId="{B7383F83-580F-4569-95E5-F20253238E49}"/>
          </ac:spMkLst>
        </pc:spChg>
        <pc:spChg chg="add del mod">
          <ac:chgData name="vidushi dadu" userId="8f6edd75c0a5619a" providerId="LiveId" clId="{4A1D7BB4-DB2B-401C-9583-309F517E6E8F}" dt="2020-10-10T00:35:40.215" v="633" actId="478"/>
          <ac:spMkLst>
            <pc:docMk/>
            <pc:sldMk cId="952049511" sldId="313"/>
            <ac:spMk id="181" creationId="{38231425-CD8E-48FC-B3F1-9076D132B28C}"/>
          </ac:spMkLst>
        </pc:spChg>
        <pc:spChg chg="add del mod">
          <ac:chgData name="vidushi dadu" userId="8f6edd75c0a5619a" providerId="LiveId" clId="{4A1D7BB4-DB2B-401C-9583-309F517E6E8F}" dt="2020-10-10T00:35:33.799" v="630" actId="478"/>
          <ac:spMkLst>
            <pc:docMk/>
            <pc:sldMk cId="952049511" sldId="313"/>
            <ac:spMk id="182" creationId="{17F866BA-F99F-4382-8F20-3949CCD0EE9D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183" creationId="{B080E971-7CA5-4BA4-97B0-500963AB0A12}"/>
          </ac:spMkLst>
        </pc:spChg>
        <pc:spChg chg="add del mod">
          <ac:chgData name="vidushi dadu" userId="8f6edd75c0a5619a" providerId="LiveId" clId="{4A1D7BB4-DB2B-401C-9583-309F517E6E8F}" dt="2020-10-10T00:34:11.357" v="593" actId="478"/>
          <ac:spMkLst>
            <pc:docMk/>
            <pc:sldMk cId="952049511" sldId="313"/>
            <ac:spMk id="184" creationId="{2B858C85-8F76-4089-821C-516D6274FC8C}"/>
          </ac:spMkLst>
        </pc:spChg>
        <pc:spChg chg="add del mod">
          <ac:chgData name="vidushi dadu" userId="8f6edd75c0a5619a" providerId="LiveId" clId="{4A1D7BB4-DB2B-401C-9583-309F517E6E8F}" dt="2020-10-10T00:34:11.357" v="593" actId="478"/>
          <ac:spMkLst>
            <pc:docMk/>
            <pc:sldMk cId="952049511" sldId="313"/>
            <ac:spMk id="185" creationId="{29484D16-1DFB-4BB0-B333-16F188AE9DAF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186" creationId="{37EB0AC2-38CA-4F9C-BD10-7C191E9B4269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187" creationId="{99B15C7B-8AEB-46AB-869C-7C0B28B5190A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195" creationId="{3FEA555D-7A18-4794-AA4C-BF489CB6120D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196" creationId="{849A81EC-37A1-4F35-A956-F4C2D2FA8E0E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197" creationId="{406476B6-47CF-4BC0-BB79-6AA6E689BB07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05" creationId="{F15D78F6-48EC-4AC9-99E2-18B02B912D69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06" creationId="{E1FCC0E9-F7F2-4536-85E0-7CFE121C17CC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13" creationId="{1D648F71-5C87-4C01-B7D8-37504A05C084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14" creationId="{6E861E90-11B9-499A-966A-2EA78FB57EA8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21" creationId="{D6F38D6C-4526-4A8A-B00E-C7CB01BA6F6A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22" creationId="{6477C32B-1219-476E-8BB0-13F18251021F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23" creationId="{918A8CBD-B6A7-47A5-8B80-EBA629695E3C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31" creationId="{E85695FD-72F0-43DC-A9A0-5DF4F704C7D8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32" creationId="{DDBFA27D-7074-43E3-A460-61D0F9EACA4B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39" creationId="{983124BC-BD26-4391-96C9-8010AB8452B8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40" creationId="{DD7F8476-C3E3-4DB9-AB7C-2C29EA884EB0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51" creationId="{21767E47-BBBD-48AC-A3BF-C7453B48090F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54" creationId="{F46FC630-8338-400E-B447-1DA9F8767693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55" creationId="{31AE7FCC-ECF3-4A40-B027-0EBB1197C24F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56" creationId="{A075BEF8-3D7D-4895-AC12-86F6A6A4EDC1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64" creationId="{65CBD007-9DFD-4C22-B121-D11F31DE245A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65" creationId="{23720165-A49A-4130-8A1E-3AB132EC55B2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72" creationId="{1A419822-F94E-45D1-B82D-402B2D32ABA1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73" creationId="{2F8D5B63-B803-4203-8220-B08600BB0610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281" creationId="{4902FA72-F8B6-45BC-8E6A-B809BB910B06}"/>
          </ac:spMkLst>
        </pc:spChg>
        <pc:spChg chg="del">
          <ac:chgData name="vidushi dadu" userId="8f6edd75c0a5619a" providerId="LiveId" clId="{4A1D7BB4-DB2B-401C-9583-309F517E6E8F}" dt="2020-10-10T00:51:20.487" v="981" actId="478"/>
          <ac:spMkLst>
            <pc:docMk/>
            <pc:sldMk cId="952049511" sldId="313"/>
            <ac:spMk id="282" creationId="{F94B8831-DC79-46AE-B2C2-0EEFE806CB38}"/>
          </ac:spMkLst>
        </pc:spChg>
        <pc:spChg chg="add mod">
          <ac:chgData name="vidushi dadu" userId="8f6edd75c0a5619a" providerId="LiveId" clId="{4A1D7BB4-DB2B-401C-9583-309F517E6E8F}" dt="2020-10-10T00:48:00.735" v="933" actId="164"/>
          <ac:spMkLst>
            <pc:docMk/>
            <pc:sldMk cId="952049511" sldId="313"/>
            <ac:spMk id="283" creationId="{709CF8A0-A07E-49FB-B872-4AC31DBFD2BC}"/>
          </ac:spMkLst>
        </pc:spChg>
        <pc:spChg chg="add mod">
          <ac:chgData name="vidushi dadu" userId="8f6edd75c0a5619a" providerId="LiveId" clId="{4A1D7BB4-DB2B-401C-9583-309F517E6E8F}" dt="2020-10-10T00:48:00.735" v="933" actId="164"/>
          <ac:spMkLst>
            <pc:docMk/>
            <pc:sldMk cId="952049511" sldId="313"/>
            <ac:spMk id="289" creationId="{70A97A73-C1C7-4716-A19A-AC125B16A571}"/>
          </ac:spMkLst>
        </pc:spChg>
        <pc:spChg chg="add mod">
          <ac:chgData name="vidushi dadu" userId="8f6edd75c0a5619a" providerId="LiveId" clId="{4A1D7BB4-DB2B-401C-9583-309F517E6E8F}" dt="2020-10-10T00:48:00.735" v="933" actId="164"/>
          <ac:spMkLst>
            <pc:docMk/>
            <pc:sldMk cId="952049511" sldId="313"/>
            <ac:spMk id="292" creationId="{867F0576-9E6E-4910-A101-51918E681194}"/>
          </ac:spMkLst>
        </pc:spChg>
        <pc:spChg chg="add mod">
          <ac:chgData name="vidushi dadu" userId="8f6edd75c0a5619a" providerId="LiveId" clId="{4A1D7BB4-DB2B-401C-9583-309F517E6E8F}" dt="2020-10-10T00:48:00.735" v="933" actId="164"/>
          <ac:spMkLst>
            <pc:docMk/>
            <pc:sldMk cId="952049511" sldId="313"/>
            <ac:spMk id="294" creationId="{5311C97A-AF2D-4F28-B142-BC50FE7D978A}"/>
          </ac:spMkLst>
        </pc:spChg>
        <pc:spChg chg="add mod">
          <ac:chgData name="vidushi dadu" userId="8f6edd75c0a5619a" providerId="LiveId" clId="{4A1D7BB4-DB2B-401C-9583-309F517E6E8F}" dt="2020-10-10T00:48:00.735" v="933" actId="164"/>
          <ac:spMkLst>
            <pc:docMk/>
            <pc:sldMk cId="952049511" sldId="313"/>
            <ac:spMk id="295" creationId="{1F259E27-2C87-4A43-82DF-908779557177}"/>
          </ac:spMkLst>
        </pc:spChg>
        <pc:spChg chg="add mod">
          <ac:chgData name="vidushi dadu" userId="8f6edd75c0a5619a" providerId="LiveId" clId="{4A1D7BB4-DB2B-401C-9583-309F517E6E8F}" dt="2020-10-10T00:48:00.735" v="933" actId="164"/>
          <ac:spMkLst>
            <pc:docMk/>
            <pc:sldMk cId="952049511" sldId="313"/>
            <ac:spMk id="296" creationId="{43067DB5-BB85-4BD1-BB65-BC4C392489CD}"/>
          </ac:spMkLst>
        </pc:spChg>
        <pc:spChg chg="add mod">
          <ac:chgData name="vidushi dadu" userId="8f6edd75c0a5619a" providerId="LiveId" clId="{4A1D7BB4-DB2B-401C-9583-309F517E6E8F}" dt="2020-10-10T00:48:00.735" v="933" actId="164"/>
          <ac:spMkLst>
            <pc:docMk/>
            <pc:sldMk cId="952049511" sldId="313"/>
            <ac:spMk id="297" creationId="{56625F8C-6E01-43E3-8292-864E66C8E0A7}"/>
          </ac:spMkLst>
        </pc:spChg>
        <pc:spChg chg="add del mod">
          <ac:chgData name="vidushi dadu" userId="8f6edd75c0a5619a" providerId="LiveId" clId="{4A1D7BB4-DB2B-401C-9583-309F517E6E8F}" dt="2020-10-10T00:49:20.982" v="952" actId="478"/>
          <ac:spMkLst>
            <pc:docMk/>
            <pc:sldMk cId="952049511" sldId="313"/>
            <ac:spMk id="306" creationId="{29FD7C4E-83C0-4E07-9083-2F4363639AAE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307" creationId="{0BE7B4E5-47F0-4301-9413-F1E5D3948864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308" creationId="{82FDA519-4487-4C5B-9FD5-1FCDD2377CCE}"/>
          </ac:spMkLst>
        </pc:spChg>
        <pc:spChg chg="mod">
          <ac:chgData name="vidushi dadu" userId="8f6edd75c0a5619a" providerId="LiveId" clId="{4A1D7BB4-DB2B-401C-9583-309F517E6E8F}" dt="2020-10-10T00:52:26.118" v="995" actId="164"/>
          <ac:spMkLst>
            <pc:docMk/>
            <pc:sldMk cId="952049511" sldId="313"/>
            <ac:spMk id="310" creationId="{BB3CF6F0-0BAC-46E0-B70A-2ABFDD3B3D93}"/>
          </ac:spMkLst>
        </pc:spChg>
        <pc:spChg chg="del">
          <ac:chgData name="vidushi dadu" userId="8f6edd75c0a5619a" providerId="LiveId" clId="{4A1D7BB4-DB2B-401C-9583-309F517E6E8F}" dt="2020-10-10T00:25:40.421" v="362" actId="478"/>
          <ac:spMkLst>
            <pc:docMk/>
            <pc:sldMk cId="952049511" sldId="313"/>
            <ac:spMk id="311" creationId="{F47C74CF-1BFF-4A0F-BDFC-ACE7D6473381}"/>
          </ac:spMkLst>
        </pc:spChg>
        <pc:spChg chg="del">
          <ac:chgData name="vidushi dadu" userId="8f6edd75c0a5619a" providerId="LiveId" clId="{4A1D7BB4-DB2B-401C-9583-309F517E6E8F}" dt="2020-10-10T00:25:40.421" v="362" actId="478"/>
          <ac:spMkLst>
            <pc:docMk/>
            <pc:sldMk cId="952049511" sldId="313"/>
            <ac:spMk id="313" creationId="{24AA7647-2B32-4B3B-BF4B-7E0CBC48346E}"/>
          </ac:spMkLst>
        </pc:spChg>
        <pc:spChg chg="del">
          <ac:chgData name="vidushi dadu" userId="8f6edd75c0a5619a" providerId="LiveId" clId="{4A1D7BB4-DB2B-401C-9583-309F517E6E8F}" dt="2020-10-10T00:25:40.421" v="362" actId="478"/>
          <ac:spMkLst>
            <pc:docMk/>
            <pc:sldMk cId="952049511" sldId="313"/>
            <ac:spMk id="314" creationId="{9FF32CE0-9E06-4E0A-8832-45CAB6803D5D}"/>
          </ac:spMkLst>
        </pc:spChg>
        <pc:spChg chg="del">
          <ac:chgData name="vidushi dadu" userId="8f6edd75c0a5619a" providerId="LiveId" clId="{4A1D7BB4-DB2B-401C-9583-309F517E6E8F}" dt="2020-10-10T00:38:55.441" v="689" actId="478"/>
          <ac:spMkLst>
            <pc:docMk/>
            <pc:sldMk cId="952049511" sldId="313"/>
            <ac:spMk id="315" creationId="{23F2B8B6-0D51-494C-B182-6D4DDECA45EA}"/>
          </ac:spMkLst>
        </pc:spChg>
        <pc:grpChg chg="add del mod">
          <ac:chgData name="vidushi dadu" userId="8f6edd75c0a5619a" providerId="LiveId" clId="{4A1D7BB4-DB2B-401C-9583-309F517E6E8F}" dt="2020-10-10T00:30:12.085" v="505" actId="165"/>
          <ac:grpSpMkLst>
            <pc:docMk/>
            <pc:sldMk cId="952049511" sldId="313"/>
            <ac:grpSpMk id="6" creationId="{7F958EF8-A1A6-4860-9ACE-5BC27A7E98DE}"/>
          </ac:grpSpMkLst>
        </pc:grpChg>
        <pc:grpChg chg="add mod">
          <ac:chgData name="vidushi dadu" userId="8f6edd75c0a5619a" providerId="LiveId" clId="{4A1D7BB4-DB2B-401C-9583-309F517E6E8F}" dt="2020-10-13T23:40:11.165" v="12069" actId="1076"/>
          <ac:grpSpMkLst>
            <pc:docMk/>
            <pc:sldMk cId="952049511" sldId="313"/>
            <ac:grpSpMk id="69" creationId="{ABFCAE5F-0BAF-4A42-85A9-64A7AA93C329}"/>
          </ac:grpSpMkLst>
        </pc:grpChg>
        <pc:grpChg chg="add del mod">
          <ac:chgData name="vidushi dadu" userId="8f6edd75c0a5619a" providerId="LiveId" clId="{4A1D7BB4-DB2B-401C-9583-309F517E6E8F}" dt="2020-10-13T23:39:35.468" v="12064" actId="478"/>
          <ac:grpSpMkLst>
            <pc:docMk/>
            <pc:sldMk cId="952049511" sldId="313"/>
            <ac:grpSpMk id="82" creationId="{BDCA301B-333E-41F1-B940-7E4212FA6D93}"/>
          </ac:grpSpMkLst>
        </pc:grpChg>
        <pc:graphicFrameChg chg="add del">
          <ac:chgData name="vidushi dadu" userId="8f6edd75c0a5619a" providerId="LiveId" clId="{4A1D7BB4-DB2B-401C-9583-309F517E6E8F}" dt="2020-10-10T00:36:30.196" v="645" actId="478"/>
          <ac:graphicFrameMkLst>
            <pc:docMk/>
            <pc:sldMk cId="952049511" sldId="313"/>
            <ac:graphicFrameMk id="38" creationId="{14DA74ED-07C0-4314-BFCE-4D4AA255E519}"/>
          </ac:graphicFrameMkLst>
        </pc:graphicFrameChg>
        <pc:graphicFrameChg chg="add mod modGraphic">
          <ac:chgData name="vidushi dadu" userId="8f6edd75c0a5619a" providerId="LiveId" clId="{4A1D7BB4-DB2B-401C-9583-309F517E6E8F}" dt="2020-10-12T06:43:24.949" v="6492" actId="20577"/>
          <ac:graphicFrameMkLst>
            <pc:docMk/>
            <pc:sldMk cId="952049511" sldId="313"/>
            <ac:graphicFrameMk id="171" creationId="{525CE75B-AFFF-4049-8CCB-F4B3EFDC0CFC}"/>
          </ac:graphicFrameMkLst>
        </pc:graphicFrameChg>
        <pc:cxnChg chg="add mod">
          <ac:chgData name="vidushi dadu" userId="8f6edd75c0a5619a" providerId="LiveId" clId="{4A1D7BB4-DB2B-401C-9583-309F517E6E8F}" dt="2020-10-12T06:43:45.343" v="6495" actId="692"/>
          <ac:cxnSpMkLst>
            <pc:docMk/>
            <pc:sldMk cId="952049511" sldId="313"/>
            <ac:cxnSpMk id="7" creationId="{5EDF11A1-AA4C-4D54-A72D-213AE783D2A1}"/>
          </ac:cxnSpMkLst>
        </pc:cxnChg>
        <pc:cxnChg chg="add 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71" creationId="{65C415B7-4479-4839-96E9-D4E233D983F3}"/>
          </ac:cxnSpMkLst>
        </pc:cxnChg>
        <pc:cxnChg chg="mod">
          <ac:chgData name="vidushi dadu" userId="8f6edd75c0a5619a" providerId="LiveId" clId="{4A1D7BB4-DB2B-401C-9583-309F517E6E8F}" dt="2020-10-10T00:52:26.118" v="995" actId="164"/>
          <ac:cxnSpMkLst>
            <pc:docMk/>
            <pc:sldMk cId="952049511" sldId="313"/>
            <ac:cxnSpMk id="83" creationId="{250C0596-2FD3-4CF8-97F7-25B6A35B9ACC}"/>
          </ac:cxnSpMkLst>
        </pc:cxnChg>
        <pc:cxnChg chg="mod">
          <ac:chgData name="vidushi dadu" userId="8f6edd75c0a5619a" providerId="LiveId" clId="{4A1D7BB4-DB2B-401C-9583-309F517E6E8F}" dt="2020-10-10T00:52:26.118" v="995" actId="164"/>
          <ac:cxnSpMkLst>
            <pc:docMk/>
            <pc:sldMk cId="952049511" sldId="313"/>
            <ac:cxnSpMk id="86" creationId="{1D6424C0-C92F-490B-80F2-B2908CDFD005}"/>
          </ac:cxnSpMkLst>
        </pc:cxnChg>
        <pc:cxnChg chg="mod">
          <ac:chgData name="vidushi dadu" userId="8f6edd75c0a5619a" providerId="LiveId" clId="{4A1D7BB4-DB2B-401C-9583-309F517E6E8F}" dt="2020-10-10T00:52:26.118" v="995" actId="164"/>
          <ac:cxnSpMkLst>
            <pc:docMk/>
            <pc:sldMk cId="952049511" sldId="313"/>
            <ac:cxnSpMk id="87" creationId="{6AE25F3A-0A8F-4210-B03F-0446463D2B19}"/>
          </ac:cxnSpMkLst>
        </pc:cxnChg>
        <pc:cxnChg chg="mod">
          <ac:chgData name="vidushi dadu" userId="8f6edd75c0a5619a" providerId="LiveId" clId="{4A1D7BB4-DB2B-401C-9583-309F517E6E8F}" dt="2020-10-10T00:52:26.118" v="995" actId="164"/>
          <ac:cxnSpMkLst>
            <pc:docMk/>
            <pc:sldMk cId="952049511" sldId="313"/>
            <ac:cxnSpMk id="88" creationId="{90109FC4-7B44-42D8-BCF7-EC938A0715A1}"/>
          </ac:cxnSpMkLst>
        </pc:cxnChg>
        <pc:cxnChg chg="mod topLvl">
          <ac:chgData name="vidushi dadu" userId="8f6edd75c0a5619a" providerId="LiveId" clId="{4A1D7BB4-DB2B-401C-9583-309F517E6E8F}" dt="2020-10-10T00:48:00.735" v="933" actId="164"/>
          <ac:cxnSpMkLst>
            <pc:docMk/>
            <pc:sldMk cId="952049511" sldId="313"/>
            <ac:cxnSpMk id="91" creationId="{661742F0-AA6D-4096-81C5-623DBCD0AE02}"/>
          </ac:cxnSpMkLst>
        </pc:cxnChg>
        <pc:cxnChg chg="mod topLvl">
          <ac:chgData name="vidushi dadu" userId="8f6edd75c0a5619a" providerId="LiveId" clId="{4A1D7BB4-DB2B-401C-9583-309F517E6E8F}" dt="2020-10-10T00:48:00.735" v="933" actId="164"/>
          <ac:cxnSpMkLst>
            <pc:docMk/>
            <pc:sldMk cId="952049511" sldId="313"/>
            <ac:cxnSpMk id="94" creationId="{3D51EA52-2BD3-4315-92C7-6946CE97F2E5}"/>
          </ac:cxnSpMkLst>
        </pc:cxnChg>
        <pc:cxnChg chg="del mod topLvl">
          <ac:chgData name="vidushi dadu" userId="8f6edd75c0a5619a" providerId="LiveId" clId="{4A1D7BB4-DB2B-401C-9583-309F517E6E8F}" dt="2020-10-10T00:35:33.799" v="630" actId="478"/>
          <ac:cxnSpMkLst>
            <pc:docMk/>
            <pc:sldMk cId="952049511" sldId="313"/>
            <ac:cxnSpMk id="102" creationId="{BE4EC80B-01C4-41D9-9285-33A23A9470F2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04" creationId="{A7182B71-4A20-4468-B4C2-6F6EB5B27AB3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05" creationId="{F8CEB27D-1DEE-4E8D-9634-0A5910D99356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06" creationId="{6C523A0B-124C-4012-AB7B-9E6120212B12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07" creationId="{C9073A1E-5DE3-45A7-85EE-616810099B46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08" creationId="{03962404-FEB5-4302-9FC4-2946DBE067CE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09" creationId="{5D977E55-7AD2-4531-B64A-C2A6CE0DFEF9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10" creationId="{17D5EABA-40FF-4459-A7DE-99AFCCAA130A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11" creationId="{CC643842-14BB-42C8-8C90-B114C4B59CCD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15" creationId="{D12BFDC5-B1CB-489E-8B4D-F6529D03EBE2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16" creationId="{A2EC92CB-9222-40F6-86E3-97DC614554D0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21" creationId="{AC00B86C-BD16-4EF6-83E2-734660118FE2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22" creationId="{635BA5F8-E1CF-46AD-A5D4-882700BBC105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23" creationId="{15F0F37D-E9A2-4DA8-9BF3-F3EE158BA2A4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24" creationId="{93C40E42-2869-4914-8C86-5C8528BED11C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28" creationId="{7ECA8B1B-0F92-46D5-948B-E7EFC8A0809E}"/>
          </ac:cxnSpMkLst>
        </pc:cxnChg>
        <pc:cxnChg chg="add mod">
          <ac:chgData name="vidushi dadu" userId="8f6edd75c0a5619a" providerId="LiveId" clId="{4A1D7BB4-DB2B-401C-9583-309F517E6E8F}" dt="2020-10-10T00:48:00.735" v="933" actId="164"/>
          <ac:cxnSpMkLst>
            <pc:docMk/>
            <pc:sldMk cId="952049511" sldId="313"/>
            <ac:cxnSpMk id="173" creationId="{BD3459B6-8C88-4D86-8C38-D2D0D9EAC77F}"/>
          </ac:cxnSpMkLst>
        </pc:cxnChg>
        <pc:cxnChg chg="add mod">
          <ac:chgData name="vidushi dadu" userId="8f6edd75c0a5619a" providerId="LiveId" clId="{4A1D7BB4-DB2B-401C-9583-309F517E6E8F}" dt="2020-10-10T00:48:00.735" v="933" actId="164"/>
          <ac:cxnSpMkLst>
            <pc:docMk/>
            <pc:sldMk cId="952049511" sldId="313"/>
            <ac:cxnSpMk id="177" creationId="{50769805-5A89-4B1A-A08C-0C6610976685}"/>
          </ac:cxnSpMkLst>
        </pc:cxnChg>
        <pc:cxnChg chg="del">
          <ac:chgData name="vidushi dadu" userId="8f6edd75c0a5619a" providerId="LiveId" clId="{4A1D7BB4-DB2B-401C-9583-309F517E6E8F}" dt="2020-10-10T00:51:20.487" v="981" actId="478"/>
          <ac:cxnSpMkLst>
            <pc:docMk/>
            <pc:sldMk cId="952049511" sldId="313"/>
            <ac:cxnSpMk id="180" creationId="{C5D818BF-0003-4487-9AEC-6279E0E8545B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88" creationId="{743A26FA-E95C-4693-BC6B-C1E1210172D4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89" creationId="{A0282758-8F7C-4D30-B197-F0C5BE9431E2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90" creationId="{BD0B08D6-0017-4E8C-A870-13E1D52CC8FA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91" creationId="{CC236253-86AC-47C8-AF1F-AAAD35A8E01A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92" creationId="{04858682-B1CA-4510-9D8B-FAD7B27683A3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93" creationId="{30271073-14D1-4522-BFD4-6D63DBDC92E4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94" creationId="{621766D1-4160-43ED-BE4B-FE0E6BEFB370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98" creationId="{F8453795-B873-4687-97E6-3167372A86A0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199" creationId="{AE983ACF-3C88-46DB-97A3-4684881BA0B9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00" creationId="{5FEEFA63-7F6D-4491-8D88-648EBA7D6E8F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01" creationId="{1E4635F7-B21E-414C-9D28-0B50101E2585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02" creationId="{1CB0E8AE-C216-4D46-BC15-05C48ED3812E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03" creationId="{E8E14529-DD54-4E16-9E41-8CF0DD4301FC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04" creationId="{CC1D2B04-94A8-46BA-B488-557B3DB8D278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07" creationId="{7C1FCA32-3346-4BB6-A15F-76E5AB79A58A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08" creationId="{A1E12335-F953-44C3-A3CA-097DA426C47C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09" creationId="{80E78E84-31AA-410F-AEA4-080A6AEF27B1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10" creationId="{73946643-3562-4629-9E7B-1756B2AA28C5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11" creationId="{08C7C2D7-C6E7-4C98-8DEF-F36910C1906A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12" creationId="{6A69B7B7-A338-4378-A17C-61E78C653BF2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15" creationId="{B52A94C7-2C9A-416D-878F-10CD384D7CFC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16" creationId="{D45CBFFC-7AA4-445C-9E3A-B6BF9073C23C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17" creationId="{8B9C1E57-D71A-4064-B9D9-60FA0C35A1D5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18" creationId="{81622403-1039-4C11-9B4B-9E0E62970F29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19" creationId="{FD61CFBE-C991-4F2F-A03B-5352A7345F8A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20" creationId="{D317833A-6B76-42DB-9941-1E7B23616A03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24" creationId="{75EC5015-6B0C-4620-BEBE-92E26E360776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25" creationId="{110FA564-C235-400C-8467-E54BE4B056A1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26" creationId="{8D04C950-611A-4E2A-ABC0-ED15F0FD26D6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27" creationId="{EEE8904B-5770-4838-A120-75941C430E70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28" creationId="{3B433E21-F894-4B92-A8BB-5672F99E625E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29" creationId="{6B7EFFD6-109A-4403-A613-6A3EB5E38C81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30" creationId="{7A5D8964-8F01-42B4-BEDF-64FCCF2A3646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33" creationId="{758C0D6A-215C-44EA-BE5A-3CA297474A80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34" creationId="{7D7D35BF-E321-4F4C-B3B9-E221420C95E6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35" creationId="{BAF4D608-0F1E-4901-A08C-E386B56273A7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36" creationId="{127ED3A6-AF55-4026-8EC0-979CA1DCC8BF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37" creationId="{6C6F5521-AA45-4823-8CFC-B5DD4A121083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38" creationId="{3E216CA8-8740-4BBE-BB47-0F8E66904D89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41" creationId="{E0C30D48-854D-4171-BD54-75E9DCDC6EAC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42" creationId="{34FB5D5E-89D2-4FBB-BCEA-46D99175784D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43" creationId="{7BB8C46F-A832-444A-9C97-29E8D56A9925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44" creationId="{5ADAAC99-030D-4BA5-A2C2-38EF68185DE4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45" creationId="{BF9B5171-ED81-4F11-A643-7B6AE13D050B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46" creationId="{2B74ADA9-8C52-42D0-AB2C-E46C1DFBFA36}"/>
          </ac:cxnSpMkLst>
        </pc:cxnChg>
        <pc:cxnChg chg="mod">
          <ac:chgData name="vidushi dadu" userId="8f6edd75c0a5619a" providerId="LiveId" clId="{4A1D7BB4-DB2B-401C-9583-309F517E6E8F}" dt="2020-10-10T00:52:26.118" v="995" actId="164"/>
          <ac:cxnSpMkLst>
            <pc:docMk/>
            <pc:sldMk cId="952049511" sldId="313"/>
            <ac:cxnSpMk id="247" creationId="{EE72E3F2-5488-4122-BBE5-B9760481608D}"/>
          </ac:cxnSpMkLst>
        </pc:cxnChg>
        <pc:cxnChg chg="mod">
          <ac:chgData name="vidushi dadu" userId="8f6edd75c0a5619a" providerId="LiveId" clId="{4A1D7BB4-DB2B-401C-9583-309F517E6E8F}" dt="2020-10-10T00:52:26.118" v="995" actId="164"/>
          <ac:cxnSpMkLst>
            <pc:docMk/>
            <pc:sldMk cId="952049511" sldId="313"/>
            <ac:cxnSpMk id="248" creationId="{87580E11-7635-42B3-83DC-61A1D931CEA1}"/>
          </ac:cxnSpMkLst>
        </pc:cxnChg>
        <pc:cxnChg chg="mod">
          <ac:chgData name="vidushi dadu" userId="8f6edd75c0a5619a" providerId="LiveId" clId="{4A1D7BB4-DB2B-401C-9583-309F517E6E8F}" dt="2020-10-10T00:52:26.118" v="995" actId="164"/>
          <ac:cxnSpMkLst>
            <pc:docMk/>
            <pc:sldMk cId="952049511" sldId="313"/>
            <ac:cxnSpMk id="249" creationId="{1F028EB5-E889-4A72-AF9F-771CD8986F74}"/>
          </ac:cxnSpMkLst>
        </pc:cxnChg>
        <pc:cxnChg chg="mod">
          <ac:chgData name="vidushi dadu" userId="8f6edd75c0a5619a" providerId="LiveId" clId="{4A1D7BB4-DB2B-401C-9583-309F517E6E8F}" dt="2020-10-10T00:52:26.118" v="995" actId="164"/>
          <ac:cxnSpMkLst>
            <pc:docMk/>
            <pc:sldMk cId="952049511" sldId="313"/>
            <ac:cxnSpMk id="250" creationId="{25928FAE-9122-47F3-A084-9C7FCC247622}"/>
          </ac:cxnSpMkLst>
        </pc:cxnChg>
        <pc:cxnChg chg="del mod">
          <ac:chgData name="vidushi dadu" userId="8f6edd75c0a5619a" providerId="LiveId" clId="{4A1D7BB4-DB2B-401C-9583-309F517E6E8F}" dt="2020-10-10T00:52:19.975" v="994" actId="478"/>
          <ac:cxnSpMkLst>
            <pc:docMk/>
            <pc:sldMk cId="952049511" sldId="313"/>
            <ac:cxnSpMk id="252" creationId="{E01082F8-2E21-431F-B4FF-60660D687835}"/>
          </ac:cxnSpMkLst>
        </pc:cxnChg>
        <pc:cxnChg chg="mod">
          <ac:chgData name="vidushi dadu" userId="8f6edd75c0a5619a" providerId="LiveId" clId="{4A1D7BB4-DB2B-401C-9583-309F517E6E8F}" dt="2020-10-10T00:52:26.118" v="995" actId="164"/>
          <ac:cxnSpMkLst>
            <pc:docMk/>
            <pc:sldMk cId="952049511" sldId="313"/>
            <ac:cxnSpMk id="253" creationId="{0E21427F-953F-47DE-B204-342F9136EDF2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57" creationId="{3FC7E19E-2E1B-4D3D-8B42-FEB2D2C840FB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58" creationId="{36D1891D-8D52-41FF-A4B4-65ACA7B0847B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59" creationId="{4460783A-9105-49CC-AAEB-AB00F51666CA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60" creationId="{AE66C4A2-30C5-4AC0-8073-3DDF5921C61C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61" creationId="{AA20F3E0-7B55-44AB-9775-FD658EA687ED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62" creationId="{D2AC7DF3-0500-49DC-BB79-13CFB47ADCB6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63" creationId="{BBE72693-DF09-4DF5-91C1-4200CDFB33B2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66" creationId="{65C50FE0-1179-426E-B18F-2C4FAA4D177B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67" creationId="{2B64AE9D-967B-485D-85BF-4CC3F07FF7F4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68" creationId="{CD4F2C4D-D014-4C66-85BF-ADDFDF3C66FE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69" creationId="{74D499FF-F934-45FD-95CB-E17891A0F176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70" creationId="{DF84F198-81B6-4A80-B8C7-8E242F5AF3DE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71" creationId="{A8BF984F-6365-4DF0-8DDD-85F542DD07D8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74" creationId="{D43C40E2-F0CB-4678-9E38-BE20A44FB58B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75" creationId="{4769CEBF-85E1-4FA7-9400-41E767942B47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76" creationId="{0FEAFC7F-BF09-401B-9080-26F33B420D7A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77" creationId="{AC9C7B1B-B7E3-419A-913F-9356443F4A2D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78" creationId="{23F3AA72-0396-4928-8320-C70121FA4AA1}"/>
          </ac:cxnSpMkLst>
        </pc:cxnChg>
        <pc:cxnChg chg="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279" creationId="{A3D7F3FB-ECBD-4053-BD71-450F94FB206A}"/>
          </ac:cxnSpMkLst>
        </pc:cxnChg>
        <pc:cxnChg chg="mod">
          <ac:chgData name="vidushi dadu" userId="8f6edd75c0a5619a" providerId="LiveId" clId="{4A1D7BB4-DB2B-401C-9583-309F517E6E8F}" dt="2020-10-10T00:52:26.118" v="995" actId="164"/>
          <ac:cxnSpMkLst>
            <pc:docMk/>
            <pc:sldMk cId="952049511" sldId="313"/>
            <ac:cxnSpMk id="280" creationId="{07705E03-8CE8-4B35-A39F-2C78501902D7}"/>
          </ac:cxnSpMkLst>
        </pc:cxnChg>
        <pc:cxnChg chg="del">
          <ac:chgData name="vidushi dadu" userId="8f6edd75c0a5619a" providerId="LiveId" clId="{4A1D7BB4-DB2B-401C-9583-309F517E6E8F}" dt="2020-10-10T00:51:32.023" v="983" actId="478"/>
          <ac:cxnSpMkLst>
            <pc:docMk/>
            <pc:sldMk cId="952049511" sldId="313"/>
            <ac:cxnSpMk id="284" creationId="{59B0E1A8-B6A4-4B75-9D3E-15D0521DD87C}"/>
          </ac:cxnSpMkLst>
        </pc:cxnChg>
        <pc:cxnChg chg="del">
          <ac:chgData name="vidushi dadu" userId="8f6edd75c0a5619a" providerId="LiveId" clId="{4A1D7BB4-DB2B-401C-9583-309F517E6E8F}" dt="2020-10-10T00:51:32.023" v="983" actId="478"/>
          <ac:cxnSpMkLst>
            <pc:docMk/>
            <pc:sldMk cId="952049511" sldId="313"/>
            <ac:cxnSpMk id="285" creationId="{4A25B335-DE21-440F-8E2A-9DCC5DEE539E}"/>
          </ac:cxnSpMkLst>
        </pc:cxnChg>
        <pc:cxnChg chg="del">
          <ac:chgData name="vidushi dadu" userId="8f6edd75c0a5619a" providerId="LiveId" clId="{4A1D7BB4-DB2B-401C-9583-309F517E6E8F}" dt="2020-10-10T00:51:32.023" v="983" actId="478"/>
          <ac:cxnSpMkLst>
            <pc:docMk/>
            <pc:sldMk cId="952049511" sldId="313"/>
            <ac:cxnSpMk id="286" creationId="{AE5706D7-6180-4698-9EC9-BA322B8C6F19}"/>
          </ac:cxnSpMkLst>
        </pc:cxnChg>
        <pc:cxnChg chg="del">
          <ac:chgData name="vidushi dadu" userId="8f6edd75c0a5619a" providerId="LiveId" clId="{4A1D7BB4-DB2B-401C-9583-309F517E6E8F}" dt="2020-10-10T00:51:32.023" v="983" actId="478"/>
          <ac:cxnSpMkLst>
            <pc:docMk/>
            <pc:sldMk cId="952049511" sldId="313"/>
            <ac:cxnSpMk id="287" creationId="{D2C053E4-571D-4177-9FBA-61ADA8EF146F}"/>
          </ac:cxnSpMkLst>
        </pc:cxnChg>
        <pc:cxnChg chg="del">
          <ac:chgData name="vidushi dadu" userId="8f6edd75c0a5619a" providerId="LiveId" clId="{4A1D7BB4-DB2B-401C-9583-309F517E6E8F}" dt="2020-10-10T00:51:32.023" v="983" actId="478"/>
          <ac:cxnSpMkLst>
            <pc:docMk/>
            <pc:sldMk cId="952049511" sldId="313"/>
            <ac:cxnSpMk id="288" creationId="{C6CBAA05-D3AD-40CC-A2EF-67C72DC2E394}"/>
          </ac:cxnSpMkLst>
        </pc:cxnChg>
        <pc:cxnChg chg="add mod">
          <ac:chgData name="vidushi dadu" userId="8f6edd75c0a5619a" providerId="LiveId" clId="{4A1D7BB4-DB2B-401C-9583-309F517E6E8F}" dt="2020-10-10T00:48:00.735" v="933" actId="164"/>
          <ac:cxnSpMkLst>
            <pc:docMk/>
            <pc:sldMk cId="952049511" sldId="313"/>
            <ac:cxnSpMk id="290" creationId="{3A18A72C-D33E-40FC-B29D-7E96E703D46D}"/>
          </ac:cxnSpMkLst>
        </pc:cxnChg>
        <pc:cxnChg chg="del mod">
          <ac:chgData name="vidushi dadu" userId="8f6edd75c0a5619a" providerId="LiveId" clId="{4A1D7BB4-DB2B-401C-9583-309F517E6E8F}" dt="2020-10-10T00:51:25.270" v="982" actId="478"/>
          <ac:cxnSpMkLst>
            <pc:docMk/>
            <pc:sldMk cId="952049511" sldId="313"/>
            <ac:cxnSpMk id="291" creationId="{3DC7FE47-17C0-4240-9004-9DC0DBAC0A4E}"/>
          </ac:cxnSpMkLst>
        </pc:cxnChg>
        <pc:cxnChg chg="add mod">
          <ac:chgData name="vidushi dadu" userId="8f6edd75c0a5619a" providerId="LiveId" clId="{4A1D7BB4-DB2B-401C-9583-309F517E6E8F}" dt="2020-10-11T08:50:08.153" v="4954" actId="208"/>
          <ac:cxnSpMkLst>
            <pc:docMk/>
            <pc:sldMk cId="952049511" sldId="313"/>
            <ac:cxnSpMk id="293" creationId="{1280B583-4AE7-48B7-8ADA-239DB11C7720}"/>
          </ac:cxnSpMkLst>
        </pc:cxnChg>
        <pc:cxnChg chg="add mod">
          <ac:chgData name="vidushi dadu" userId="8f6edd75c0a5619a" providerId="LiveId" clId="{4A1D7BB4-DB2B-401C-9583-309F517E6E8F}" dt="2020-10-10T00:48:00.735" v="933" actId="164"/>
          <ac:cxnSpMkLst>
            <pc:docMk/>
            <pc:sldMk cId="952049511" sldId="313"/>
            <ac:cxnSpMk id="298" creationId="{40351F67-B340-4156-A3FA-CA519A0A4443}"/>
          </ac:cxnSpMkLst>
        </pc:cxnChg>
        <pc:cxnChg chg="add mod">
          <ac:chgData name="vidushi dadu" userId="8f6edd75c0a5619a" providerId="LiveId" clId="{4A1D7BB4-DB2B-401C-9583-309F517E6E8F}" dt="2020-10-10T00:48:00.735" v="933" actId="164"/>
          <ac:cxnSpMkLst>
            <pc:docMk/>
            <pc:sldMk cId="952049511" sldId="313"/>
            <ac:cxnSpMk id="299" creationId="{9CEC9481-5CB7-46C1-B501-1DC01CC414A6}"/>
          </ac:cxnSpMkLst>
        </pc:cxnChg>
        <pc:cxnChg chg="add mod">
          <ac:chgData name="vidushi dadu" userId="8f6edd75c0a5619a" providerId="LiveId" clId="{4A1D7BB4-DB2B-401C-9583-309F517E6E8F}" dt="2020-10-10T00:48:00.735" v="933" actId="164"/>
          <ac:cxnSpMkLst>
            <pc:docMk/>
            <pc:sldMk cId="952049511" sldId="313"/>
            <ac:cxnSpMk id="300" creationId="{5BFB76CA-32F1-46B2-831A-229C7CFC7EEF}"/>
          </ac:cxnSpMkLst>
        </pc:cxnChg>
        <pc:cxnChg chg="add mod">
          <ac:chgData name="vidushi dadu" userId="8f6edd75c0a5619a" providerId="LiveId" clId="{4A1D7BB4-DB2B-401C-9583-309F517E6E8F}" dt="2020-10-10T00:48:00.735" v="933" actId="164"/>
          <ac:cxnSpMkLst>
            <pc:docMk/>
            <pc:sldMk cId="952049511" sldId="313"/>
            <ac:cxnSpMk id="301" creationId="{199E6196-590E-49DE-9D4B-4CD8D72420EC}"/>
          </ac:cxnSpMkLst>
        </pc:cxnChg>
        <pc:cxnChg chg="add mod">
          <ac:chgData name="vidushi dadu" userId="8f6edd75c0a5619a" providerId="LiveId" clId="{4A1D7BB4-DB2B-401C-9583-309F517E6E8F}" dt="2020-10-10T00:48:00.735" v="933" actId="164"/>
          <ac:cxnSpMkLst>
            <pc:docMk/>
            <pc:sldMk cId="952049511" sldId="313"/>
            <ac:cxnSpMk id="302" creationId="{9D552DA1-5AA2-4962-8417-C2864417A59B}"/>
          </ac:cxnSpMkLst>
        </pc:cxnChg>
        <pc:cxnChg chg="add mod">
          <ac:chgData name="vidushi dadu" userId="8f6edd75c0a5619a" providerId="LiveId" clId="{4A1D7BB4-DB2B-401C-9583-309F517E6E8F}" dt="2020-10-10T00:48:00.735" v="933" actId="164"/>
          <ac:cxnSpMkLst>
            <pc:docMk/>
            <pc:sldMk cId="952049511" sldId="313"/>
            <ac:cxnSpMk id="303" creationId="{28A94F0B-2207-4B30-8CE7-E82B8769006D}"/>
          </ac:cxnSpMkLst>
        </pc:cxnChg>
        <pc:cxnChg chg="add mod">
          <ac:chgData name="vidushi dadu" userId="8f6edd75c0a5619a" providerId="LiveId" clId="{4A1D7BB4-DB2B-401C-9583-309F517E6E8F}" dt="2020-10-10T00:48:00.735" v="933" actId="164"/>
          <ac:cxnSpMkLst>
            <pc:docMk/>
            <pc:sldMk cId="952049511" sldId="313"/>
            <ac:cxnSpMk id="304" creationId="{208F5194-3A1B-45C3-A690-8511F39DF209}"/>
          </ac:cxnSpMkLst>
        </pc:cxnChg>
        <pc:cxnChg chg="add mod">
          <ac:chgData name="vidushi dadu" userId="8f6edd75c0a5619a" providerId="LiveId" clId="{4A1D7BB4-DB2B-401C-9583-309F517E6E8F}" dt="2020-10-10T00:48:00.735" v="933" actId="164"/>
          <ac:cxnSpMkLst>
            <pc:docMk/>
            <pc:sldMk cId="952049511" sldId="313"/>
            <ac:cxnSpMk id="305" creationId="{DFE71EF1-D729-406C-9729-67F27E5234A0}"/>
          </ac:cxnSpMkLst>
        </pc:cxnChg>
        <pc:cxnChg chg="add 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309" creationId="{257801B1-4E26-4D06-BFB0-41C5C0EFF871}"/>
          </ac:cxnSpMkLst>
        </pc:cxnChg>
        <pc:cxnChg chg="add 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312" creationId="{527B2B62-DE36-415E-B0B9-ACE8A512FCE8}"/>
          </ac:cxnSpMkLst>
        </pc:cxnChg>
        <pc:cxnChg chg="add mod">
          <ac:chgData name="vidushi dadu" userId="8f6edd75c0a5619a" providerId="LiveId" clId="{4A1D7BB4-DB2B-401C-9583-309F517E6E8F}" dt="2020-10-13T23:39:35.468" v="12064" actId="478"/>
          <ac:cxnSpMkLst>
            <pc:docMk/>
            <pc:sldMk cId="952049511" sldId="313"/>
            <ac:cxnSpMk id="316" creationId="{AF49C200-27AD-47EB-8050-486A5E4136C1}"/>
          </ac:cxnSpMkLst>
        </pc:cxnChg>
      </pc:sldChg>
      <pc:sldChg chg="add del">
        <pc:chgData name="vidushi dadu" userId="8f6edd75c0a5619a" providerId="LiveId" clId="{4A1D7BB4-DB2B-401C-9583-309F517E6E8F}" dt="2020-10-14T00:25:47.768" v="12922" actId="2696"/>
        <pc:sldMkLst>
          <pc:docMk/>
          <pc:sldMk cId="54588669" sldId="314"/>
        </pc:sldMkLst>
      </pc:sldChg>
      <pc:sldChg chg="addSp delSp modSp add del modTransition addAnim delAnim modAnim addCm modCm">
        <pc:chgData name="vidushi dadu" userId="8f6edd75c0a5619a" providerId="LiveId" clId="{4A1D7BB4-DB2B-401C-9583-309F517E6E8F}" dt="2020-10-13T23:42:45.275" v="12109" actId="2696"/>
        <pc:sldMkLst>
          <pc:docMk/>
          <pc:sldMk cId="3337431538" sldId="314"/>
        </pc:sldMkLst>
        <pc:spChg chg="del mod">
          <ac:chgData name="vidushi dadu" userId="8f6edd75c0a5619a" providerId="LiveId" clId="{4A1D7BB4-DB2B-401C-9583-309F517E6E8F}" dt="2020-10-10T00:52:45.930" v="997" actId="478"/>
          <ac:spMkLst>
            <pc:docMk/>
            <pc:sldMk cId="3337431538" sldId="314"/>
            <ac:spMk id="3" creationId="{43361953-8C02-454A-B7E7-47CEF6A3B1D1}"/>
          </ac:spMkLst>
        </pc:spChg>
        <pc:spChg chg="add del mod">
          <ac:chgData name="vidushi dadu" userId="8f6edd75c0a5619a" providerId="LiveId" clId="{4A1D7BB4-DB2B-401C-9583-309F517E6E8F}" dt="2020-10-10T00:52:48.712" v="998" actId="478"/>
          <ac:spMkLst>
            <pc:docMk/>
            <pc:sldMk cId="3337431538" sldId="314"/>
            <ac:spMk id="7" creationId="{7B09BE0D-F3C3-46CD-B08B-655A7F500EEB}"/>
          </ac:spMkLst>
        </pc:spChg>
        <pc:spChg chg="add del">
          <ac:chgData name="vidushi dadu" userId="8f6edd75c0a5619a" providerId="LiveId" clId="{4A1D7BB4-DB2B-401C-9583-309F517E6E8F}" dt="2020-10-10T05:12:42.929" v="4581" actId="478"/>
          <ac:spMkLst>
            <pc:docMk/>
            <pc:sldMk cId="3337431538" sldId="314"/>
            <ac:spMk id="8" creationId="{AE5D7947-5957-46DF-B1D2-55F175FB004D}"/>
          </ac:spMkLst>
        </pc:spChg>
        <pc:spChg chg="del">
          <ac:chgData name="vidushi dadu" userId="8f6edd75c0a5619a" providerId="LiveId" clId="{4A1D7BB4-DB2B-401C-9583-309F517E6E8F}" dt="2020-10-10T00:26:10.286" v="367" actId="478"/>
          <ac:spMkLst>
            <pc:docMk/>
            <pc:sldMk cId="3337431538" sldId="314"/>
            <ac:spMk id="15" creationId="{1ADD31EF-6581-435F-9195-F8462B04F9E7}"/>
          </ac:spMkLst>
        </pc:spChg>
        <pc:spChg chg="del">
          <ac:chgData name="vidushi dadu" userId="8f6edd75c0a5619a" providerId="LiveId" clId="{4A1D7BB4-DB2B-401C-9583-309F517E6E8F}" dt="2020-10-10T00:26:28.318" v="371" actId="478"/>
          <ac:spMkLst>
            <pc:docMk/>
            <pc:sldMk cId="3337431538" sldId="314"/>
            <ac:spMk id="16" creationId="{6A685575-EFD3-4BA3-AC6F-91AF9B1996A2}"/>
          </ac:spMkLst>
        </pc:spChg>
        <pc:spChg chg="add del">
          <ac:chgData name="vidushi dadu" userId="8f6edd75c0a5619a" providerId="LiveId" clId="{4A1D7BB4-DB2B-401C-9583-309F517E6E8F}" dt="2020-10-12T06:44:51.301" v="6526" actId="478"/>
          <ac:spMkLst>
            <pc:docMk/>
            <pc:sldMk cId="3337431538" sldId="314"/>
            <ac:spMk id="17" creationId="{D9F69756-6E0D-4B29-9717-F1E5B0A06419}"/>
          </ac:spMkLst>
        </pc:spChg>
        <pc:spChg chg="del">
          <ac:chgData name="vidushi dadu" userId="8f6edd75c0a5619a" providerId="LiveId" clId="{4A1D7BB4-DB2B-401C-9583-309F517E6E8F}" dt="2020-10-10T00:26:14.967" v="368" actId="478"/>
          <ac:spMkLst>
            <pc:docMk/>
            <pc:sldMk cId="3337431538" sldId="314"/>
            <ac:spMk id="19" creationId="{967F0099-39F1-40D9-9656-DB3684646761}"/>
          </ac:spMkLst>
        </pc:spChg>
        <pc:spChg chg="del">
          <ac:chgData name="vidushi dadu" userId="8f6edd75c0a5619a" providerId="LiveId" clId="{4A1D7BB4-DB2B-401C-9583-309F517E6E8F}" dt="2020-10-10T00:26:10.286" v="367" actId="478"/>
          <ac:spMkLst>
            <pc:docMk/>
            <pc:sldMk cId="3337431538" sldId="314"/>
            <ac:spMk id="20" creationId="{661C3F32-F733-4E5F-8E3F-23F770B2149D}"/>
          </ac:spMkLst>
        </pc:spChg>
        <pc:spChg chg="del">
          <ac:chgData name="vidushi dadu" userId="8f6edd75c0a5619a" providerId="LiveId" clId="{4A1D7BB4-DB2B-401C-9583-309F517E6E8F}" dt="2020-10-10T00:53:48.327" v="1011" actId="478"/>
          <ac:spMkLst>
            <pc:docMk/>
            <pc:sldMk cId="3337431538" sldId="314"/>
            <ac:spMk id="22" creationId="{927C4354-D5A8-421B-BF4B-981D3B81B632}"/>
          </ac:spMkLst>
        </pc:spChg>
        <pc:spChg chg="del">
          <ac:chgData name="vidushi dadu" userId="8f6edd75c0a5619a" providerId="LiveId" clId="{4A1D7BB4-DB2B-401C-9583-309F517E6E8F}" dt="2020-10-10T00:26:10.286" v="367" actId="478"/>
          <ac:spMkLst>
            <pc:docMk/>
            <pc:sldMk cId="3337431538" sldId="314"/>
            <ac:spMk id="23" creationId="{6FF0935F-F842-4F9B-85CF-AB206B7D95E6}"/>
          </ac:spMkLst>
        </pc:spChg>
        <pc:spChg chg="add del">
          <ac:chgData name="vidushi dadu" userId="8f6edd75c0a5619a" providerId="LiveId" clId="{4A1D7BB4-DB2B-401C-9583-309F517E6E8F}" dt="2020-10-12T06:44:51.301" v="6526" actId="478"/>
          <ac:spMkLst>
            <pc:docMk/>
            <pc:sldMk cId="3337431538" sldId="314"/>
            <ac:spMk id="26" creationId="{39E28AC3-53FD-4092-9643-74FD5854CE63}"/>
          </ac:spMkLst>
        </pc:spChg>
        <pc:spChg chg="del">
          <ac:chgData name="vidushi dadu" userId="8f6edd75c0a5619a" providerId="LiveId" clId="{4A1D7BB4-DB2B-401C-9583-309F517E6E8F}" dt="2020-10-10T00:26:14.967" v="368" actId="478"/>
          <ac:spMkLst>
            <pc:docMk/>
            <pc:sldMk cId="3337431538" sldId="314"/>
            <ac:spMk id="33" creationId="{D60A50BE-E146-44DE-A2F7-01BD976E8F65}"/>
          </ac:spMkLst>
        </pc:spChg>
        <pc:spChg chg="del">
          <ac:chgData name="vidushi dadu" userId="8f6edd75c0a5619a" providerId="LiveId" clId="{4A1D7BB4-DB2B-401C-9583-309F517E6E8F}" dt="2020-10-10T00:26:43.670" v="404" actId="478"/>
          <ac:spMkLst>
            <pc:docMk/>
            <pc:sldMk cId="3337431538" sldId="314"/>
            <ac:spMk id="36" creationId="{8C9B06D4-E32F-431D-9C8F-1FA77553F53E}"/>
          </ac:spMkLst>
        </pc:spChg>
        <pc:spChg chg="del">
          <ac:chgData name="vidushi dadu" userId="8f6edd75c0a5619a" providerId="LiveId" clId="{4A1D7BB4-DB2B-401C-9583-309F517E6E8F}" dt="2020-10-10T00:26:14.967" v="368" actId="478"/>
          <ac:spMkLst>
            <pc:docMk/>
            <pc:sldMk cId="3337431538" sldId="314"/>
            <ac:spMk id="84" creationId="{CF2C9BC6-000C-401D-AF20-96122CC9E516}"/>
          </ac:spMkLst>
        </pc:spChg>
        <pc:spChg chg="del">
          <ac:chgData name="vidushi dadu" userId="8f6edd75c0a5619a" providerId="LiveId" clId="{4A1D7BB4-DB2B-401C-9583-309F517E6E8F}" dt="2020-10-10T00:26:14.967" v="368" actId="478"/>
          <ac:spMkLst>
            <pc:docMk/>
            <pc:sldMk cId="3337431538" sldId="314"/>
            <ac:spMk id="89" creationId="{357E1F1C-CE70-4F83-B306-3135BC1034C2}"/>
          </ac:spMkLst>
        </pc:spChg>
        <pc:spChg chg="del">
          <ac:chgData name="vidushi dadu" userId="8f6edd75c0a5619a" providerId="LiveId" clId="{4A1D7BB4-DB2B-401C-9583-309F517E6E8F}" dt="2020-10-10T00:26:14.967" v="368" actId="478"/>
          <ac:spMkLst>
            <pc:docMk/>
            <pc:sldMk cId="3337431538" sldId="314"/>
            <ac:spMk id="90" creationId="{6007E763-54B6-491E-A766-0DA1ACA6DF48}"/>
          </ac:spMkLst>
        </pc:spChg>
        <pc:spChg chg="add del">
          <ac:chgData name="vidushi dadu" userId="8f6edd75c0a5619a" providerId="LiveId" clId="{4A1D7BB4-DB2B-401C-9583-309F517E6E8F}" dt="2020-10-12T06:44:38.740" v="6522" actId="478"/>
          <ac:spMkLst>
            <pc:docMk/>
            <pc:sldMk cId="3337431538" sldId="314"/>
            <ac:spMk id="92" creationId="{DE77DC57-1115-4EA5-96A4-00CD3F039085}"/>
          </ac:spMkLst>
        </pc:spChg>
        <pc:spChg chg="add del">
          <ac:chgData name="vidushi dadu" userId="8f6edd75c0a5619a" providerId="LiveId" clId="{4A1D7BB4-DB2B-401C-9583-309F517E6E8F}" dt="2020-10-12T06:44:38.740" v="6522" actId="478"/>
          <ac:spMkLst>
            <pc:docMk/>
            <pc:sldMk cId="3337431538" sldId="314"/>
            <ac:spMk id="93" creationId="{37C24AD1-D6AB-4D1C-9FEA-71EDBDB98E03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95" creationId="{04D477E4-9ECA-472C-BB1F-55EB748E6451}"/>
          </ac:spMkLst>
        </pc:spChg>
        <pc:spChg chg="add del">
          <ac:chgData name="vidushi dadu" userId="8f6edd75c0a5619a" providerId="LiveId" clId="{4A1D7BB4-DB2B-401C-9583-309F517E6E8F}" dt="2020-10-12T06:44:38.740" v="6522" actId="478"/>
          <ac:spMkLst>
            <pc:docMk/>
            <pc:sldMk cId="3337431538" sldId="314"/>
            <ac:spMk id="96" creationId="{D8DB6B3F-22A8-4119-97C5-3CF49236968E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99" creationId="{FFBA1452-8764-443E-A47B-86520553EFA6}"/>
          </ac:spMkLst>
        </pc:spChg>
        <pc:spChg chg="add del">
          <ac:chgData name="vidushi dadu" userId="8f6edd75c0a5619a" providerId="LiveId" clId="{4A1D7BB4-DB2B-401C-9583-309F517E6E8F}" dt="2020-10-12T06:44:38.740" v="6522" actId="478"/>
          <ac:spMkLst>
            <pc:docMk/>
            <pc:sldMk cId="3337431538" sldId="314"/>
            <ac:spMk id="100" creationId="{53B67013-CB05-4D27-A351-E5FECE7DCA2A}"/>
          </ac:spMkLst>
        </pc:spChg>
        <pc:spChg chg="del">
          <ac:chgData name="vidushi dadu" userId="8f6edd75c0a5619a" providerId="LiveId" clId="{4A1D7BB4-DB2B-401C-9583-309F517E6E8F}" dt="2020-10-10T00:26:14.967" v="368" actId="478"/>
          <ac:spMkLst>
            <pc:docMk/>
            <pc:sldMk cId="3337431538" sldId="314"/>
            <ac:spMk id="101" creationId="{765EDA30-F3E0-4578-B216-8524768363DA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103" creationId="{D4ACBC1C-A8B3-4686-9793-79FCDAF61973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112" creationId="{7DAA3B1A-7E30-460E-9241-7D99A71B778B}"/>
          </ac:spMkLst>
        </pc:spChg>
        <pc:spChg chg="add del">
          <ac:chgData name="vidushi dadu" userId="8f6edd75c0a5619a" providerId="LiveId" clId="{4A1D7BB4-DB2B-401C-9583-309F517E6E8F}" dt="2020-10-12T06:44:38.740" v="6522" actId="478"/>
          <ac:spMkLst>
            <pc:docMk/>
            <pc:sldMk cId="3337431538" sldId="314"/>
            <ac:spMk id="113" creationId="{AF3ABF2F-FAC2-403A-A11F-9BCE9A37863E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114" creationId="{FD422C93-EFE8-48B2-BB94-4DDEC549C318}"/>
          </ac:spMkLst>
        </pc:spChg>
        <pc:spChg chg="add mod">
          <ac:chgData name="vidushi dadu" userId="8f6edd75c0a5619a" providerId="LiveId" clId="{4A1D7BB4-DB2B-401C-9583-309F517E6E8F}" dt="2020-10-10T01:01:33.976" v="1121" actId="20577"/>
          <ac:spMkLst>
            <pc:docMk/>
            <pc:sldMk cId="3337431538" sldId="314"/>
            <ac:spMk id="170" creationId="{E221D128-13B6-49EA-BCE9-CC140242A3B9}"/>
          </ac:spMkLst>
        </pc:spChg>
        <pc:spChg chg="add mod">
          <ac:chgData name="vidushi dadu" userId="8f6edd75c0a5619a" providerId="LiveId" clId="{4A1D7BB4-DB2B-401C-9583-309F517E6E8F}" dt="2020-10-10T00:54:00.943" v="1013" actId="1076"/>
          <ac:spMkLst>
            <pc:docMk/>
            <pc:sldMk cId="3337431538" sldId="314"/>
            <ac:spMk id="171" creationId="{86C044C4-5E98-42E1-97B2-DB5A65C39089}"/>
          </ac:spMkLst>
        </pc:spChg>
        <pc:spChg chg="add mod">
          <ac:chgData name="vidushi dadu" userId="8f6edd75c0a5619a" providerId="LiveId" clId="{4A1D7BB4-DB2B-401C-9583-309F517E6E8F}" dt="2020-10-10T01:01:29.733" v="1116" actId="20577"/>
          <ac:spMkLst>
            <pc:docMk/>
            <pc:sldMk cId="3337431538" sldId="314"/>
            <ac:spMk id="172" creationId="{A000ACED-81E2-4658-9D16-9518B117D55E}"/>
          </ac:spMkLst>
        </pc:spChg>
        <pc:spChg chg="add mod">
          <ac:chgData name="vidushi dadu" userId="8f6edd75c0a5619a" providerId="LiveId" clId="{4A1D7BB4-DB2B-401C-9583-309F517E6E8F}" dt="2020-10-10T00:54:29.470" v="1016" actId="1076"/>
          <ac:spMkLst>
            <pc:docMk/>
            <pc:sldMk cId="3337431538" sldId="314"/>
            <ac:spMk id="173" creationId="{AACF0B0B-AFD1-4BC0-8707-1AC60CA3CCDA}"/>
          </ac:spMkLst>
        </pc:spChg>
        <pc:spChg chg="del">
          <ac:chgData name="vidushi dadu" userId="8f6edd75c0a5619a" providerId="LiveId" clId="{4A1D7BB4-DB2B-401C-9583-309F517E6E8F}" dt="2020-10-10T00:26:10.286" v="367" actId="478"/>
          <ac:spMkLst>
            <pc:docMk/>
            <pc:sldMk cId="3337431538" sldId="314"/>
            <ac:spMk id="174" creationId="{410AC21A-182F-403B-8F7A-3F7583A0A148}"/>
          </ac:spMkLst>
        </pc:spChg>
        <pc:spChg chg="mod">
          <ac:chgData name="vidushi dadu" userId="8f6edd75c0a5619a" providerId="LiveId" clId="{4A1D7BB4-DB2B-401C-9583-309F517E6E8F}" dt="2020-10-12T06:44:42.763" v="6524" actId="1076"/>
          <ac:spMkLst>
            <pc:docMk/>
            <pc:sldMk cId="3337431538" sldId="314"/>
            <ac:spMk id="175" creationId="{66360B73-B9E2-4B87-B941-35AAB9776B04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178" creationId="{DB0FFC42-F88B-45AF-A3A4-D375F7B25699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179" creationId="{B7383F83-580F-4569-95E5-F20253238E49}"/>
          </ac:spMkLst>
        </pc:spChg>
        <pc:spChg chg="add del">
          <ac:chgData name="vidushi dadu" userId="8f6edd75c0a5619a" providerId="LiveId" clId="{4A1D7BB4-DB2B-401C-9583-309F517E6E8F}" dt="2020-10-12T06:44:51.301" v="6526" actId="478"/>
          <ac:spMkLst>
            <pc:docMk/>
            <pc:sldMk cId="3337431538" sldId="314"/>
            <ac:spMk id="183" creationId="{B080E971-7CA5-4BA4-97B0-500963AB0A12}"/>
          </ac:spMkLst>
        </pc:spChg>
        <pc:spChg chg="add del">
          <ac:chgData name="vidushi dadu" userId="8f6edd75c0a5619a" providerId="LiveId" clId="{4A1D7BB4-DB2B-401C-9583-309F517E6E8F}" dt="2020-10-12T06:44:38.740" v="6522" actId="478"/>
          <ac:spMkLst>
            <pc:docMk/>
            <pc:sldMk cId="3337431538" sldId="314"/>
            <ac:spMk id="186" creationId="{37EB0AC2-38CA-4F9C-BD10-7C191E9B4269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187" creationId="{99B15C7B-8AEB-46AB-869C-7C0B28B5190A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195" creationId="{3FEA555D-7A18-4794-AA4C-BF489CB6120D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196" creationId="{849A81EC-37A1-4F35-A956-F4C2D2FA8E0E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197" creationId="{406476B6-47CF-4BC0-BB79-6AA6E689BB07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05" creationId="{F15D78F6-48EC-4AC9-99E2-18B02B912D69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06" creationId="{E1FCC0E9-F7F2-4536-85E0-7CFE121C17CC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13" creationId="{1D648F71-5C87-4C01-B7D8-37504A05C084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14" creationId="{6E861E90-11B9-499A-966A-2EA78FB57EA8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21" creationId="{D6F38D6C-4526-4A8A-B00E-C7CB01BA6F6A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22" creationId="{6477C32B-1219-476E-8BB0-13F18251021F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23" creationId="{918A8CBD-B6A7-47A5-8B80-EBA629695E3C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31" creationId="{E85695FD-72F0-43DC-A9A0-5DF4F704C7D8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32" creationId="{DDBFA27D-7074-43E3-A460-61D0F9EACA4B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39" creationId="{983124BC-BD26-4391-96C9-8010AB8452B8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40" creationId="{DD7F8476-C3E3-4DB9-AB7C-2C29EA884EB0}"/>
          </ac:spMkLst>
        </pc:spChg>
        <pc:spChg chg="add del">
          <ac:chgData name="vidushi dadu" userId="8f6edd75c0a5619a" providerId="LiveId" clId="{4A1D7BB4-DB2B-401C-9583-309F517E6E8F}" dt="2020-10-12T06:44:38.740" v="6522" actId="478"/>
          <ac:spMkLst>
            <pc:docMk/>
            <pc:sldMk cId="3337431538" sldId="314"/>
            <ac:spMk id="251" creationId="{21767E47-BBBD-48AC-A3BF-C7453B48090F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54" creationId="{F46FC630-8338-400E-B447-1DA9F8767693}"/>
          </ac:spMkLst>
        </pc:spChg>
        <pc:spChg chg="add del">
          <ac:chgData name="vidushi dadu" userId="8f6edd75c0a5619a" providerId="LiveId" clId="{4A1D7BB4-DB2B-401C-9583-309F517E6E8F}" dt="2020-10-12T06:44:38.740" v="6522" actId="478"/>
          <ac:spMkLst>
            <pc:docMk/>
            <pc:sldMk cId="3337431538" sldId="314"/>
            <ac:spMk id="255" creationId="{31AE7FCC-ECF3-4A40-B027-0EBB1197C24F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56" creationId="{A075BEF8-3D7D-4895-AC12-86F6A6A4EDC1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64" creationId="{65CBD007-9DFD-4C22-B121-D11F31DE245A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65" creationId="{23720165-A49A-4130-8A1E-3AB132EC55B2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72" creationId="{1A419822-F94E-45D1-B82D-402B2D32ABA1}"/>
          </ac:spMkLst>
        </pc:spChg>
        <pc:spChg chg="add del">
          <ac:chgData name="vidushi dadu" userId="8f6edd75c0a5619a" providerId="LiveId" clId="{4A1D7BB4-DB2B-401C-9583-309F517E6E8F}" dt="2020-10-12T06:44:46.867" v="6525" actId="478"/>
          <ac:spMkLst>
            <pc:docMk/>
            <pc:sldMk cId="3337431538" sldId="314"/>
            <ac:spMk id="273" creationId="{2F8D5B63-B803-4203-8220-B08600BB0610}"/>
          </ac:spMkLst>
        </pc:spChg>
        <pc:spChg chg="add del">
          <ac:chgData name="vidushi dadu" userId="8f6edd75c0a5619a" providerId="LiveId" clId="{4A1D7BB4-DB2B-401C-9583-309F517E6E8F}" dt="2020-10-12T06:44:38.740" v="6522" actId="478"/>
          <ac:spMkLst>
            <pc:docMk/>
            <pc:sldMk cId="3337431538" sldId="314"/>
            <ac:spMk id="281" creationId="{4902FA72-F8B6-45BC-8E6A-B809BB910B06}"/>
          </ac:spMkLst>
        </pc:spChg>
        <pc:spChg chg="add del">
          <ac:chgData name="vidushi dadu" userId="8f6edd75c0a5619a" providerId="LiveId" clId="{4A1D7BB4-DB2B-401C-9583-309F517E6E8F}" dt="2020-10-12T06:44:38.740" v="6522" actId="478"/>
          <ac:spMkLst>
            <pc:docMk/>
            <pc:sldMk cId="3337431538" sldId="314"/>
            <ac:spMk id="282" creationId="{F94B8831-DC79-46AE-B2C2-0EEFE806CB38}"/>
          </ac:spMkLst>
        </pc:spChg>
        <pc:spChg chg="add del">
          <ac:chgData name="vidushi dadu" userId="8f6edd75c0a5619a" providerId="LiveId" clId="{4A1D7BB4-DB2B-401C-9583-309F517E6E8F}" dt="2020-10-12T06:44:38.740" v="6522" actId="478"/>
          <ac:spMkLst>
            <pc:docMk/>
            <pc:sldMk cId="3337431538" sldId="314"/>
            <ac:spMk id="307" creationId="{0BE7B4E5-47F0-4301-9413-F1E5D3948864}"/>
          </ac:spMkLst>
        </pc:spChg>
        <pc:spChg chg="add del">
          <ac:chgData name="vidushi dadu" userId="8f6edd75c0a5619a" providerId="LiveId" clId="{4A1D7BB4-DB2B-401C-9583-309F517E6E8F}" dt="2020-10-12T06:44:38.740" v="6522" actId="478"/>
          <ac:spMkLst>
            <pc:docMk/>
            <pc:sldMk cId="3337431538" sldId="314"/>
            <ac:spMk id="308" creationId="{82FDA519-4487-4C5B-9FD5-1FCDD2377CCE}"/>
          </ac:spMkLst>
        </pc:spChg>
        <pc:spChg chg="add del">
          <ac:chgData name="vidushi dadu" userId="8f6edd75c0a5619a" providerId="LiveId" clId="{4A1D7BB4-DB2B-401C-9583-309F517E6E8F}" dt="2020-10-12T06:44:38.740" v="6522" actId="478"/>
          <ac:spMkLst>
            <pc:docMk/>
            <pc:sldMk cId="3337431538" sldId="314"/>
            <ac:spMk id="310" creationId="{BB3CF6F0-0BAC-46E0-B70A-2ABFDD3B3D93}"/>
          </ac:spMkLst>
        </pc:spChg>
        <pc:spChg chg="mod">
          <ac:chgData name="vidushi dadu" userId="8f6edd75c0a5619a" providerId="LiveId" clId="{4A1D7BB4-DB2B-401C-9583-309F517E6E8F}" dt="2020-10-10T00:53:46.103" v="1010" actId="14100"/>
          <ac:spMkLst>
            <pc:docMk/>
            <pc:sldMk cId="3337431538" sldId="314"/>
            <ac:spMk id="311" creationId="{F47C74CF-1BFF-4A0F-BDFC-ACE7D6473381}"/>
          </ac:spMkLst>
        </pc:spChg>
        <pc:spChg chg="mod">
          <ac:chgData name="vidushi dadu" userId="8f6edd75c0a5619a" providerId="LiveId" clId="{4A1D7BB4-DB2B-401C-9583-309F517E6E8F}" dt="2020-10-10T00:53:42.678" v="1009" actId="14100"/>
          <ac:spMkLst>
            <pc:docMk/>
            <pc:sldMk cId="3337431538" sldId="314"/>
            <ac:spMk id="313" creationId="{24AA7647-2B32-4B3B-BF4B-7E0CBC48346E}"/>
          </ac:spMkLst>
        </pc:spChg>
        <pc:spChg chg="mod">
          <ac:chgData name="vidushi dadu" userId="8f6edd75c0a5619a" providerId="LiveId" clId="{4A1D7BB4-DB2B-401C-9583-309F517E6E8F}" dt="2020-10-10T00:53:21.927" v="1004" actId="1076"/>
          <ac:spMkLst>
            <pc:docMk/>
            <pc:sldMk cId="3337431538" sldId="314"/>
            <ac:spMk id="314" creationId="{9FF32CE0-9E06-4E0A-8832-45CAB6803D5D}"/>
          </ac:spMkLst>
        </pc:spChg>
        <pc:spChg chg="del">
          <ac:chgData name="vidushi dadu" userId="8f6edd75c0a5619a" providerId="LiveId" clId="{4A1D7BB4-DB2B-401C-9583-309F517E6E8F}" dt="2020-10-10T00:26:18.049" v="369" actId="478"/>
          <ac:spMkLst>
            <pc:docMk/>
            <pc:sldMk cId="3337431538" sldId="314"/>
            <ac:spMk id="315" creationId="{23F2B8B6-0D51-494C-B182-6D4DDECA45EA}"/>
          </ac:spMkLst>
        </pc:spChg>
        <pc:grpChg chg="add">
          <ac:chgData name="vidushi dadu" userId="8f6edd75c0a5619a" providerId="LiveId" clId="{4A1D7BB4-DB2B-401C-9583-309F517E6E8F}" dt="2020-10-12T06:45:00.003" v="6527"/>
          <ac:grpSpMkLst>
            <pc:docMk/>
            <pc:sldMk cId="3337431538" sldId="314"/>
            <ac:grpSpMk id="154" creationId="{90CD476F-9D4C-4AB9-9A50-D81B519DD1C2}"/>
          </ac:grpSpMkLst>
        </pc:grpChg>
        <pc:picChg chg="add del">
          <ac:chgData name="vidushi dadu" userId="8f6edd75c0a5619a" providerId="LiveId" clId="{4A1D7BB4-DB2B-401C-9583-309F517E6E8F}" dt="2020-10-10T05:13:06.059" v="4583" actId="478"/>
          <ac:picMkLst>
            <pc:docMk/>
            <pc:sldMk cId="3337431538" sldId="314"/>
            <ac:picMk id="3074" creationId="{979102C0-D24B-4453-9D1C-D71E5F4B8810}"/>
          </ac:picMkLst>
        </pc:pic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83" creationId="{250C0596-2FD3-4CF8-97F7-25B6A35B9ACC}"/>
          </ac:cxnSpMkLst>
        </pc:cxn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86" creationId="{1D6424C0-C92F-490B-80F2-B2908CDFD005}"/>
          </ac:cxnSpMkLst>
        </pc:cxn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87" creationId="{6AE25F3A-0A8F-4210-B03F-0446463D2B19}"/>
          </ac:cxnSpMkLst>
        </pc:cxn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88" creationId="{90109FC4-7B44-42D8-BCF7-EC938A0715A1}"/>
          </ac:cxnSpMkLst>
        </pc:cxnChg>
        <pc:cxnChg chg="del mod">
          <ac:chgData name="vidushi dadu" userId="8f6edd75c0a5619a" providerId="LiveId" clId="{4A1D7BB4-DB2B-401C-9583-309F517E6E8F}" dt="2020-10-10T00:26:14.967" v="368" actId="478"/>
          <ac:cxnSpMkLst>
            <pc:docMk/>
            <pc:sldMk cId="3337431538" sldId="314"/>
            <ac:cxnSpMk id="91" creationId="{661742F0-AA6D-4096-81C5-623DBCD0AE02}"/>
          </ac:cxnSpMkLst>
        </pc:cxnChg>
        <pc:cxnChg chg="del mod">
          <ac:chgData name="vidushi dadu" userId="8f6edd75c0a5619a" providerId="LiveId" clId="{4A1D7BB4-DB2B-401C-9583-309F517E6E8F}" dt="2020-10-10T00:26:14.967" v="368" actId="478"/>
          <ac:cxnSpMkLst>
            <pc:docMk/>
            <pc:sldMk cId="3337431538" sldId="314"/>
            <ac:cxnSpMk id="94" creationId="{3D51EA52-2BD3-4315-92C7-6946CE97F2E5}"/>
          </ac:cxnSpMkLst>
        </pc:cxnChg>
        <pc:cxnChg chg="del mod">
          <ac:chgData name="vidushi dadu" userId="8f6edd75c0a5619a" providerId="LiveId" clId="{4A1D7BB4-DB2B-401C-9583-309F517E6E8F}" dt="2020-10-10T00:26:14.967" v="368" actId="478"/>
          <ac:cxnSpMkLst>
            <pc:docMk/>
            <pc:sldMk cId="3337431538" sldId="314"/>
            <ac:cxnSpMk id="102" creationId="{BE4EC80B-01C4-41D9-9285-33A23A9470F2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04" creationId="{A7182B71-4A20-4468-B4C2-6F6EB5B27AB3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05" creationId="{F8CEB27D-1DEE-4E8D-9634-0A5910D99356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06" creationId="{6C523A0B-124C-4012-AB7B-9E6120212B12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07" creationId="{C9073A1E-5DE3-45A7-85EE-616810099B46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08" creationId="{03962404-FEB5-4302-9FC4-2946DBE067CE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09" creationId="{5D977E55-7AD2-4531-B64A-C2A6CE0DFEF9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10" creationId="{17D5EABA-40FF-4459-A7DE-99AFCCAA130A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11" creationId="{CC643842-14BB-42C8-8C90-B114C4B59CCD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15" creationId="{D12BFDC5-B1CB-489E-8B4D-F6529D03EBE2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16" creationId="{A2EC92CB-9222-40F6-86E3-97DC614554D0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21" creationId="{AC00B86C-BD16-4EF6-83E2-734660118FE2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22" creationId="{635BA5F8-E1CF-46AD-A5D4-882700BBC105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23" creationId="{15F0F37D-E9A2-4DA8-9BF3-F3EE158BA2A4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24" creationId="{93C40E42-2869-4914-8C86-5C8528BED11C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28" creationId="{7ECA8B1B-0F92-46D5-948B-E7EFC8A0809E}"/>
          </ac:cxnSpMkLst>
        </pc:cxn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180" creationId="{C5D818BF-0003-4487-9AEC-6279E0E8545B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88" creationId="{743A26FA-E95C-4693-BC6B-C1E1210172D4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89" creationId="{A0282758-8F7C-4D30-B197-F0C5BE9431E2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90" creationId="{BD0B08D6-0017-4E8C-A870-13E1D52CC8FA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91" creationId="{CC236253-86AC-47C8-AF1F-AAAD35A8E01A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92" creationId="{04858682-B1CA-4510-9D8B-FAD7B27683A3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93" creationId="{30271073-14D1-4522-BFD4-6D63DBDC92E4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94" creationId="{621766D1-4160-43ED-BE4B-FE0E6BEFB370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98" creationId="{F8453795-B873-4687-97E6-3167372A86A0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199" creationId="{AE983ACF-3C88-46DB-97A3-4684881BA0B9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00" creationId="{5FEEFA63-7F6D-4491-8D88-648EBA7D6E8F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01" creationId="{1E4635F7-B21E-414C-9D28-0B50101E2585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02" creationId="{1CB0E8AE-C216-4D46-BC15-05C48ED3812E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03" creationId="{E8E14529-DD54-4E16-9E41-8CF0DD4301FC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04" creationId="{CC1D2B04-94A8-46BA-B488-557B3DB8D278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07" creationId="{7C1FCA32-3346-4BB6-A15F-76E5AB79A58A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08" creationId="{A1E12335-F953-44C3-A3CA-097DA426C47C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09" creationId="{80E78E84-31AA-410F-AEA4-080A6AEF27B1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10" creationId="{73946643-3562-4629-9E7B-1756B2AA28C5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11" creationId="{08C7C2D7-C6E7-4C98-8DEF-F36910C1906A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12" creationId="{6A69B7B7-A338-4378-A17C-61E78C653BF2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15" creationId="{B52A94C7-2C9A-416D-878F-10CD384D7CFC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16" creationId="{D45CBFFC-7AA4-445C-9E3A-B6BF9073C23C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17" creationId="{8B9C1E57-D71A-4064-B9D9-60FA0C35A1D5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18" creationId="{81622403-1039-4C11-9B4B-9E0E62970F29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19" creationId="{FD61CFBE-C991-4F2F-A03B-5352A7345F8A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20" creationId="{D317833A-6B76-42DB-9941-1E7B23616A03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24" creationId="{75EC5015-6B0C-4620-BEBE-92E26E360776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25" creationId="{110FA564-C235-400C-8467-E54BE4B056A1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26" creationId="{8D04C950-611A-4E2A-ABC0-ED15F0FD26D6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27" creationId="{EEE8904B-5770-4838-A120-75941C430E70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28" creationId="{3B433E21-F894-4B92-A8BB-5672F99E625E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29" creationId="{6B7EFFD6-109A-4403-A613-6A3EB5E38C81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30" creationId="{7A5D8964-8F01-42B4-BEDF-64FCCF2A3646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33" creationId="{758C0D6A-215C-44EA-BE5A-3CA297474A80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34" creationId="{7D7D35BF-E321-4F4C-B3B9-E221420C95E6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35" creationId="{BAF4D608-0F1E-4901-A08C-E386B56273A7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36" creationId="{127ED3A6-AF55-4026-8EC0-979CA1DCC8BF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37" creationId="{6C6F5521-AA45-4823-8CFC-B5DD4A121083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38" creationId="{3E216CA8-8740-4BBE-BB47-0F8E66904D89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41" creationId="{E0C30D48-854D-4171-BD54-75E9DCDC6EAC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42" creationId="{34FB5D5E-89D2-4FBB-BCEA-46D99175784D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43" creationId="{7BB8C46F-A832-444A-9C97-29E8D56A9925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44" creationId="{5ADAAC99-030D-4BA5-A2C2-38EF68185DE4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45" creationId="{BF9B5171-ED81-4F11-A643-7B6AE13D050B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46" creationId="{2B74ADA9-8C52-42D0-AB2C-E46C1DFBFA36}"/>
          </ac:cxnSpMkLst>
        </pc:cxn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247" creationId="{EE72E3F2-5488-4122-BBE5-B9760481608D}"/>
          </ac:cxnSpMkLst>
        </pc:cxn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248" creationId="{87580E11-7635-42B3-83DC-61A1D931CEA1}"/>
          </ac:cxnSpMkLst>
        </pc:cxn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249" creationId="{1F028EB5-E889-4A72-AF9F-771CD8986F74}"/>
          </ac:cxnSpMkLst>
        </pc:cxn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250" creationId="{25928FAE-9122-47F3-A084-9C7FCC247622}"/>
          </ac:cxnSpMkLst>
        </pc:cxnChg>
        <pc:cxnChg chg="add del mod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252" creationId="{E01082F8-2E21-431F-B4FF-60660D687835}"/>
          </ac:cxnSpMkLst>
        </pc:cxn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253" creationId="{0E21427F-953F-47DE-B204-342F9136EDF2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57" creationId="{3FC7E19E-2E1B-4D3D-8B42-FEB2D2C840FB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58" creationId="{36D1891D-8D52-41FF-A4B4-65ACA7B0847B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59" creationId="{4460783A-9105-49CC-AAEB-AB00F51666CA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60" creationId="{AE66C4A2-30C5-4AC0-8073-3DDF5921C61C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61" creationId="{AA20F3E0-7B55-44AB-9775-FD658EA687ED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62" creationId="{D2AC7DF3-0500-49DC-BB79-13CFB47ADCB6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63" creationId="{BBE72693-DF09-4DF5-91C1-4200CDFB33B2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66" creationId="{65C50FE0-1179-426E-B18F-2C4FAA4D177B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67" creationId="{2B64AE9D-967B-485D-85BF-4CC3F07FF7F4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68" creationId="{CD4F2C4D-D014-4C66-85BF-ADDFDF3C66FE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69" creationId="{74D499FF-F934-45FD-95CB-E17891A0F176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70" creationId="{DF84F198-81B6-4A80-B8C7-8E242F5AF3DE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71" creationId="{A8BF984F-6365-4DF0-8DDD-85F542DD07D8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74" creationId="{D43C40E2-F0CB-4678-9E38-BE20A44FB58B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75" creationId="{4769CEBF-85E1-4FA7-9400-41E767942B47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76" creationId="{0FEAFC7F-BF09-401B-9080-26F33B420D7A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77" creationId="{AC9C7B1B-B7E3-419A-913F-9356443F4A2D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78" creationId="{23F3AA72-0396-4928-8320-C70121FA4AA1}"/>
          </ac:cxnSpMkLst>
        </pc:cxnChg>
        <pc:cxnChg chg="add del mod">
          <ac:chgData name="vidushi dadu" userId="8f6edd75c0a5619a" providerId="LiveId" clId="{4A1D7BB4-DB2B-401C-9583-309F517E6E8F}" dt="2020-10-12T06:44:46.867" v="6525" actId="478"/>
          <ac:cxnSpMkLst>
            <pc:docMk/>
            <pc:sldMk cId="3337431538" sldId="314"/>
            <ac:cxnSpMk id="279" creationId="{A3D7F3FB-ECBD-4053-BD71-450F94FB206A}"/>
          </ac:cxnSpMkLst>
        </pc:cxn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280" creationId="{07705E03-8CE8-4B35-A39F-2C78501902D7}"/>
          </ac:cxnSpMkLst>
        </pc:cxn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284" creationId="{59B0E1A8-B6A4-4B75-9D3E-15D0521DD87C}"/>
          </ac:cxnSpMkLst>
        </pc:cxn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285" creationId="{4A25B335-DE21-440F-8E2A-9DCC5DEE539E}"/>
          </ac:cxnSpMkLst>
        </pc:cxn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286" creationId="{AE5706D7-6180-4698-9EC9-BA322B8C6F19}"/>
          </ac:cxnSpMkLst>
        </pc:cxn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287" creationId="{D2C053E4-571D-4177-9FBA-61ADA8EF146F}"/>
          </ac:cxnSpMkLst>
        </pc:cxnChg>
        <pc:cxnChg chg="add del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288" creationId="{C6CBAA05-D3AD-40CC-A2EF-67C72DC2E394}"/>
          </ac:cxnSpMkLst>
        </pc:cxnChg>
        <pc:cxnChg chg="add del mod">
          <ac:chgData name="vidushi dadu" userId="8f6edd75c0a5619a" providerId="LiveId" clId="{4A1D7BB4-DB2B-401C-9583-309F517E6E8F}" dt="2020-10-12T06:44:38.740" v="6522" actId="478"/>
          <ac:cxnSpMkLst>
            <pc:docMk/>
            <pc:sldMk cId="3337431538" sldId="314"/>
            <ac:cxnSpMk id="291" creationId="{3DC7FE47-17C0-4240-9004-9DC0DBAC0A4E}"/>
          </ac:cxnSpMkLst>
        </pc:cxnChg>
      </pc:sldChg>
      <pc:sldChg chg="add del">
        <pc:chgData name="vidushi dadu" userId="8f6edd75c0a5619a" providerId="LiveId" clId="{4A1D7BB4-DB2B-401C-9583-309F517E6E8F}" dt="2020-10-10T02:02:53.537" v="2557" actId="2696"/>
        <pc:sldMkLst>
          <pc:docMk/>
          <pc:sldMk cId="4292019221" sldId="315"/>
        </pc:sldMkLst>
      </pc:sldChg>
      <pc:sldChg chg="addSp modSp add del modAnim">
        <pc:chgData name="vidushi dadu" userId="8f6edd75c0a5619a" providerId="LiveId" clId="{4A1D7BB4-DB2B-401C-9583-309F517E6E8F}" dt="2020-10-12T06:39:36.921" v="6361" actId="2696"/>
        <pc:sldMkLst>
          <pc:docMk/>
          <pc:sldMk cId="1874683224" sldId="940"/>
        </pc:sldMkLst>
        <pc:spChg chg="mod">
          <ac:chgData name="vidushi dadu" userId="8f6edd75c0a5619a" providerId="LiveId" clId="{4A1D7BB4-DB2B-401C-9583-309F517E6E8F}" dt="2020-10-11T22:26:04.652" v="6136" actId="20577"/>
          <ac:spMkLst>
            <pc:docMk/>
            <pc:sldMk cId="1874683224" sldId="940"/>
            <ac:spMk id="2" creationId="{C15408CF-6CDB-46D1-8F2D-8F50CACD8BEA}"/>
          </ac:spMkLst>
        </pc:spChg>
        <pc:spChg chg="add mod">
          <ac:chgData name="vidushi dadu" userId="8f6edd75c0a5619a" providerId="LiveId" clId="{4A1D7BB4-DB2B-401C-9583-309F517E6E8F}" dt="2020-10-11T08:39:01.907" v="4779" actId="692"/>
          <ac:spMkLst>
            <pc:docMk/>
            <pc:sldMk cId="1874683224" sldId="940"/>
            <ac:spMk id="3" creationId="{708CAB4D-BEA7-4D11-B4F2-2D55C62444AA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4" creationId="{85CA49AC-3839-4918-B343-6FF8283B3A0E}"/>
          </ac:spMkLst>
        </pc:spChg>
        <pc:spChg chg="add mod">
          <ac:chgData name="vidushi dadu" userId="8f6edd75c0a5619a" providerId="LiveId" clId="{4A1D7BB4-DB2B-401C-9583-309F517E6E8F}" dt="2020-10-11T08:39:57.468" v="4854" actId="14100"/>
          <ac:spMkLst>
            <pc:docMk/>
            <pc:sldMk cId="1874683224" sldId="940"/>
            <ac:spMk id="13" creationId="{20D16279-0BF2-44DF-9D22-467405B496B8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22" creationId="{B32EF6F4-4F60-4C34-A6E7-F066BAFAC1EA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28" creationId="{F505003E-20FB-4630-88B1-90C6227D6C40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29" creationId="{2C17D724-69DA-46E5-A25A-A2619F83E09E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35" creationId="{186C2105-5A1A-4F46-90AF-33B76DEFA657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52" creationId="{F893A1DA-67FC-42EC-87CF-F22ED4638170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53" creationId="{C1C38FD9-F09E-45E9-A6E0-4E74A47BB821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54" creationId="{AA5B5709-396C-4CE7-B231-15536A468853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55" creationId="{430FB313-9E83-4BFB-B0F4-F61A2063154D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56" creationId="{D376D316-B7F7-4B39-9A26-D559F51CF025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59" creationId="{2633C078-B93A-4FA0-BE41-14FAD21E62C4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60" creationId="{5CD0C399-9AA5-4507-8758-B6852CE1F493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108" creationId="{CDC82025-6FCC-4052-84D1-C4D01A13F259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110" creationId="{EC0F6016-7AE0-481A-9B66-495D96921ED2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113" creationId="{F9FC414F-DBFE-4E56-A84F-DAA30D58271E}"/>
          </ac:spMkLst>
        </pc:spChg>
        <pc:spChg chg="mod">
          <ac:chgData name="vidushi dadu" userId="8f6edd75c0a5619a" providerId="LiveId" clId="{4A1D7BB4-DB2B-401C-9583-309F517E6E8F}" dt="2020-10-11T08:38:20.003" v="4771" actId="1035"/>
          <ac:spMkLst>
            <pc:docMk/>
            <pc:sldMk cId="1874683224" sldId="940"/>
            <ac:spMk id="213" creationId="{38971AE5-947D-461B-9195-19DF62AF8F46}"/>
          </ac:spMkLst>
        </pc:spChg>
        <pc:grpChg chg="mod">
          <ac:chgData name="vidushi dadu" userId="8f6edd75c0a5619a" providerId="LiveId" clId="{4A1D7BB4-DB2B-401C-9583-309F517E6E8F}" dt="2020-10-11T08:38:20.003" v="4771" actId="1035"/>
          <ac:grpSpMkLst>
            <pc:docMk/>
            <pc:sldMk cId="1874683224" sldId="940"/>
            <ac:grpSpMk id="23" creationId="{8D98F9C4-4F80-4E22-9E4F-51A59F50BEB1}"/>
          </ac:grpSpMkLst>
        </pc:grpChg>
        <pc:grpChg chg="mod">
          <ac:chgData name="vidushi dadu" userId="8f6edd75c0a5619a" providerId="LiveId" clId="{4A1D7BB4-DB2B-401C-9583-309F517E6E8F}" dt="2020-10-11T08:38:20.003" v="4771" actId="1035"/>
          <ac:grpSpMkLst>
            <pc:docMk/>
            <pc:sldMk cId="1874683224" sldId="940"/>
            <ac:grpSpMk id="30" creationId="{E54D87C4-2BA1-4FD7-8489-15699D69C198}"/>
          </ac:grpSpMkLst>
        </pc:grpChg>
        <pc:grpChg chg="mod">
          <ac:chgData name="vidushi dadu" userId="8f6edd75c0a5619a" providerId="LiveId" clId="{4A1D7BB4-DB2B-401C-9583-309F517E6E8F}" dt="2020-10-11T08:38:20.003" v="4771" actId="1035"/>
          <ac:grpSpMkLst>
            <pc:docMk/>
            <pc:sldMk cId="1874683224" sldId="940"/>
            <ac:grpSpMk id="36" creationId="{E2497942-4123-49B6-9D32-38E7E9E8125E}"/>
          </ac:grpSpMkLst>
        </pc:grpChg>
        <pc:grpChg chg="mod">
          <ac:chgData name="vidushi dadu" userId="8f6edd75c0a5619a" providerId="LiveId" clId="{4A1D7BB4-DB2B-401C-9583-309F517E6E8F}" dt="2020-10-11T08:38:20.003" v="4771" actId="1035"/>
          <ac:grpSpMkLst>
            <pc:docMk/>
            <pc:sldMk cId="1874683224" sldId="940"/>
            <ac:grpSpMk id="45" creationId="{0EE66312-2187-4F4A-81A7-BBE063731F3A}"/>
          </ac:grpSpMkLst>
        </pc:grpChg>
        <pc:grpChg chg="mod">
          <ac:chgData name="vidushi dadu" userId="8f6edd75c0a5619a" providerId="LiveId" clId="{4A1D7BB4-DB2B-401C-9583-309F517E6E8F}" dt="2020-10-11T08:38:20.003" v="4771" actId="1035"/>
          <ac:grpSpMkLst>
            <pc:docMk/>
            <pc:sldMk cId="1874683224" sldId="940"/>
            <ac:grpSpMk id="48" creationId="{FB3E9F16-E799-4674-A154-5E3412E5CDC4}"/>
          </ac:grpSpMkLst>
        </pc:grpChg>
        <pc:grpChg chg="mod">
          <ac:chgData name="vidushi dadu" userId="8f6edd75c0a5619a" providerId="LiveId" clId="{4A1D7BB4-DB2B-401C-9583-309F517E6E8F}" dt="2020-10-11T08:38:20.003" v="4771" actId="1035"/>
          <ac:grpSpMkLst>
            <pc:docMk/>
            <pc:sldMk cId="1874683224" sldId="940"/>
            <ac:grpSpMk id="64" creationId="{F2AC42B5-2882-4616-9C52-60C67709D4A6}"/>
          </ac:grpSpMkLst>
        </pc:grpChg>
        <pc:grpChg chg="mod">
          <ac:chgData name="vidushi dadu" userId="8f6edd75c0a5619a" providerId="LiveId" clId="{4A1D7BB4-DB2B-401C-9583-309F517E6E8F}" dt="2020-10-11T08:38:20.003" v="4771" actId="1035"/>
          <ac:grpSpMkLst>
            <pc:docMk/>
            <pc:sldMk cId="1874683224" sldId="940"/>
            <ac:grpSpMk id="69" creationId="{AE8F64FC-7490-4269-9E46-F1EB5517D29E}"/>
          </ac:grpSpMkLst>
        </pc:grpChg>
        <pc:grpChg chg="mod">
          <ac:chgData name="vidushi dadu" userId="8f6edd75c0a5619a" providerId="LiveId" clId="{4A1D7BB4-DB2B-401C-9583-309F517E6E8F}" dt="2020-10-11T08:38:20.003" v="4771" actId="1035"/>
          <ac:grpSpMkLst>
            <pc:docMk/>
            <pc:sldMk cId="1874683224" sldId="940"/>
            <ac:grpSpMk id="74" creationId="{52F87FAF-C383-4B0D-94F0-1B883FA7BAA0}"/>
          </ac:grpSpMkLst>
        </pc:grpChg>
        <pc:grpChg chg="mod">
          <ac:chgData name="vidushi dadu" userId="8f6edd75c0a5619a" providerId="LiveId" clId="{4A1D7BB4-DB2B-401C-9583-309F517E6E8F}" dt="2020-10-11T08:38:20.003" v="4771" actId="1035"/>
          <ac:grpSpMkLst>
            <pc:docMk/>
            <pc:sldMk cId="1874683224" sldId="940"/>
            <ac:grpSpMk id="111" creationId="{8DB07DD8-4E38-4A25-B53A-AA342006998B}"/>
          </ac:grpSpMkLst>
        </pc:grpChg>
        <pc:grpChg chg="mod">
          <ac:chgData name="vidushi dadu" userId="8f6edd75c0a5619a" providerId="LiveId" clId="{4A1D7BB4-DB2B-401C-9583-309F517E6E8F}" dt="2020-10-11T08:38:20.003" v="4771" actId="1035"/>
          <ac:grpSpMkLst>
            <pc:docMk/>
            <pc:sldMk cId="1874683224" sldId="940"/>
            <ac:grpSpMk id="112" creationId="{F0E84721-0B0A-4BEA-BECE-52447160E9F9}"/>
          </ac:grpSpMkLst>
        </pc:grpChg>
        <pc:grpChg chg="mod">
          <ac:chgData name="vidushi dadu" userId="8f6edd75c0a5619a" providerId="LiveId" clId="{4A1D7BB4-DB2B-401C-9583-309F517E6E8F}" dt="2020-10-11T08:38:20.003" v="4771" actId="1035"/>
          <ac:grpSpMkLst>
            <pc:docMk/>
            <pc:sldMk cId="1874683224" sldId="940"/>
            <ac:grpSpMk id="120" creationId="{982BC540-BEB9-42A0-946B-5A27554CF5D8}"/>
          </ac:grpSpMkLst>
        </pc:grp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5" creationId="{3E7636C1-A525-4E61-8D62-71C5142EAD69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6" creationId="{9B56CA26-AE4C-42D6-A8AD-FF26BEB08B71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7" creationId="{A9E600C6-8E74-4D71-A329-4AED1A16B812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8" creationId="{3A622D4A-B0B0-4915-B895-FE66ADB45B04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0" creationId="{E598C8EE-A671-4BCB-8093-4499E85EADC2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1" creationId="{358E8B45-71D1-4B56-B326-E09B94A44561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2" creationId="{34721395-28ED-429D-8696-F1CE783DD64E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4" creationId="{47BF41F7-8453-44B7-8E88-DD7B60139A29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5" creationId="{8C306542-4175-4FA4-B5CC-E7CC6B3B7CEE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7" creationId="{51EA8D31-CACD-4D87-9B36-FC53F0B2EC0D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8" creationId="{54E9692F-E89C-4B10-A39D-3E583857421C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9" creationId="{B982D71B-3322-4A12-B107-799380E3C829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20" creationId="{C76B3827-94D8-47E0-9C8D-E7C59ED484C8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21" creationId="{A3E26A95-0AC1-446E-9695-338F2C072BB6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41" creationId="{2F90CCFE-5511-45F6-9623-5A12594FAFCE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42" creationId="{800BD364-44F4-4B46-B47F-A1B637756805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43" creationId="{A9D54BD4-40E2-4139-8657-355A836C943C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44" creationId="{15237437-4A79-426F-B0F1-ACC90F767F01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51" creationId="{CA7B0B6E-1761-4EAD-801F-665B1DE10B10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57" creationId="{6CA158EF-D730-48B7-9DE2-E49749AB7573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58" creationId="{35C7F29E-E3C8-44FC-9FA9-2DE3BD1A16A3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61" creationId="{37283BFD-7485-4469-9802-419994F0D871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62" creationId="{FBE5BA1F-D7E9-4D49-89FB-09D30131BFCD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63" creationId="{1043B739-6622-4095-A623-2B6ED30F0F2B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79" creationId="{B1DFCAA4-E1C1-430D-BBD7-E3173CDE380E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85" creationId="{684E373E-9D71-42F4-AD5C-B643C478C295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86" creationId="{4E473ACE-92A6-486B-8CCF-45D63B204393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87" creationId="{491E303E-6CBE-4C6D-B01F-2AA647D6625A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88" creationId="{76811F13-64AB-460C-BAE5-8B7FDE910220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89" creationId="{8CFAFF67-1DB7-429C-950E-E792FE6F7DFC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90" creationId="{0FA9A3B5-5380-4018-A5BE-3077F6C74527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91" creationId="{8B5C9659-16CB-4A4C-A325-21C0EB938200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92" creationId="{AE84ACA4-841D-4C70-A1FB-2613E2B7CA84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98" creationId="{FF153BB0-01E0-4106-B7E3-4EEEEEC0E442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99" creationId="{160F6C75-3F1C-46CD-A5D1-0652BF12A573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00" creationId="{A38D76AB-4649-4302-BE19-33A8CC43066F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01" creationId="{2585A869-3D18-4278-B894-FFD2BD550960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02" creationId="{CA761D06-3FAE-4777-99C5-19C51DF89D3A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03" creationId="{47EE6643-C566-46F6-87A7-F7242A78EB69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04" creationId="{88CCD081-2615-4CA0-864E-E71E41913D88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05" creationId="{12AD95F7-2CF5-4D02-9129-DA8A80BA58A1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06" creationId="{C9AA4B43-3FA3-4B7F-8927-17F6F2FCB439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07" creationId="{508C853A-5635-4F4A-9588-BB1111178AC5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114" creationId="{5341843D-B5AF-4A44-95F0-A1D74111E655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214" creationId="{4CCA64BB-2810-4206-9C6A-186971DFF8BA}"/>
          </ac:cxnSpMkLst>
        </pc:cxnChg>
        <pc:cxnChg chg="mod">
          <ac:chgData name="vidushi dadu" userId="8f6edd75c0a5619a" providerId="LiveId" clId="{4A1D7BB4-DB2B-401C-9583-309F517E6E8F}" dt="2020-10-11T08:38:20.003" v="4771" actId="1035"/>
          <ac:cxnSpMkLst>
            <pc:docMk/>
            <pc:sldMk cId="1874683224" sldId="940"/>
            <ac:cxnSpMk id="215" creationId="{E261C709-2435-4522-8590-16BFC3DCC0AB}"/>
          </ac:cxnSpMkLst>
        </pc:cxnChg>
      </pc:sldChg>
      <pc:sldChg chg="addSp delSp modSp add del delAnim modAnim">
        <pc:chgData name="vidushi dadu" userId="8f6edd75c0a5619a" providerId="LiveId" clId="{4A1D7BB4-DB2B-401C-9583-309F517E6E8F}" dt="2020-10-16T07:53:56.748" v="15645" actId="2696"/>
        <pc:sldMkLst>
          <pc:docMk/>
          <pc:sldMk cId="2667908648" sldId="940"/>
        </pc:sldMkLst>
        <pc:spChg chg="mod">
          <ac:chgData name="vidushi dadu" userId="8f6edd75c0a5619a" providerId="LiveId" clId="{4A1D7BB4-DB2B-401C-9583-309F517E6E8F}" dt="2020-10-12T07:34:52.597" v="8521" actId="20577"/>
          <ac:spMkLst>
            <pc:docMk/>
            <pc:sldMk cId="2667908648" sldId="940"/>
            <ac:spMk id="2" creationId="{C15408CF-6CDB-46D1-8F2D-8F50CACD8BEA}"/>
          </ac:spMkLst>
        </pc:spChg>
        <pc:spChg chg="del">
          <ac:chgData name="vidushi dadu" userId="8f6edd75c0a5619a" providerId="LiveId" clId="{4A1D7BB4-DB2B-401C-9583-309F517E6E8F}" dt="2020-10-13T22:59:57.291" v="10295" actId="478"/>
          <ac:spMkLst>
            <pc:docMk/>
            <pc:sldMk cId="2667908648" sldId="940"/>
            <ac:spMk id="3" creationId="{708CAB4D-BEA7-4D11-B4F2-2D55C62444AA}"/>
          </ac:spMkLst>
        </pc:spChg>
        <pc:spChg chg="mod">
          <ac:chgData name="vidushi dadu" userId="8f6edd75c0a5619a" providerId="LiveId" clId="{4A1D7BB4-DB2B-401C-9583-309F517E6E8F}" dt="2020-10-13T23:00:35.722" v="10347" actId="1038"/>
          <ac:spMkLst>
            <pc:docMk/>
            <pc:sldMk cId="2667908648" sldId="940"/>
            <ac:spMk id="4" creationId="{85CA49AC-3839-4918-B343-6FF8283B3A0E}"/>
          </ac:spMkLst>
        </pc:spChg>
        <pc:spChg chg="del">
          <ac:chgData name="vidushi dadu" userId="8f6edd75c0a5619a" providerId="LiveId" clId="{4A1D7BB4-DB2B-401C-9583-309F517E6E8F}" dt="2020-10-12T06:42:11.789" v="6441" actId="478"/>
          <ac:spMkLst>
            <pc:docMk/>
            <pc:sldMk cId="2667908648" sldId="940"/>
            <ac:spMk id="13" creationId="{20D16279-0BF2-44DF-9D22-467405B496B8}"/>
          </ac:spMkLst>
        </pc:spChg>
        <pc:spChg chg="add del mod">
          <ac:chgData name="vidushi dadu" userId="8f6edd75c0a5619a" providerId="LiveId" clId="{4A1D7BB4-DB2B-401C-9583-309F517E6E8F}" dt="2020-10-13T23:14:52.030" v="10756" actId="478"/>
          <ac:spMkLst>
            <pc:docMk/>
            <pc:sldMk cId="2667908648" sldId="940"/>
            <ac:spMk id="13" creationId="{4BCB8E5B-33DF-4631-9A7F-C5F58584A6FC}"/>
          </ac:spMkLst>
        </pc:spChg>
        <pc:spChg chg="mod">
          <ac:chgData name="vidushi dadu" userId="8f6edd75c0a5619a" providerId="LiveId" clId="{4A1D7BB4-DB2B-401C-9583-309F517E6E8F}" dt="2020-10-13T23:00:35.722" v="10347" actId="1038"/>
          <ac:spMkLst>
            <pc:docMk/>
            <pc:sldMk cId="2667908648" sldId="940"/>
            <ac:spMk id="22" creationId="{B32EF6F4-4F60-4C34-A6E7-F066BAFAC1EA}"/>
          </ac:spMkLst>
        </pc:spChg>
        <pc:spChg chg="mod">
          <ac:chgData name="vidushi dadu" userId="8f6edd75c0a5619a" providerId="LiveId" clId="{4A1D7BB4-DB2B-401C-9583-309F517E6E8F}" dt="2020-10-13T23:00:35.722" v="10347" actId="1038"/>
          <ac:spMkLst>
            <pc:docMk/>
            <pc:sldMk cId="2667908648" sldId="940"/>
            <ac:spMk id="28" creationId="{F505003E-20FB-4630-88B1-90C6227D6C40}"/>
          </ac:spMkLst>
        </pc:spChg>
        <pc:spChg chg="mod">
          <ac:chgData name="vidushi dadu" userId="8f6edd75c0a5619a" providerId="LiveId" clId="{4A1D7BB4-DB2B-401C-9583-309F517E6E8F}" dt="2020-10-13T23:00:35.722" v="10347" actId="1038"/>
          <ac:spMkLst>
            <pc:docMk/>
            <pc:sldMk cId="2667908648" sldId="940"/>
            <ac:spMk id="29" creationId="{2C17D724-69DA-46E5-A25A-A2619F83E09E}"/>
          </ac:spMkLst>
        </pc:spChg>
        <pc:spChg chg="mod">
          <ac:chgData name="vidushi dadu" userId="8f6edd75c0a5619a" providerId="LiveId" clId="{4A1D7BB4-DB2B-401C-9583-309F517E6E8F}" dt="2020-10-13T23:00:35.722" v="10347" actId="1038"/>
          <ac:spMkLst>
            <pc:docMk/>
            <pc:sldMk cId="2667908648" sldId="940"/>
            <ac:spMk id="35" creationId="{186C2105-5A1A-4F46-90AF-33B76DEFA657}"/>
          </ac:spMkLst>
        </pc:spChg>
        <pc:spChg chg="mod">
          <ac:chgData name="vidushi dadu" userId="8f6edd75c0a5619a" providerId="LiveId" clId="{4A1D7BB4-DB2B-401C-9583-309F517E6E8F}" dt="2020-10-13T23:00:35.722" v="10347" actId="1038"/>
          <ac:spMkLst>
            <pc:docMk/>
            <pc:sldMk cId="2667908648" sldId="940"/>
            <ac:spMk id="52" creationId="{F893A1DA-67FC-42EC-87CF-F22ED4638170}"/>
          </ac:spMkLst>
        </pc:spChg>
        <pc:spChg chg="mod">
          <ac:chgData name="vidushi dadu" userId="8f6edd75c0a5619a" providerId="LiveId" clId="{4A1D7BB4-DB2B-401C-9583-309F517E6E8F}" dt="2020-10-13T23:00:35.722" v="10347" actId="1038"/>
          <ac:spMkLst>
            <pc:docMk/>
            <pc:sldMk cId="2667908648" sldId="940"/>
            <ac:spMk id="53" creationId="{C1C38FD9-F09E-45E9-A6E0-4E74A47BB821}"/>
          </ac:spMkLst>
        </pc:spChg>
        <pc:spChg chg="mod">
          <ac:chgData name="vidushi dadu" userId="8f6edd75c0a5619a" providerId="LiveId" clId="{4A1D7BB4-DB2B-401C-9583-309F517E6E8F}" dt="2020-10-13T23:00:35.722" v="10347" actId="1038"/>
          <ac:spMkLst>
            <pc:docMk/>
            <pc:sldMk cId="2667908648" sldId="940"/>
            <ac:spMk id="54" creationId="{AA5B5709-396C-4CE7-B231-15536A468853}"/>
          </ac:spMkLst>
        </pc:spChg>
        <pc:spChg chg="mod">
          <ac:chgData name="vidushi dadu" userId="8f6edd75c0a5619a" providerId="LiveId" clId="{4A1D7BB4-DB2B-401C-9583-309F517E6E8F}" dt="2020-10-13T23:00:35.722" v="10347" actId="1038"/>
          <ac:spMkLst>
            <pc:docMk/>
            <pc:sldMk cId="2667908648" sldId="940"/>
            <ac:spMk id="55" creationId="{430FB313-9E83-4BFB-B0F4-F61A2063154D}"/>
          </ac:spMkLst>
        </pc:spChg>
        <pc:spChg chg="mod">
          <ac:chgData name="vidushi dadu" userId="8f6edd75c0a5619a" providerId="LiveId" clId="{4A1D7BB4-DB2B-401C-9583-309F517E6E8F}" dt="2020-10-13T23:00:35.722" v="10347" actId="1038"/>
          <ac:spMkLst>
            <pc:docMk/>
            <pc:sldMk cId="2667908648" sldId="940"/>
            <ac:spMk id="56" creationId="{D376D316-B7F7-4B39-9A26-D559F51CF025}"/>
          </ac:spMkLst>
        </pc:spChg>
        <pc:spChg chg="mod">
          <ac:chgData name="vidushi dadu" userId="8f6edd75c0a5619a" providerId="LiveId" clId="{4A1D7BB4-DB2B-401C-9583-309F517E6E8F}" dt="2020-10-13T23:00:35.722" v="10347" actId="1038"/>
          <ac:spMkLst>
            <pc:docMk/>
            <pc:sldMk cId="2667908648" sldId="940"/>
            <ac:spMk id="59" creationId="{2633C078-B93A-4FA0-BE41-14FAD21E62C4}"/>
          </ac:spMkLst>
        </pc:spChg>
        <pc:spChg chg="mod">
          <ac:chgData name="vidushi dadu" userId="8f6edd75c0a5619a" providerId="LiveId" clId="{4A1D7BB4-DB2B-401C-9583-309F517E6E8F}" dt="2020-10-13T23:00:35.722" v="10347" actId="1038"/>
          <ac:spMkLst>
            <pc:docMk/>
            <pc:sldMk cId="2667908648" sldId="940"/>
            <ac:spMk id="60" creationId="{5CD0C399-9AA5-4507-8758-B6852CE1F493}"/>
          </ac:spMkLst>
        </pc:spChg>
        <pc:spChg chg="add mod">
          <ac:chgData name="vidushi dadu" userId="8f6edd75c0a5619a" providerId="LiveId" clId="{4A1D7BB4-DB2B-401C-9583-309F517E6E8F}" dt="2020-10-13T23:14:49.999" v="10755" actId="1076"/>
          <ac:spMkLst>
            <pc:docMk/>
            <pc:sldMk cId="2667908648" sldId="940"/>
            <ac:spMk id="81" creationId="{6FA1BE60-17A3-4435-95E6-41B481FCBE67}"/>
          </ac:spMkLst>
        </pc:spChg>
        <pc:spChg chg="mod">
          <ac:chgData name="vidushi dadu" userId="8f6edd75c0a5619a" providerId="LiveId" clId="{4A1D7BB4-DB2B-401C-9583-309F517E6E8F}" dt="2020-10-13T23:00:35.722" v="10347" actId="1038"/>
          <ac:spMkLst>
            <pc:docMk/>
            <pc:sldMk cId="2667908648" sldId="940"/>
            <ac:spMk id="108" creationId="{CDC82025-6FCC-4052-84D1-C4D01A13F259}"/>
          </ac:spMkLst>
        </pc:spChg>
        <pc:spChg chg="mod">
          <ac:chgData name="vidushi dadu" userId="8f6edd75c0a5619a" providerId="LiveId" clId="{4A1D7BB4-DB2B-401C-9583-309F517E6E8F}" dt="2020-10-13T23:07:37.906" v="10658" actId="164"/>
          <ac:spMkLst>
            <pc:docMk/>
            <pc:sldMk cId="2667908648" sldId="940"/>
            <ac:spMk id="110" creationId="{EC0F6016-7AE0-481A-9B66-495D96921ED2}"/>
          </ac:spMkLst>
        </pc:spChg>
        <pc:spChg chg="mod">
          <ac:chgData name="vidushi dadu" userId="8f6edd75c0a5619a" providerId="LiveId" clId="{4A1D7BB4-DB2B-401C-9583-309F517E6E8F}" dt="2020-10-13T23:07:37.906" v="10658" actId="164"/>
          <ac:spMkLst>
            <pc:docMk/>
            <pc:sldMk cId="2667908648" sldId="940"/>
            <ac:spMk id="113" creationId="{F9FC414F-DBFE-4E56-A84F-DAA30D58271E}"/>
          </ac:spMkLst>
        </pc:spChg>
        <pc:spChg chg="mod">
          <ac:chgData name="vidushi dadu" userId="8f6edd75c0a5619a" providerId="LiveId" clId="{4A1D7BB4-DB2B-401C-9583-309F517E6E8F}" dt="2020-10-13T23:00:35.722" v="10347" actId="1038"/>
          <ac:spMkLst>
            <pc:docMk/>
            <pc:sldMk cId="2667908648" sldId="940"/>
            <ac:spMk id="213" creationId="{38971AE5-947D-461B-9195-19DF62AF8F46}"/>
          </ac:spMkLst>
        </pc:spChg>
        <pc:grpChg chg="mod">
          <ac:chgData name="vidushi dadu" userId="8f6edd75c0a5619a" providerId="LiveId" clId="{4A1D7BB4-DB2B-401C-9583-309F517E6E8F}" dt="2020-10-13T23:00:35.722" v="10347" actId="1038"/>
          <ac:grpSpMkLst>
            <pc:docMk/>
            <pc:sldMk cId="2667908648" sldId="940"/>
            <ac:grpSpMk id="23" creationId="{8D98F9C4-4F80-4E22-9E4F-51A59F50BEB1}"/>
          </ac:grpSpMkLst>
        </pc:grpChg>
        <pc:grpChg chg="mod">
          <ac:chgData name="vidushi dadu" userId="8f6edd75c0a5619a" providerId="LiveId" clId="{4A1D7BB4-DB2B-401C-9583-309F517E6E8F}" dt="2020-10-13T23:00:35.722" v="10347" actId="1038"/>
          <ac:grpSpMkLst>
            <pc:docMk/>
            <pc:sldMk cId="2667908648" sldId="940"/>
            <ac:grpSpMk id="30" creationId="{E54D87C4-2BA1-4FD7-8489-15699D69C198}"/>
          </ac:grpSpMkLst>
        </pc:grpChg>
        <pc:grpChg chg="mod">
          <ac:chgData name="vidushi dadu" userId="8f6edd75c0a5619a" providerId="LiveId" clId="{4A1D7BB4-DB2B-401C-9583-309F517E6E8F}" dt="2020-10-13T23:00:35.722" v="10347" actId="1038"/>
          <ac:grpSpMkLst>
            <pc:docMk/>
            <pc:sldMk cId="2667908648" sldId="940"/>
            <ac:grpSpMk id="36" creationId="{E2497942-4123-49B6-9D32-38E7E9E8125E}"/>
          </ac:grpSpMkLst>
        </pc:grpChg>
        <pc:grpChg chg="mod">
          <ac:chgData name="vidushi dadu" userId="8f6edd75c0a5619a" providerId="LiveId" clId="{4A1D7BB4-DB2B-401C-9583-309F517E6E8F}" dt="2020-10-13T23:00:35.722" v="10347" actId="1038"/>
          <ac:grpSpMkLst>
            <pc:docMk/>
            <pc:sldMk cId="2667908648" sldId="940"/>
            <ac:grpSpMk id="45" creationId="{0EE66312-2187-4F4A-81A7-BBE063731F3A}"/>
          </ac:grpSpMkLst>
        </pc:grpChg>
        <pc:grpChg chg="mod">
          <ac:chgData name="vidushi dadu" userId="8f6edd75c0a5619a" providerId="LiveId" clId="{4A1D7BB4-DB2B-401C-9583-309F517E6E8F}" dt="2020-10-13T23:00:35.722" v="10347" actId="1038"/>
          <ac:grpSpMkLst>
            <pc:docMk/>
            <pc:sldMk cId="2667908648" sldId="940"/>
            <ac:grpSpMk id="48" creationId="{FB3E9F16-E799-4674-A154-5E3412E5CDC4}"/>
          </ac:grpSpMkLst>
        </pc:grpChg>
        <pc:grpChg chg="mod">
          <ac:chgData name="vidushi dadu" userId="8f6edd75c0a5619a" providerId="LiveId" clId="{4A1D7BB4-DB2B-401C-9583-309F517E6E8F}" dt="2020-10-13T23:00:35.722" v="10347" actId="1038"/>
          <ac:grpSpMkLst>
            <pc:docMk/>
            <pc:sldMk cId="2667908648" sldId="940"/>
            <ac:grpSpMk id="64" creationId="{F2AC42B5-2882-4616-9C52-60C67709D4A6}"/>
          </ac:grpSpMkLst>
        </pc:grpChg>
        <pc:grpChg chg="mod">
          <ac:chgData name="vidushi dadu" userId="8f6edd75c0a5619a" providerId="LiveId" clId="{4A1D7BB4-DB2B-401C-9583-309F517E6E8F}" dt="2020-10-13T23:00:35.722" v="10347" actId="1038"/>
          <ac:grpSpMkLst>
            <pc:docMk/>
            <pc:sldMk cId="2667908648" sldId="940"/>
            <ac:grpSpMk id="69" creationId="{AE8F64FC-7490-4269-9E46-F1EB5517D29E}"/>
          </ac:grpSpMkLst>
        </pc:grpChg>
        <pc:grpChg chg="mod">
          <ac:chgData name="vidushi dadu" userId="8f6edd75c0a5619a" providerId="LiveId" clId="{4A1D7BB4-DB2B-401C-9583-309F517E6E8F}" dt="2020-10-13T23:00:35.722" v="10347" actId="1038"/>
          <ac:grpSpMkLst>
            <pc:docMk/>
            <pc:sldMk cId="2667908648" sldId="940"/>
            <ac:grpSpMk id="74" creationId="{52F87FAF-C383-4B0D-94F0-1B883FA7BAA0}"/>
          </ac:grpSpMkLst>
        </pc:grpChg>
        <pc:grpChg chg="add mod">
          <ac:chgData name="vidushi dadu" userId="8f6edd75c0a5619a" providerId="LiveId" clId="{4A1D7BB4-DB2B-401C-9583-309F517E6E8F}" dt="2020-10-13T23:07:37.906" v="10658" actId="164"/>
          <ac:grpSpMkLst>
            <pc:docMk/>
            <pc:sldMk cId="2667908648" sldId="940"/>
            <ac:grpSpMk id="80" creationId="{373B08D6-095F-4479-887B-912F20260F3A}"/>
          </ac:grpSpMkLst>
        </pc:grpChg>
        <pc:grpChg chg="mod">
          <ac:chgData name="vidushi dadu" userId="8f6edd75c0a5619a" providerId="LiveId" clId="{4A1D7BB4-DB2B-401C-9583-309F517E6E8F}" dt="2020-10-13T23:07:37.906" v="10658" actId="164"/>
          <ac:grpSpMkLst>
            <pc:docMk/>
            <pc:sldMk cId="2667908648" sldId="940"/>
            <ac:grpSpMk id="111" creationId="{8DB07DD8-4E38-4A25-B53A-AA342006998B}"/>
          </ac:grpSpMkLst>
        </pc:grpChg>
        <pc:grpChg chg="mod">
          <ac:chgData name="vidushi dadu" userId="8f6edd75c0a5619a" providerId="LiveId" clId="{4A1D7BB4-DB2B-401C-9583-309F517E6E8F}" dt="2020-10-13T23:07:37.906" v="10658" actId="164"/>
          <ac:grpSpMkLst>
            <pc:docMk/>
            <pc:sldMk cId="2667908648" sldId="940"/>
            <ac:grpSpMk id="112" creationId="{F0E84721-0B0A-4BEA-BECE-52447160E9F9}"/>
          </ac:grpSpMkLst>
        </pc:grpChg>
        <pc:grpChg chg="mod">
          <ac:chgData name="vidushi dadu" userId="8f6edd75c0a5619a" providerId="LiveId" clId="{4A1D7BB4-DB2B-401C-9583-309F517E6E8F}" dt="2020-10-13T23:00:35.722" v="10347" actId="1038"/>
          <ac:grpSpMkLst>
            <pc:docMk/>
            <pc:sldMk cId="2667908648" sldId="940"/>
            <ac:grpSpMk id="120" creationId="{982BC540-BEB9-42A0-946B-5A27554CF5D8}"/>
          </ac:grpSpMkLst>
        </pc:grpChg>
        <pc:graphicFrameChg chg="add del mod modGraphic">
          <ac:chgData name="vidushi dadu" userId="8f6edd75c0a5619a" providerId="LiveId" clId="{4A1D7BB4-DB2B-401C-9583-309F517E6E8F}" dt="2020-10-13T23:14:45.296" v="10754" actId="478"/>
          <ac:graphicFrameMkLst>
            <pc:docMk/>
            <pc:sldMk cId="2667908648" sldId="940"/>
            <ac:graphicFrameMk id="16" creationId="{21347826-5758-4473-9939-9B9DC44A6F42}"/>
          </ac:graphicFrameMkLst>
        </pc:graphicFrame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5" creationId="{3E7636C1-A525-4E61-8D62-71C5142EAD69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6" creationId="{9B56CA26-AE4C-42D6-A8AD-FF26BEB08B71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7" creationId="{A9E600C6-8E74-4D71-A329-4AED1A16B812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8" creationId="{3A622D4A-B0B0-4915-B895-FE66ADB45B04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0" creationId="{E598C8EE-A671-4BCB-8093-4499E85EADC2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1" creationId="{358E8B45-71D1-4B56-B326-E09B94A44561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2" creationId="{34721395-28ED-429D-8696-F1CE783DD64E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4" creationId="{47BF41F7-8453-44B7-8E88-DD7B60139A29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5" creationId="{8C306542-4175-4FA4-B5CC-E7CC6B3B7CEE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7" creationId="{51EA8D31-CACD-4D87-9B36-FC53F0B2EC0D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8" creationId="{54E9692F-E89C-4B10-A39D-3E583857421C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9" creationId="{B982D71B-3322-4A12-B107-799380E3C829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20" creationId="{C76B3827-94D8-47E0-9C8D-E7C59ED484C8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21" creationId="{A3E26A95-0AC1-446E-9695-338F2C072BB6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41" creationId="{2F90CCFE-5511-45F6-9623-5A12594FAFCE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42" creationId="{800BD364-44F4-4B46-B47F-A1B637756805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43" creationId="{A9D54BD4-40E2-4139-8657-355A836C943C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44" creationId="{15237437-4A79-426F-B0F1-ACC90F767F01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51" creationId="{CA7B0B6E-1761-4EAD-801F-665B1DE10B10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57" creationId="{6CA158EF-D730-48B7-9DE2-E49749AB7573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58" creationId="{35C7F29E-E3C8-44FC-9FA9-2DE3BD1A16A3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61" creationId="{37283BFD-7485-4469-9802-419994F0D871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62" creationId="{FBE5BA1F-D7E9-4D49-89FB-09D30131BFCD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63" creationId="{1043B739-6622-4095-A623-2B6ED30F0F2B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79" creationId="{B1DFCAA4-E1C1-430D-BBD7-E3173CDE380E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85" creationId="{684E373E-9D71-42F4-AD5C-B643C478C295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86" creationId="{4E473ACE-92A6-486B-8CCF-45D63B204393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87" creationId="{491E303E-6CBE-4C6D-B01F-2AA647D6625A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88" creationId="{76811F13-64AB-460C-BAE5-8B7FDE910220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89" creationId="{8CFAFF67-1DB7-429C-950E-E792FE6F7DFC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90" creationId="{0FA9A3B5-5380-4018-A5BE-3077F6C74527}"/>
          </ac:cxnSpMkLst>
        </pc:cxnChg>
        <pc:cxnChg chg="mod">
          <ac:chgData name="vidushi dadu" userId="8f6edd75c0a5619a" providerId="LiveId" clId="{4A1D7BB4-DB2B-401C-9583-309F517E6E8F}" dt="2020-10-13T23:07:37.906" v="10658" actId="164"/>
          <ac:cxnSpMkLst>
            <pc:docMk/>
            <pc:sldMk cId="2667908648" sldId="940"/>
            <ac:cxnSpMk id="91" creationId="{8B5C9659-16CB-4A4C-A325-21C0EB938200}"/>
          </ac:cxnSpMkLst>
        </pc:cxnChg>
        <pc:cxnChg chg="mod">
          <ac:chgData name="vidushi dadu" userId="8f6edd75c0a5619a" providerId="LiveId" clId="{4A1D7BB4-DB2B-401C-9583-309F517E6E8F}" dt="2020-10-13T23:07:37.906" v="10658" actId="164"/>
          <ac:cxnSpMkLst>
            <pc:docMk/>
            <pc:sldMk cId="2667908648" sldId="940"/>
            <ac:cxnSpMk id="92" creationId="{AE84ACA4-841D-4C70-A1FB-2613E2B7CA84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98" creationId="{FF153BB0-01E0-4106-B7E3-4EEEEEC0E442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99" creationId="{160F6C75-3F1C-46CD-A5D1-0652BF12A573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00" creationId="{A38D76AB-4649-4302-BE19-33A8CC43066F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01" creationId="{2585A869-3D18-4278-B894-FFD2BD550960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02" creationId="{CA761D06-3FAE-4777-99C5-19C51DF89D3A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03" creationId="{47EE6643-C566-46F6-87A7-F7242A78EB69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04" creationId="{88CCD081-2615-4CA0-864E-E71E41913D88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05" creationId="{12AD95F7-2CF5-4D02-9129-DA8A80BA58A1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06" creationId="{C9AA4B43-3FA3-4B7F-8927-17F6F2FCB439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107" creationId="{508C853A-5635-4F4A-9588-BB1111178AC5}"/>
          </ac:cxnSpMkLst>
        </pc:cxnChg>
        <pc:cxnChg chg="mod">
          <ac:chgData name="vidushi dadu" userId="8f6edd75c0a5619a" providerId="LiveId" clId="{4A1D7BB4-DB2B-401C-9583-309F517E6E8F}" dt="2020-10-13T23:07:37.906" v="10658" actId="164"/>
          <ac:cxnSpMkLst>
            <pc:docMk/>
            <pc:sldMk cId="2667908648" sldId="940"/>
            <ac:cxnSpMk id="114" creationId="{5341843D-B5AF-4A44-95F0-A1D74111E655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214" creationId="{4CCA64BB-2810-4206-9C6A-186971DFF8BA}"/>
          </ac:cxnSpMkLst>
        </pc:cxnChg>
        <pc:cxnChg chg="mod">
          <ac:chgData name="vidushi dadu" userId="8f6edd75c0a5619a" providerId="LiveId" clId="{4A1D7BB4-DB2B-401C-9583-309F517E6E8F}" dt="2020-10-13T23:00:35.722" v="10347" actId="1038"/>
          <ac:cxnSpMkLst>
            <pc:docMk/>
            <pc:sldMk cId="2667908648" sldId="940"/>
            <ac:cxnSpMk id="215" creationId="{E261C709-2435-4522-8590-16BFC3DCC0AB}"/>
          </ac:cxnSpMkLst>
        </pc:cxnChg>
      </pc:sldChg>
      <pc:sldChg chg="add">
        <pc:chgData name="vidushi dadu" userId="8f6edd75c0a5619a" providerId="LiveId" clId="{4A1D7BB4-DB2B-401C-9583-309F517E6E8F}" dt="2020-10-17T13:35:10.300" v="18654"/>
        <pc:sldMkLst>
          <pc:docMk/>
          <pc:sldMk cId="250649492" sldId="1038"/>
        </pc:sldMkLst>
      </pc:sldChg>
      <pc:sldChg chg="delSp modSp add del ord modTransition delAnim">
        <pc:chgData name="vidushi dadu" userId="8f6edd75c0a5619a" providerId="LiveId" clId="{4A1D7BB4-DB2B-401C-9583-309F517E6E8F}" dt="2020-10-17T02:30:29.542" v="17308" actId="20577"/>
        <pc:sldMkLst>
          <pc:docMk/>
          <pc:sldMk cId="2429538616" sldId="1038"/>
        </pc:sldMkLst>
        <pc:spChg chg="mod">
          <ac:chgData name="vidushi dadu" userId="8f6edd75c0a5619a" providerId="LiveId" clId="{4A1D7BB4-DB2B-401C-9583-309F517E6E8F}" dt="2020-10-17T02:30:29.542" v="17308" actId="20577"/>
          <ac:spMkLst>
            <pc:docMk/>
            <pc:sldMk cId="2429538616" sldId="1038"/>
            <ac:spMk id="93" creationId="{51BCC345-6EF9-49B7-952E-46E1031D341F}"/>
          </ac:spMkLst>
        </pc:spChg>
        <pc:spChg chg="del">
          <ac:chgData name="vidushi dadu" userId="8f6edd75c0a5619a" providerId="LiveId" clId="{4A1D7BB4-DB2B-401C-9583-309F517E6E8F}" dt="2020-10-10T02:12:23.019" v="2738" actId="478"/>
          <ac:spMkLst>
            <pc:docMk/>
            <pc:sldMk cId="2429538616" sldId="1038"/>
            <ac:spMk id="159" creationId="{CB309601-0114-4413-ADDC-3AA403172E5C}"/>
          </ac:spMkLst>
        </pc:spChg>
        <pc:spChg chg="del">
          <ac:chgData name="vidushi dadu" userId="8f6edd75c0a5619a" providerId="LiveId" clId="{4A1D7BB4-DB2B-401C-9583-309F517E6E8F}" dt="2020-10-10T02:12:23.019" v="2738" actId="478"/>
          <ac:spMkLst>
            <pc:docMk/>
            <pc:sldMk cId="2429538616" sldId="1038"/>
            <ac:spMk id="161" creationId="{0D0B5B37-C01E-47B1-9559-BBE7B52A199B}"/>
          </ac:spMkLst>
        </pc:spChg>
        <pc:spChg chg="del">
          <ac:chgData name="vidushi dadu" userId="8f6edd75c0a5619a" providerId="LiveId" clId="{4A1D7BB4-DB2B-401C-9583-309F517E6E8F}" dt="2020-10-10T02:12:23.019" v="2738" actId="478"/>
          <ac:spMkLst>
            <pc:docMk/>
            <pc:sldMk cId="2429538616" sldId="1038"/>
            <ac:spMk id="162" creationId="{8CFEA3AD-44F0-46BA-93DD-65C8CE3288D5}"/>
          </ac:spMkLst>
        </pc:spChg>
        <pc:spChg chg="del">
          <ac:chgData name="vidushi dadu" userId="8f6edd75c0a5619a" providerId="LiveId" clId="{4A1D7BB4-DB2B-401C-9583-309F517E6E8F}" dt="2020-10-10T02:12:23.019" v="2738" actId="478"/>
          <ac:spMkLst>
            <pc:docMk/>
            <pc:sldMk cId="2429538616" sldId="1038"/>
            <ac:spMk id="163" creationId="{B3EEE64C-98EB-4348-84DF-E9B21C9F726E}"/>
          </ac:spMkLst>
        </pc:spChg>
        <pc:grpChg chg="del">
          <ac:chgData name="vidushi dadu" userId="8f6edd75c0a5619a" providerId="LiveId" clId="{4A1D7BB4-DB2B-401C-9583-309F517E6E8F}" dt="2020-10-10T02:12:23.019" v="2738" actId="478"/>
          <ac:grpSpMkLst>
            <pc:docMk/>
            <pc:sldMk cId="2429538616" sldId="1038"/>
            <ac:grpSpMk id="200" creationId="{086C73EA-FEA0-40A4-8F26-2977C2F5FAA1}"/>
          </ac:grpSpMkLst>
        </pc:grpChg>
        <pc:grpChg chg="del">
          <ac:chgData name="vidushi dadu" userId="8f6edd75c0a5619a" providerId="LiveId" clId="{4A1D7BB4-DB2B-401C-9583-309F517E6E8F}" dt="2020-10-10T02:12:23.019" v="2738" actId="478"/>
          <ac:grpSpMkLst>
            <pc:docMk/>
            <pc:sldMk cId="2429538616" sldId="1038"/>
            <ac:grpSpMk id="228" creationId="{DD626243-882F-4EEF-B922-78C668D094C9}"/>
          </ac:grpSpMkLst>
        </pc:grpChg>
        <pc:grpChg chg="del">
          <ac:chgData name="vidushi dadu" userId="8f6edd75c0a5619a" providerId="LiveId" clId="{4A1D7BB4-DB2B-401C-9583-309F517E6E8F}" dt="2020-10-10T02:12:23.019" v="2738" actId="478"/>
          <ac:grpSpMkLst>
            <pc:docMk/>
            <pc:sldMk cId="2429538616" sldId="1038"/>
            <ac:grpSpMk id="232" creationId="{EFCF481E-0DF9-451D-98E6-BA1A60B0260B}"/>
          </ac:grpSpMkLst>
        </pc:grpChg>
        <pc:grpChg chg="del">
          <ac:chgData name="vidushi dadu" userId="8f6edd75c0a5619a" providerId="LiveId" clId="{4A1D7BB4-DB2B-401C-9583-309F517E6E8F}" dt="2020-10-10T02:12:23.019" v="2738" actId="478"/>
          <ac:grpSpMkLst>
            <pc:docMk/>
            <pc:sldMk cId="2429538616" sldId="1038"/>
            <ac:grpSpMk id="233" creationId="{0AA33312-0984-485A-9D4D-DE1BEA876287}"/>
          </ac:grpSpMkLst>
        </pc:grpChg>
      </pc:sldChg>
      <pc:sldChg chg="del">
        <pc:chgData name="vidushi dadu" userId="8f6edd75c0a5619a" providerId="LiveId" clId="{4A1D7BB4-DB2B-401C-9583-309F517E6E8F}" dt="2020-10-17T13:35:08.858" v="18652" actId="2696"/>
        <pc:sldMkLst>
          <pc:docMk/>
          <pc:sldMk cId="3653457151" sldId="1038"/>
        </pc:sldMkLst>
      </pc:sldChg>
      <pc:sldChg chg="add del">
        <pc:chgData name="vidushi dadu" userId="8f6edd75c0a5619a" providerId="LiveId" clId="{4A1D7BB4-DB2B-401C-9583-309F517E6E8F}" dt="2020-10-10T01:21:44.099" v="1423"/>
        <pc:sldMkLst>
          <pc:docMk/>
          <pc:sldMk cId="993106467" sldId="1127"/>
        </pc:sldMkLst>
      </pc:sldChg>
      <pc:sldChg chg="delSp add del delAnim">
        <pc:chgData name="vidushi dadu" userId="8f6edd75c0a5619a" providerId="LiveId" clId="{4A1D7BB4-DB2B-401C-9583-309F517E6E8F}" dt="2020-10-10T01:21:33.190" v="1419" actId="2696"/>
        <pc:sldMkLst>
          <pc:docMk/>
          <pc:sldMk cId="2523734654" sldId="1127"/>
        </pc:sldMkLst>
        <pc:spChg chg="del">
          <ac:chgData name="vidushi dadu" userId="8f6edd75c0a5619a" providerId="LiveId" clId="{4A1D7BB4-DB2B-401C-9583-309F517E6E8F}" dt="2020-10-10T01:03:43.534" v="1180" actId="478"/>
          <ac:spMkLst>
            <pc:docMk/>
            <pc:sldMk cId="2523734654" sldId="1127"/>
            <ac:spMk id="16" creationId="{ABFCA3A2-1E1B-423B-B9F5-98EB4B119D78}"/>
          </ac:spMkLst>
        </pc:spChg>
      </pc:sldChg>
      <pc:sldChg chg="add del">
        <pc:chgData name="vidushi dadu" userId="8f6edd75c0a5619a" providerId="LiveId" clId="{4A1D7BB4-DB2B-401C-9583-309F517E6E8F}" dt="2020-10-10T02:33:59.269" v="3429" actId="2696"/>
        <pc:sldMkLst>
          <pc:docMk/>
          <pc:sldMk cId="3909499590" sldId="1127"/>
        </pc:sldMkLst>
      </pc:sldChg>
      <pc:sldChg chg="add del modTransition">
        <pc:chgData name="vidushi dadu" userId="8f6edd75c0a5619a" providerId="LiveId" clId="{4A1D7BB4-DB2B-401C-9583-309F517E6E8F}" dt="2020-10-10T02:53:33.722" v="4571" actId="2696"/>
        <pc:sldMkLst>
          <pc:docMk/>
          <pc:sldMk cId="27281513" sldId="1128"/>
        </pc:sldMkLst>
      </pc:sldChg>
      <pc:sldChg chg="add del">
        <pc:chgData name="vidushi dadu" userId="8f6edd75c0a5619a" providerId="LiveId" clId="{4A1D7BB4-DB2B-401C-9583-309F517E6E8F}" dt="2020-10-10T01:21:33.265" v="1420" actId="2696"/>
        <pc:sldMkLst>
          <pc:docMk/>
          <pc:sldMk cId="2779336810" sldId="1128"/>
        </pc:sldMkLst>
      </pc:sldChg>
      <pc:sldChg chg="add del">
        <pc:chgData name="vidushi dadu" userId="8f6edd75c0a5619a" providerId="LiveId" clId="{4A1D7BB4-DB2B-401C-9583-309F517E6E8F}" dt="2020-10-10T01:21:44.099" v="1423"/>
        <pc:sldMkLst>
          <pc:docMk/>
          <pc:sldMk cId="4086279435" sldId="1128"/>
        </pc:sldMkLst>
      </pc:sldChg>
      <pc:sldChg chg="add del">
        <pc:chgData name="vidushi dadu" userId="8f6edd75c0a5619a" providerId="LiveId" clId="{4A1D7BB4-DB2B-401C-9583-309F517E6E8F}" dt="2020-10-10T02:34:18.118" v="3445" actId="2696"/>
        <pc:sldMkLst>
          <pc:docMk/>
          <pc:sldMk cId="1388857561" sldId="1315"/>
        </pc:sldMkLst>
      </pc:sldChg>
      <pc:sldChg chg="add del">
        <pc:chgData name="vidushi dadu" userId="8f6edd75c0a5619a" providerId="LiveId" clId="{4A1D7BB4-DB2B-401C-9583-309F517E6E8F}" dt="2020-10-10T01:21:33.361" v="1421" actId="2696"/>
        <pc:sldMkLst>
          <pc:docMk/>
          <pc:sldMk cId="2367115545" sldId="1315"/>
        </pc:sldMkLst>
      </pc:sldChg>
      <pc:sldChg chg="add del">
        <pc:chgData name="vidushi dadu" userId="8f6edd75c0a5619a" providerId="LiveId" clId="{4A1D7BB4-DB2B-401C-9583-309F517E6E8F}" dt="2020-10-10T01:21:44.099" v="1423"/>
        <pc:sldMkLst>
          <pc:docMk/>
          <pc:sldMk cId="3572963479" sldId="1315"/>
        </pc:sldMkLst>
      </pc:sldChg>
      <pc:sldChg chg="addSp delSp modSp add del modTransition modAnim">
        <pc:chgData name="vidushi dadu" userId="8f6edd75c0a5619a" providerId="LiveId" clId="{4A1D7BB4-DB2B-401C-9583-309F517E6E8F}" dt="2020-10-17T02:18:03.255" v="16976" actId="2696"/>
        <pc:sldMkLst>
          <pc:docMk/>
          <pc:sldMk cId="1548097780" sldId="1316"/>
        </pc:sldMkLst>
        <pc:spChg chg="mod">
          <ac:chgData name="vidushi dadu" userId="8f6edd75c0a5619a" providerId="LiveId" clId="{4A1D7BB4-DB2B-401C-9583-309F517E6E8F}" dt="2020-10-14T00:15:07.834" v="12384" actId="20577"/>
          <ac:spMkLst>
            <pc:docMk/>
            <pc:sldMk cId="1548097780" sldId="1316"/>
            <ac:spMk id="2" creationId="{4453F9E5-165D-405F-B80D-0CAF687FA5DC}"/>
          </ac:spMkLst>
        </pc:spChg>
        <pc:spChg chg="del">
          <ac:chgData name="vidushi dadu" userId="8f6edd75c0a5619a" providerId="LiveId" clId="{4A1D7BB4-DB2B-401C-9583-309F517E6E8F}" dt="2020-10-10T01:04:03.847" v="1182" actId="478"/>
          <ac:spMkLst>
            <pc:docMk/>
            <pc:sldMk cId="1548097780" sldId="1316"/>
            <ac:spMk id="4" creationId="{0093E836-ECA2-44F2-A895-D4C1446C9633}"/>
          </ac:spMkLst>
        </pc:spChg>
        <pc:spChg chg="add">
          <ac:chgData name="vidushi dadu" userId="8f6edd75c0a5619a" providerId="LiveId" clId="{4A1D7BB4-DB2B-401C-9583-309F517E6E8F}" dt="2020-10-10T01:03:52.035" v="1181"/>
          <ac:spMkLst>
            <pc:docMk/>
            <pc:sldMk cId="1548097780" sldId="1316"/>
            <ac:spMk id="8" creationId="{E3FAF1D1-292A-4AAD-A1D3-5EF0882D316F}"/>
          </ac:spMkLst>
        </pc:spChg>
        <pc:spChg chg="add">
          <ac:chgData name="vidushi dadu" userId="8f6edd75c0a5619a" providerId="LiveId" clId="{4A1D7BB4-DB2B-401C-9583-309F517E6E8F}" dt="2020-10-10T01:03:52.035" v="1181"/>
          <ac:spMkLst>
            <pc:docMk/>
            <pc:sldMk cId="1548097780" sldId="1316"/>
            <ac:spMk id="9" creationId="{3C669178-657D-4416-9ED0-AE6EF4AED50B}"/>
          </ac:spMkLst>
        </pc:spChg>
        <pc:spChg chg="add">
          <ac:chgData name="vidushi dadu" userId="8f6edd75c0a5619a" providerId="LiveId" clId="{4A1D7BB4-DB2B-401C-9583-309F517E6E8F}" dt="2020-10-10T01:03:52.035" v="1181"/>
          <ac:spMkLst>
            <pc:docMk/>
            <pc:sldMk cId="1548097780" sldId="1316"/>
            <ac:spMk id="10" creationId="{3ECB4CA1-346F-47A5-8F4A-82FF23C852B0}"/>
          </ac:spMkLst>
        </pc:spChg>
        <pc:spChg chg="add">
          <ac:chgData name="vidushi dadu" userId="8f6edd75c0a5619a" providerId="LiveId" clId="{4A1D7BB4-DB2B-401C-9583-309F517E6E8F}" dt="2020-10-10T01:03:52.035" v="1181"/>
          <ac:spMkLst>
            <pc:docMk/>
            <pc:sldMk cId="1548097780" sldId="1316"/>
            <ac:spMk id="11" creationId="{AC0043BA-48D6-4F79-827F-12F2439C2551}"/>
          </ac:spMkLst>
        </pc:spChg>
        <pc:spChg chg="add">
          <ac:chgData name="vidushi dadu" userId="8f6edd75c0a5619a" providerId="LiveId" clId="{4A1D7BB4-DB2B-401C-9583-309F517E6E8F}" dt="2020-10-10T01:03:52.035" v="1181"/>
          <ac:spMkLst>
            <pc:docMk/>
            <pc:sldMk cId="1548097780" sldId="1316"/>
            <ac:spMk id="12" creationId="{05F0503D-F509-4588-8BE8-E242884AA4A5}"/>
          </ac:spMkLst>
        </pc:spChg>
        <pc:spChg chg="add del mod">
          <ac:chgData name="vidushi dadu" userId="8f6edd75c0a5619a" providerId="LiveId" clId="{4A1D7BB4-DB2B-401C-9583-309F517E6E8F}" dt="2020-10-10T01:04:06.937" v="1184" actId="478"/>
          <ac:spMkLst>
            <pc:docMk/>
            <pc:sldMk cId="1548097780" sldId="1316"/>
            <ac:spMk id="13" creationId="{F8540656-86B5-4EB0-A744-FF73812ADFB8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14" creationId="{03083998-9075-4115-A0F0-019F2733C84D}"/>
          </ac:spMkLst>
        </pc:spChg>
        <pc:spChg chg="add del">
          <ac:chgData name="vidushi dadu" userId="8f6edd75c0a5619a" providerId="LiveId" clId="{4A1D7BB4-DB2B-401C-9583-309F517E6E8F}" dt="2020-10-10T01:04:16.063" v="1185" actId="478"/>
          <ac:spMkLst>
            <pc:docMk/>
            <pc:sldMk cId="1548097780" sldId="1316"/>
            <ac:spMk id="14" creationId="{B2C7EE2B-F405-49C0-AF59-7BE1C5A3EC90}"/>
          </ac:spMkLst>
        </pc:spChg>
        <pc:spChg chg="add del">
          <ac:chgData name="vidushi dadu" userId="8f6edd75c0a5619a" providerId="LiveId" clId="{4A1D7BB4-DB2B-401C-9583-309F517E6E8F}" dt="2020-10-10T01:04:20.190" v="1191"/>
          <ac:spMkLst>
            <pc:docMk/>
            <pc:sldMk cId="1548097780" sldId="1316"/>
            <ac:spMk id="15" creationId="{2288F205-41E1-4E7D-AAD5-0EFA48CC638D}"/>
          </ac:spMkLst>
        </pc:spChg>
        <pc:spChg chg="add mod">
          <ac:chgData name="vidushi dadu" userId="8f6edd75c0a5619a" providerId="LiveId" clId="{4A1D7BB4-DB2B-401C-9583-309F517E6E8F}" dt="2020-10-13T23:47:13.323" v="12145" actId="1076"/>
          <ac:spMkLst>
            <pc:docMk/>
            <pc:sldMk cId="1548097780" sldId="1316"/>
            <ac:spMk id="16" creationId="{FF659ABC-943C-4AF0-A9B5-C51968F68539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17" creationId="{068C7F1A-745B-42F1-A2DD-FEF844B6C77B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18" creationId="{E1AEBDBD-27E3-4B65-B4E8-0A4BD7F313D5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19" creationId="{3BFACBCB-DB70-4B8F-88BE-44E5379E6144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22" creationId="{00843CF4-73DC-4795-A298-37365CFCD733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23" creationId="{F3E1F56B-2928-43BF-BD8F-3229716336B1}"/>
          </ac:spMkLst>
        </pc:spChg>
        <pc:spChg chg="add mod">
          <ac:chgData name="vidushi dadu" userId="8f6edd75c0a5619a" providerId="LiveId" clId="{4A1D7BB4-DB2B-401C-9583-309F517E6E8F}" dt="2020-10-14T21:35:00.687" v="14446" actId="115"/>
          <ac:spMkLst>
            <pc:docMk/>
            <pc:sldMk cId="1548097780" sldId="1316"/>
            <ac:spMk id="24" creationId="{38CAF95F-E057-4C6F-81BB-AA322864A7D1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26" creationId="{714BAF4F-F051-4E01-9A15-43D7B452C384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27" creationId="{F78FD6C0-91BA-4F04-B679-BF7B668F2469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28" creationId="{1A898C5D-2A93-4D19-B5C0-A02A436D0176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30" creationId="{BC9DB471-5F93-4D50-BA41-60ED4DC708F5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31" creationId="{9E883546-FBB8-482B-98A2-001E3ACBEEDB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32" creationId="{09C2713C-C991-44B2-BC89-3C14558FE9FF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33" creationId="{F2FB38E9-C8F3-4944-B77C-2C7F443FF3B9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34" creationId="{1DAB36F8-99E8-4141-A8C9-9F328FC35EFD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35" creationId="{A00C1AC2-1F53-4BE6-8A41-5A8B3A3DB8D5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36" creationId="{E576F948-0DD8-4C14-BA5E-3F5E75027354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37" creationId="{AC239D4A-91BF-4800-A417-1F96408F54BA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38" creationId="{5ED49098-8D93-4709-BA06-572823956FCB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39" creationId="{73DA9864-5047-43CF-9AA2-9C486CC6B6E6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40" creationId="{8E478F25-1AA7-4677-8B40-3DDA6F0AD031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41" creationId="{87DDEBC8-856C-4996-8C1C-A1E0E6540A9D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42" creationId="{2DB98F6A-2CA2-4839-A702-E4E5544EBE32}"/>
          </ac:spMkLst>
        </pc:spChg>
        <pc:spChg chg="add mod">
          <ac:chgData name="vidushi dadu" userId="8f6edd75c0a5619a" providerId="LiveId" clId="{4A1D7BB4-DB2B-401C-9583-309F517E6E8F}" dt="2020-10-12T07:25:03.560" v="8279" actId="1035"/>
          <ac:spMkLst>
            <pc:docMk/>
            <pc:sldMk cId="1548097780" sldId="1316"/>
            <ac:spMk id="43" creationId="{EE6E52B3-7549-4D1D-A3AC-BF91BCE80D66}"/>
          </ac:spMkLst>
        </pc:spChg>
        <pc:graphicFrameChg chg="add">
          <ac:chgData name="vidushi dadu" userId="8f6edd75c0a5619a" providerId="LiveId" clId="{4A1D7BB4-DB2B-401C-9583-309F517E6E8F}" dt="2020-10-10T01:03:52.035" v="1181"/>
          <ac:graphicFrameMkLst>
            <pc:docMk/>
            <pc:sldMk cId="1548097780" sldId="1316"/>
            <ac:graphicFrameMk id="5" creationId="{154DACFB-5009-4BF6-A76E-03EF1E08E711}"/>
          </ac:graphicFrameMkLst>
        </pc:graphicFrameChg>
        <pc:graphicFrameChg chg="add">
          <ac:chgData name="vidushi dadu" userId="8f6edd75c0a5619a" providerId="LiveId" clId="{4A1D7BB4-DB2B-401C-9583-309F517E6E8F}" dt="2020-10-10T01:03:52.035" v="1181"/>
          <ac:graphicFrameMkLst>
            <pc:docMk/>
            <pc:sldMk cId="1548097780" sldId="1316"/>
            <ac:graphicFrameMk id="6" creationId="{0D6BBD27-8D64-4EC2-BC29-2F1B1E70DA72}"/>
          </ac:graphicFrameMkLst>
        </pc:graphicFrameChg>
        <pc:graphicFrameChg chg="add">
          <ac:chgData name="vidushi dadu" userId="8f6edd75c0a5619a" providerId="LiveId" clId="{4A1D7BB4-DB2B-401C-9583-309F517E6E8F}" dt="2020-10-10T01:03:52.035" v="1181"/>
          <ac:graphicFrameMkLst>
            <pc:docMk/>
            <pc:sldMk cId="1548097780" sldId="1316"/>
            <ac:graphicFrameMk id="7" creationId="{4EAAC3F2-816B-45F6-B439-F1731302983A}"/>
          </ac:graphicFrameMkLst>
        </pc:graphicFrameChg>
        <pc:graphicFrameChg chg="add mod">
          <ac:chgData name="vidushi dadu" userId="8f6edd75c0a5619a" providerId="LiveId" clId="{4A1D7BB4-DB2B-401C-9583-309F517E6E8F}" dt="2020-10-12T07:25:03.560" v="8279" actId="1035"/>
          <ac:graphicFrameMkLst>
            <pc:docMk/>
            <pc:sldMk cId="1548097780" sldId="1316"/>
            <ac:graphicFrameMk id="13" creationId="{08DF1D6F-849A-42DF-80CC-8050C99E8FD3}"/>
          </ac:graphicFrameMkLst>
        </pc:graphicFrameChg>
        <pc:graphicFrameChg chg="add mod">
          <ac:chgData name="vidushi dadu" userId="8f6edd75c0a5619a" providerId="LiveId" clId="{4A1D7BB4-DB2B-401C-9583-309F517E6E8F}" dt="2020-10-12T07:25:03.560" v="8279" actId="1035"/>
          <ac:graphicFrameMkLst>
            <pc:docMk/>
            <pc:sldMk cId="1548097780" sldId="1316"/>
            <ac:graphicFrameMk id="15" creationId="{55AE047C-E67B-4B7A-A415-DD21B8F8DCD8}"/>
          </ac:graphicFrameMkLst>
        </pc:graphicFrameChg>
        <pc:graphicFrameChg chg="add mod">
          <ac:chgData name="vidushi dadu" userId="8f6edd75c0a5619a" providerId="LiveId" clId="{4A1D7BB4-DB2B-401C-9583-309F517E6E8F}" dt="2020-10-12T07:25:03.560" v="8279" actId="1035"/>
          <ac:graphicFrameMkLst>
            <pc:docMk/>
            <pc:sldMk cId="1548097780" sldId="1316"/>
            <ac:graphicFrameMk id="20" creationId="{6676EEA3-1D43-4CBA-95C8-611E68CB427E}"/>
          </ac:graphicFrameMkLst>
        </pc:graphicFrameChg>
        <pc:graphicFrameChg chg="add mod">
          <ac:chgData name="vidushi dadu" userId="8f6edd75c0a5619a" providerId="LiveId" clId="{4A1D7BB4-DB2B-401C-9583-309F517E6E8F}" dt="2020-10-12T07:25:03.560" v="8279" actId="1035"/>
          <ac:graphicFrameMkLst>
            <pc:docMk/>
            <pc:sldMk cId="1548097780" sldId="1316"/>
            <ac:graphicFrameMk id="21" creationId="{86AB055C-E6F2-4514-8FB2-5564400BE2BC}"/>
          </ac:graphicFrameMkLst>
        </pc:graphicFrameChg>
        <pc:cxnChg chg="add mod">
          <ac:chgData name="vidushi dadu" userId="8f6edd75c0a5619a" providerId="LiveId" clId="{4A1D7BB4-DB2B-401C-9583-309F517E6E8F}" dt="2020-10-12T07:25:03.560" v="8279" actId="1035"/>
          <ac:cxnSpMkLst>
            <pc:docMk/>
            <pc:sldMk cId="1548097780" sldId="1316"/>
            <ac:cxnSpMk id="25" creationId="{3DC9B1C0-45BC-460F-A155-798A3CE7B3B9}"/>
          </ac:cxnSpMkLst>
        </pc:cxnChg>
        <pc:cxnChg chg="add mod">
          <ac:chgData name="vidushi dadu" userId="8f6edd75c0a5619a" providerId="LiveId" clId="{4A1D7BB4-DB2B-401C-9583-309F517E6E8F}" dt="2020-10-12T07:25:03.560" v="8279" actId="1035"/>
          <ac:cxnSpMkLst>
            <pc:docMk/>
            <pc:sldMk cId="1548097780" sldId="1316"/>
            <ac:cxnSpMk id="29" creationId="{37EE879A-0580-44F2-BF77-20427A3D3DA4}"/>
          </ac:cxnSpMkLst>
        </pc:cxnChg>
      </pc:sldChg>
      <pc:sldChg chg="add del">
        <pc:chgData name="vidushi dadu" userId="8f6edd75c0a5619a" providerId="LiveId" clId="{4A1D7BB4-DB2B-401C-9583-309F517E6E8F}" dt="2020-10-17T02:18:16.789" v="16982" actId="2696"/>
        <pc:sldMkLst>
          <pc:docMk/>
          <pc:sldMk cId="2896328569" sldId="1316"/>
        </pc:sldMkLst>
      </pc:sldChg>
      <pc:sldChg chg="addSp delSp modSp add addAnim delAnim modAnim">
        <pc:chgData name="vidushi dadu" userId="8f6edd75c0a5619a" providerId="LiveId" clId="{4A1D7BB4-DB2B-401C-9583-309F517E6E8F}" dt="2020-10-16T23:53:08.627" v="18487" actId="20577"/>
        <pc:sldMkLst>
          <pc:docMk/>
          <pc:sldMk cId="113324496" sldId="1317"/>
        </pc:sldMkLst>
        <pc:spChg chg="mod">
          <ac:chgData name="vidushi dadu" userId="8f6edd75c0a5619a" providerId="LiveId" clId="{4A1D7BB4-DB2B-401C-9583-309F517E6E8F}" dt="2020-10-10T02:12:50.523" v="2867" actId="20577"/>
          <ac:spMkLst>
            <pc:docMk/>
            <pc:sldMk cId="113324496" sldId="1317"/>
            <ac:spMk id="2" creationId="{4453F9E5-165D-405F-B80D-0CAF687FA5DC}"/>
          </ac:spMkLst>
        </pc:spChg>
        <pc:spChg chg="del">
          <ac:chgData name="vidushi dadu" userId="8f6edd75c0a5619a" providerId="LiveId" clId="{4A1D7BB4-DB2B-401C-9583-309F517E6E8F}" dt="2020-10-10T02:02:44.971" v="2555" actId="478"/>
          <ac:spMkLst>
            <pc:docMk/>
            <pc:sldMk cId="113324496" sldId="1317"/>
            <ac:spMk id="4" creationId="{0093E836-ECA2-44F2-A895-D4C1446C9633}"/>
          </ac:spMkLst>
        </pc:spChg>
        <pc:spChg chg="add del mod">
          <ac:chgData name="vidushi dadu" userId="8f6edd75c0a5619a" providerId="LiveId" clId="{4A1D7BB4-DB2B-401C-9583-309F517E6E8F}" dt="2020-10-16T08:21:25.923" v="16415" actId="478"/>
          <ac:spMkLst>
            <pc:docMk/>
            <pc:sldMk cId="113324496" sldId="1317"/>
            <ac:spMk id="4" creationId="{BFA7F04A-B346-46EE-9028-48AEE168F145}"/>
          </ac:spMkLst>
        </pc:spChg>
        <pc:spChg chg="add mod">
          <ac:chgData name="vidushi dadu" userId="8f6edd75c0a5619a" providerId="LiveId" clId="{4A1D7BB4-DB2B-401C-9583-309F517E6E8F}" dt="2020-10-16T23:53:08.627" v="18487" actId="20577"/>
          <ac:spMkLst>
            <pc:docMk/>
            <pc:sldMk cId="113324496" sldId="1317"/>
            <ac:spMk id="5" creationId="{703F7436-43BD-46C4-AD0B-985397FA0F69}"/>
          </ac:spMkLst>
        </pc:spChg>
        <pc:spChg chg="add del mod">
          <ac:chgData name="vidushi dadu" userId="8f6edd75c0a5619a" providerId="LiveId" clId="{4A1D7BB4-DB2B-401C-9583-309F517E6E8F}" dt="2020-10-16T08:20:27.693" v="16370"/>
          <ac:spMkLst>
            <pc:docMk/>
            <pc:sldMk cId="113324496" sldId="1317"/>
            <ac:spMk id="6" creationId="{9D7C598D-05EF-4C87-802F-D7A9856C8BAD}"/>
          </ac:spMkLst>
        </pc:spChg>
        <pc:spChg chg="add del mod">
          <ac:chgData name="vidushi dadu" userId="8f6edd75c0a5619a" providerId="LiveId" clId="{4A1D7BB4-DB2B-401C-9583-309F517E6E8F}" dt="2020-10-10T02:02:48.058" v="2556" actId="478"/>
          <ac:spMkLst>
            <pc:docMk/>
            <pc:sldMk cId="113324496" sldId="1317"/>
            <ac:spMk id="6" creationId="{C9524286-4CB4-4CA7-A0A6-5ABE6E917747}"/>
          </ac:spMkLst>
        </pc:spChg>
        <pc:spChg chg="add mod">
          <ac:chgData name="vidushi dadu" userId="8f6edd75c0a5619a" providerId="LiveId" clId="{4A1D7BB4-DB2B-401C-9583-309F517E6E8F}" dt="2020-10-10T02:14:05.319" v="2906" actId="164"/>
          <ac:spMkLst>
            <pc:docMk/>
            <pc:sldMk cId="113324496" sldId="1317"/>
            <ac:spMk id="22" creationId="{9E9E813D-1DED-4B5F-80FF-44F906F01B31}"/>
          </ac:spMkLst>
        </pc:spChg>
        <pc:spChg chg="add mod">
          <ac:chgData name="vidushi dadu" userId="8f6edd75c0a5619a" providerId="LiveId" clId="{4A1D7BB4-DB2B-401C-9583-309F517E6E8F}" dt="2020-10-10T02:14:05.319" v="2906" actId="164"/>
          <ac:spMkLst>
            <pc:docMk/>
            <pc:sldMk cId="113324496" sldId="1317"/>
            <ac:spMk id="23" creationId="{0F627150-BA64-43B6-BEEC-6F1947790E86}"/>
          </ac:spMkLst>
        </pc:spChg>
        <pc:spChg chg="add mod">
          <ac:chgData name="vidushi dadu" userId="8f6edd75c0a5619a" providerId="LiveId" clId="{4A1D7BB4-DB2B-401C-9583-309F517E6E8F}" dt="2020-10-10T02:14:12.368" v="2910" actId="20577"/>
          <ac:spMkLst>
            <pc:docMk/>
            <pc:sldMk cId="113324496" sldId="1317"/>
            <ac:spMk id="24" creationId="{9B73F990-3133-4861-9A29-00658E7E0430}"/>
          </ac:spMkLst>
        </pc:spChg>
        <pc:spChg chg="add mod">
          <ac:chgData name="vidushi dadu" userId="8f6edd75c0a5619a" providerId="LiveId" clId="{4A1D7BB4-DB2B-401C-9583-309F517E6E8F}" dt="2020-10-10T02:14:19.098" v="2916" actId="20577"/>
          <ac:spMkLst>
            <pc:docMk/>
            <pc:sldMk cId="113324496" sldId="1317"/>
            <ac:spMk id="25" creationId="{C9A7E5B3-C069-4939-9C57-4F59FC191426}"/>
          </ac:spMkLst>
        </pc:spChg>
        <pc:spChg chg="add mod">
          <ac:chgData name="vidushi dadu" userId="8f6edd75c0a5619a" providerId="LiveId" clId="{4A1D7BB4-DB2B-401C-9583-309F517E6E8F}" dt="2020-10-10T02:14:15.864" v="2913" actId="20577"/>
          <ac:spMkLst>
            <pc:docMk/>
            <pc:sldMk cId="113324496" sldId="1317"/>
            <ac:spMk id="26" creationId="{B3B207DA-66C1-43C1-AEF9-1483CBB58CDF}"/>
          </ac:spMkLst>
        </pc:spChg>
        <pc:spChg chg="add mod">
          <ac:chgData name="vidushi dadu" userId="8f6edd75c0a5619a" providerId="LiveId" clId="{4A1D7BB4-DB2B-401C-9583-309F517E6E8F}" dt="2020-10-10T02:14:05.319" v="2906" actId="164"/>
          <ac:spMkLst>
            <pc:docMk/>
            <pc:sldMk cId="113324496" sldId="1317"/>
            <ac:spMk id="27" creationId="{3EA0C96A-5C9B-4B2E-9EAA-3E04EE88C9BB}"/>
          </ac:spMkLst>
        </pc:spChg>
        <pc:spChg chg="add mod">
          <ac:chgData name="vidushi dadu" userId="8f6edd75c0a5619a" providerId="LiveId" clId="{4A1D7BB4-DB2B-401C-9583-309F517E6E8F}" dt="2020-10-10T02:14:37.353" v="2931" actId="20577"/>
          <ac:spMkLst>
            <pc:docMk/>
            <pc:sldMk cId="113324496" sldId="1317"/>
            <ac:spMk id="28" creationId="{8F128DCB-CA19-42FC-9CC9-7A6F8EE30006}"/>
          </ac:spMkLst>
        </pc:spChg>
        <pc:spChg chg="add mod">
          <ac:chgData name="vidushi dadu" userId="8f6edd75c0a5619a" providerId="LiveId" clId="{4A1D7BB4-DB2B-401C-9583-309F517E6E8F}" dt="2020-10-10T02:14:22.425" v="2919" actId="20577"/>
          <ac:spMkLst>
            <pc:docMk/>
            <pc:sldMk cId="113324496" sldId="1317"/>
            <ac:spMk id="29" creationId="{B8AF392C-5828-41E7-921A-4B18C5EAF6A5}"/>
          </ac:spMkLst>
        </pc:spChg>
        <pc:spChg chg="add mod">
          <ac:chgData name="vidushi dadu" userId="8f6edd75c0a5619a" providerId="LiveId" clId="{4A1D7BB4-DB2B-401C-9583-309F517E6E8F}" dt="2020-10-10T02:14:33.442" v="2928" actId="20577"/>
          <ac:spMkLst>
            <pc:docMk/>
            <pc:sldMk cId="113324496" sldId="1317"/>
            <ac:spMk id="30" creationId="{38F446EA-78BE-44E7-9844-20B7AF6A6BF4}"/>
          </ac:spMkLst>
        </pc:spChg>
        <pc:spChg chg="add mod">
          <ac:chgData name="vidushi dadu" userId="8f6edd75c0a5619a" providerId="LiveId" clId="{4A1D7BB4-DB2B-401C-9583-309F517E6E8F}" dt="2020-10-10T02:14:42.113" v="2934" actId="20577"/>
          <ac:spMkLst>
            <pc:docMk/>
            <pc:sldMk cId="113324496" sldId="1317"/>
            <ac:spMk id="31" creationId="{1AC8A28C-31F1-471E-A692-9901BA463E1F}"/>
          </ac:spMkLst>
        </pc:spChg>
        <pc:spChg chg="add mod">
          <ac:chgData name="vidushi dadu" userId="8f6edd75c0a5619a" providerId="LiveId" clId="{4A1D7BB4-DB2B-401C-9583-309F517E6E8F}" dt="2020-10-10T02:14:26.401" v="2922" actId="20577"/>
          <ac:spMkLst>
            <pc:docMk/>
            <pc:sldMk cId="113324496" sldId="1317"/>
            <ac:spMk id="32" creationId="{70586447-022B-4093-A392-853570421BBE}"/>
          </ac:spMkLst>
        </pc:spChg>
        <pc:spChg chg="add mod">
          <ac:chgData name="vidushi dadu" userId="8f6edd75c0a5619a" providerId="LiveId" clId="{4A1D7BB4-DB2B-401C-9583-309F517E6E8F}" dt="2020-10-10T02:14:29.576" v="2925" actId="20577"/>
          <ac:spMkLst>
            <pc:docMk/>
            <pc:sldMk cId="113324496" sldId="1317"/>
            <ac:spMk id="33" creationId="{E93642E8-F28F-4064-891E-18E536B9B97B}"/>
          </ac:spMkLst>
        </pc:spChg>
        <pc:spChg chg="add mod">
          <ac:chgData name="vidushi dadu" userId="8f6edd75c0a5619a" providerId="LiveId" clId="{4A1D7BB4-DB2B-401C-9583-309F517E6E8F}" dt="2020-10-10T02:14:05.319" v="2906" actId="164"/>
          <ac:spMkLst>
            <pc:docMk/>
            <pc:sldMk cId="113324496" sldId="1317"/>
            <ac:spMk id="34" creationId="{56B9EE6E-DD92-4C1F-9CAE-9745F7B4F14D}"/>
          </ac:spMkLst>
        </pc:spChg>
        <pc:spChg chg="add mod">
          <ac:chgData name="vidushi dadu" userId="8f6edd75c0a5619a" providerId="LiveId" clId="{4A1D7BB4-DB2B-401C-9583-309F517E6E8F}" dt="2020-10-10T02:14:05.319" v="2906" actId="164"/>
          <ac:spMkLst>
            <pc:docMk/>
            <pc:sldMk cId="113324496" sldId="1317"/>
            <ac:spMk id="35" creationId="{39DAD476-8DCD-402A-AF01-83DCE11254F0}"/>
          </ac:spMkLst>
        </pc:spChg>
        <pc:spChg chg="add mod">
          <ac:chgData name="vidushi dadu" userId="8f6edd75c0a5619a" providerId="LiveId" clId="{4A1D7BB4-DB2B-401C-9583-309F517E6E8F}" dt="2020-10-10T02:14:05.319" v="2906" actId="164"/>
          <ac:spMkLst>
            <pc:docMk/>
            <pc:sldMk cId="113324496" sldId="1317"/>
            <ac:spMk id="36" creationId="{A58FBC31-3C07-4B8C-851E-4C05A6F7B7F3}"/>
          </ac:spMkLst>
        </pc:spChg>
        <pc:spChg chg="add mod">
          <ac:chgData name="vidushi dadu" userId="8f6edd75c0a5619a" providerId="LiveId" clId="{4A1D7BB4-DB2B-401C-9583-309F517E6E8F}" dt="2020-10-10T02:14:05.319" v="2906" actId="164"/>
          <ac:spMkLst>
            <pc:docMk/>
            <pc:sldMk cId="113324496" sldId="1317"/>
            <ac:spMk id="37" creationId="{A593D370-577C-417E-9A31-55D32F89F061}"/>
          </ac:spMkLst>
        </pc:spChg>
        <pc:spChg chg="add mod">
          <ac:chgData name="vidushi dadu" userId="8f6edd75c0a5619a" providerId="LiveId" clId="{4A1D7BB4-DB2B-401C-9583-309F517E6E8F}" dt="2020-10-10T02:14:05.319" v="2906" actId="164"/>
          <ac:spMkLst>
            <pc:docMk/>
            <pc:sldMk cId="113324496" sldId="1317"/>
            <ac:spMk id="38" creationId="{AB03343A-AF11-4762-BBAE-293711D7A59D}"/>
          </ac:spMkLst>
        </pc:spChg>
        <pc:spChg chg="add del">
          <ac:chgData name="vidushi dadu" userId="8f6edd75c0a5619a" providerId="LiveId" clId="{4A1D7BB4-DB2B-401C-9583-309F517E6E8F}" dt="2020-10-16T08:20:40.720" v="16372"/>
          <ac:spMkLst>
            <pc:docMk/>
            <pc:sldMk cId="113324496" sldId="1317"/>
            <ac:spMk id="42" creationId="{84CF7B47-DB09-44E0-9EC5-DD88617A4C9E}"/>
          </ac:spMkLst>
        </pc:spChg>
        <pc:spChg chg="add mod">
          <ac:chgData name="vidushi dadu" userId="8f6edd75c0a5619a" providerId="LiveId" clId="{4A1D7BB4-DB2B-401C-9583-309F517E6E8F}" dt="2020-10-16T08:22:15.394" v="16490" actId="14100"/>
          <ac:spMkLst>
            <pc:docMk/>
            <pc:sldMk cId="113324496" sldId="1317"/>
            <ac:spMk id="43" creationId="{29EB794C-5265-42A9-9444-847DCF9C1CA3}"/>
          </ac:spMkLst>
        </pc:spChg>
        <pc:spChg chg="add mod">
          <ac:chgData name="vidushi dadu" userId="8f6edd75c0a5619a" providerId="LiveId" clId="{4A1D7BB4-DB2B-401C-9583-309F517E6E8F}" dt="2020-10-16T08:22:21.069" v="16492" actId="14100"/>
          <ac:spMkLst>
            <pc:docMk/>
            <pc:sldMk cId="113324496" sldId="1317"/>
            <ac:spMk id="44" creationId="{FD59D694-EA22-4498-B867-90CA3B71DB65}"/>
          </ac:spMkLst>
        </pc:spChg>
        <pc:spChg chg="add mod">
          <ac:chgData name="vidushi dadu" userId="8f6edd75c0a5619a" providerId="LiveId" clId="{4A1D7BB4-DB2B-401C-9583-309F517E6E8F}" dt="2020-10-16T08:23:14.791" v="16532" actId="20577"/>
          <ac:spMkLst>
            <pc:docMk/>
            <pc:sldMk cId="113324496" sldId="1317"/>
            <ac:spMk id="45" creationId="{D81382CC-DDD0-416A-B5DD-EA2187EE319D}"/>
          </ac:spMkLst>
        </pc:spChg>
        <pc:spChg chg="add mod">
          <ac:chgData name="vidushi dadu" userId="8f6edd75c0a5619a" providerId="LiveId" clId="{4A1D7BB4-DB2B-401C-9583-309F517E6E8F}" dt="2020-10-16T08:22:41.950" v="16495" actId="113"/>
          <ac:spMkLst>
            <pc:docMk/>
            <pc:sldMk cId="113324496" sldId="1317"/>
            <ac:spMk id="49" creationId="{2856960D-0202-4CE7-B52D-53E242E6A3B2}"/>
          </ac:spMkLst>
        </pc:spChg>
        <pc:spChg chg="add mod">
          <ac:chgData name="vidushi dadu" userId="8f6edd75c0a5619a" providerId="LiveId" clId="{4A1D7BB4-DB2B-401C-9583-309F517E6E8F}" dt="2020-10-10T02:16:50.395" v="2983" actId="208"/>
          <ac:spMkLst>
            <pc:docMk/>
            <pc:sldMk cId="113324496" sldId="1317"/>
            <ac:spMk id="51" creationId="{73CFEC99-58F0-47FA-A1EB-49BB383D3FF4}"/>
          </ac:spMkLst>
        </pc:spChg>
        <pc:grpChg chg="add mod">
          <ac:chgData name="vidushi dadu" userId="8f6edd75c0a5619a" providerId="LiveId" clId="{4A1D7BB4-DB2B-401C-9583-309F517E6E8F}" dt="2020-10-10T02:14:05.319" v="2906" actId="164"/>
          <ac:grpSpMkLst>
            <pc:docMk/>
            <pc:sldMk cId="113324496" sldId="1317"/>
            <ac:grpSpMk id="7" creationId="{0FEF0E87-EB52-4E3C-8415-D054EDF22433}"/>
          </ac:grpSpMkLst>
        </pc:grpChg>
        <pc:grpChg chg="add del mod">
          <ac:chgData name="vidushi dadu" userId="8f6edd75c0a5619a" providerId="LiveId" clId="{4A1D7BB4-DB2B-401C-9583-309F517E6E8F}" dt="2020-10-10T02:12:58.744" v="2870" actId="478"/>
          <ac:grpSpMkLst>
            <pc:docMk/>
            <pc:sldMk cId="113324496" sldId="1317"/>
            <ac:grpSpMk id="39" creationId="{558BA015-AACE-42B0-9F9A-7132DADE8A20}"/>
          </ac:grpSpMkLst>
        </pc:grpChg>
        <pc:grpChg chg="add del mod">
          <ac:chgData name="vidushi dadu" userId="8f6edd75c0a5619a" providerId="LiveId" clId="{4A1D7BB4-DB2B-401C-9583-309F517E6E8F}" dt="2020-10-10T02:13:01.169" v="2871" actId="478"/>
          <ac:grpSpMkLst>
            <pc:docMk/>
            <pc:sldMk cId="113324496" sldId="1317"/>
            <ac:grpSpMk id="44" creationId="{39542D3E-FC0A-495E-8A2D-281AE1DC5DF8}"/>
          </ac:grpSpMkLst>
        </pc:grpChg>
        <pc:grpChg chg="add mod">
          <ac:chgData name="vidushi dadu" userId="8f6edd75c0a5619a" providerId="LiveId" clId="{4A1D7BB4-DB2B-401C-9583-309F517E6E8F}" dt="2020-10-10T02:14:08.976" v="2907" actId="1076"/>
          <ac:grpSpMkLst>
            <pc:docMk/>
            <pc:sldMk cId="113324496" sldId="1317"/>
            <ac:grpSpMk id="50" creationId="{8DA7BA43-F0CE-4A5A-BB1F-1A6A43D6A6B9}"/>
          </ac:grpSpMkLst>
        </pc:grpChg>
        <pc:cxnChg chg="add mod">
          <ac:chgData name="vidushi dadu" userId="8f6edd75c0a5619a" providerId="LiveId" clId="{4A1D7BB4-DB2B-401C-9583-309F517E6E8F}" dt="2020-10-10T02:14:05.319" v="2906" actId="164"/>
          <ac:cxnSpMkLst>
            <pc:docMk/>
            <pc:sldMk cId="113324496" sldId="1317"/>
            <ac:cxnSpMk id="11" creationId="{B756AC49-5801-46CF-99C7-84C4586A54B6}"/>
          </ac:cxnSpMkLst>
        </pc:cxnChg>
        <pc:cxnChg chg="add mod">
          <ac:chgData name="vidushi dadu" userId="8f6edd75c0a5619a" providerId="LiveId" clId="{4A1D7BB4-DB2B-401C-9583-309F517E6E8F}" dt="2020-10-10T02:14:05.319" v="2906" actId="164"/>
          <ac:cxnSpMkLst>
            <pc:docMk/>
            <pc:sldMk cId="113324496" sldId="1317"/>
            <ac:cxnSpMk id="12" creationId="{168353E3-AE4B-470C-B9DC-1DE93A92259F}"/>
          </ac:cxnSpMkLst>
        </pc:cxnChg>
        <pc:cxnChg chg="add mod">
          <ac:chgData name="vidushi dadu" userId="8f6edd75c0a5619a" providerId="LiveId" clId="{4A1D7BB4-DB2B-401C-9583-309F517E6E8F}" dt="2020-10-10T02:14:05.319" v="2906" actId="164"/>
          <ac:cxnSpMkLst>
            <pc:docMk/>
            <pc:sldMk cId="113324496" sldId="1317"/>
            <ac:cxnSpMk id="13" creationId="{3BBF2AA7-8581-44DD-A69B-85415762DE27}"/>
          </ac:cxnSpMkLst>
        </pc:cxnChg>
        <pc:cxnChg chg="add mod">
          <ac:chgData name="vidushi dadu" userId="8f6edd75c0a5619a" providerId="LiveId" clId="{4A1D7BB4-DB2B-401C-9583-309F517E6E8F}" dt="2020-10-10T02:14:05.319" v="2906" actId="164"/>
          <ac:cxnSpMkLst>
            <pc:docMk/>
            <pc:sldMk cId="113324496" sldId="1317"/>
            <ac:cxnSpMk id="14" creationId="{C316A220-FA98-42D9-94BC-AD52CFC439EF}"/>
          </ac:cxnSpMkLst>
        </pc:cxnChg>
        <pc:cxnChg chg="add mod">
          <ac:chgData name="vidushi dadu" userId="8f6edd75c0a5619a" providerId="LiveId" clId="{4A1D7BB4-DB2B-401C-9583-309F517E6E8F}" dt="2020-10-10T02:14:05.319" v="2906" actId="164"/>
          <ac:cxnSpMkLst>
            <pc:docMk/>
            <pc:sldMk cId="113324496" sldId="1317"/>
            <ac:cxnSpMk id="15" creationId="{465C5206-D3ED-45EC-AB2A-C2772432F69B}"/>
          </ac:cxnSpMkLst>
        </pc:cxnChg>
        <pc:cxnChg chg="add mod">
          <ac:chgData name="vidushi dadu" userId="8f6edd75c0a5619a" providerId="LiveId" clId="{4A1D7BB4-DB2B-401C-9583-309F517E6E8F}" dt="2020-10-10T02:14:05.319" v="2906" actId="164"/>
          <ac:cxnSpMkLst>
            <pc:docMk/>
            <pc:sldMk cId="113324496" sldId="1317"/>
            <ac:cxnSpMk id="16" creationId="{92CDCFD5-AB59-4D45-B603-438ABE4E340E}"/>
          </ac:cxnSpMkLst>
        </pc:cxnChg>
        <pc:cxnChg chg="add mod">
          <ac:chgData name="vidushi dadu" userId="8f6edd75c0a5619a" providerId="LiveId" clId="{4A1D7BB4-DB2B-401C-9583-309F517E6E8F}" dt="2020-10-10T02:14:05.319" v="2906" actId="164"/>
          <ac:cxnSpMkLst>
            <pc:docMk/>
            <pc:sldMk cId="113324496" sldId="1317"/>
            <ac:cxnSpMk id="17" creationId="{305FC39B-42D4-4BB6-B350-C4098133C3CB}"/>
          </ac:cxnSpMkLst>
        </pc:cxnChg>
        <pc:cxnChg chg="add mod">
          <ac:chgData name="vidushi dadu" userId="8f6edd75c0a5619a" providerId="LiveId" clId="{4A1D7BB4-DB2B-401C-9583-309F517E6E8F}" dt="2020-10-10T02:14:05.319" v="2906" actId="164"/>
          <ac:cxnSpMkLst>
            <pc:docMk/>
            <pc:sldMk cId="113324496" sldId="1317"/>
            <ac:cxnSpMk id="18" creationId="{F2D4B0BD-7322-4760-9812-E27019ABD34B}"/>
          </ac:cxnSpMkLst>
        </pc:cxnChg>
        <pc:cxnChg chg="add mod">
          <ac:chgData name="vidushi dadu" userId="8f6edd75c0a5619a" providerId="LiveId" clId="{4A1D7BB4-DB2B-401C-9583-309F517E6E8F}" dt="2020-10-10T02:14:05.319" v="2906" actId="164"/>
          <ac:cxnSpMkLst>
            <pc:docMk/>
            <pc:sldMk cId="113324496" sldId="1317"/>
            <ac:cxnSpMk id="19" creationId="{79B7CC15-0DFF-4D36-A512-A214FCF25799}"/>
          </ac:cxnSpMkLst>
        </pc:cxnChg>
        <pc:cxnChg chg="add mod">
          <ac:chgData name="vidushi dadu" userId="8f6edd75c0a5619a" providerId="LiveId" clId="{4A1D7BB4-DB2B-401C-9583-309F517E6E8F}" dt="2020-10-10T02:14:05.319" v="2906" actId="164"/>
          <ac:cxnSpMkLst>
            <pc:docMk/>
            <pc:sldMk cId="113324496" sldId="1317"/>
            <ac:cxnSpMk id="20" creationId="{751A518E-5EF5-494F-A524-6770BA6D4580}"/>
          </ac:cxnSpMkLst>
        </pc:cxnChg>
        <pc:cxnChg chg="add mod">
          <ac:chgData name="vidushi dadu" userId="8f6edd75c0a5619a" providerId="LiveId" clId="{4A1D7BB4-DB2B-401C-9583-309F517E6E8F}" dt="2020-10-10T02:14:05.319" v="2906" actId="164"/>
          <ac:cxnSpMkLst>
            <pc:docMk/>
            <pc:sldMk cId="113324496" sldId="1317"/>
            <ac:cxnSpMk id="21" creationId="{F788CA0C-E38C-487B-8BEE-02F6F9C6B6CF}"/>
          </ac:cxnSpMkLst>
        </pc:cxnChg>
      </pc:sldChg>
      <pc:sldChg chg="modSp add del">
        <pc:chgData name="vidushi dadu" userId="8f6edd75c0a5619a" providerId="LiveId" clId="{4A1D7BB4-DB2B-401C-9583-309F517E6E8F}" dt="2020-10-10T02:21:14.055" v="3319" actId="2696"/>
        <pc:sldMkLst>
          <pc:docMk/>
          <pc:sldMk cId="3613641792" sldId="1318"/>
        </pc:sldMkLst>
        <pc:spChg chg="mod">
          <ac:chgData name="vidushi dadu" userId="8f6edd75c0a5619a" providerId="LiveId" clId="{4A1D7BB4-DB2B-401C-9583-309F517E6E8F}" dt="2020-10-10T01:15:44.128" v="1389" actId="20577"/>
          <ac:spMkLst>
            <pc:docMk/>
            <pc:sldMk cId="3613641792" sldId="1318"/>
            <ac:spMk id="2" creationId="{4453F9E5-165D-405F-B80D-0CAF687FA5DC}"/>
          </ac:spMkLst>
        </pc:spChg>
      </pc:sldChg>
      <pc:sldChg chg="modSp add del modTransition modNotesTx">
        <pc:chgData name="vidushi dadu" userId="8f6edd75c0a5619a" providerId="LiveId" clId="{4A1D7BB4-DB2B-401C-9583-309F517E6E8F}" dt="2020-10-14T00:25:47.259" v="12909" actId="2696"/>
        <pc:sldMkLst>
          <pc:docMk/>
          <pc:sldMk cId="3960283039" sldId="1319"/>
        </pc:sldMkLst>
        <pc:spChg chg="mod">
          <ac:chgData name="vidushi dadu" userId="8f6edd75c0a5619a" providerId="LiveId" clId="{4A1D7BB4-DB2B-401C-9583-309F517E6E8F}" dt="2020-10-10T01:19:16.888" v="1416"/>
          <ac:spMkLst>
            <pc:docMk/>
            <pc:sldMk cId="3960283039" sldId="1319"/>
            <ac:spMk id="2" creationId="{F6409299-EB82-4F1F-81A1-4BACAC97FEE7}"/>
          </ac:spMkLst>
        </pc:spChg>
      </pc:sldChg>
      <pc:sldChg chg="add del">
        <pc:chgData name="vidushi dadu" userId="8f6edd75c0a5619a" providerId="LiveId" clId="{4A1D7BB4-DB2B-401C-9583-309F517E6E8F}" dt="2020-10-10T01:17:47.174" v="1407" actId="2696"/>
        <pc:sldMkLst>
          <pc:docMk/>
          <pc:sldMk cId="2666164433" sldId="1320"/>
        </pc:sldMkLst>
      </pc:sldChg>
      <pc:sldChg chg="addSp delSp modSp add del modAnim">
        <pc:chgData name="vidushi dadu" userId="8f6edd75c0a5619a" providerId="LiveId" clId="{4A1D7BB4-DB2B-401C-9583-309F517E6E8F}" dt="2020-10-10T02:02:22.807" v="2552" actId="2696"/>
        <pc:sldMkLst>
          <pc:docMk/>
          <pc:sldMk cId="4189566839" sldId="1320"/>
        </pc:sldMkLst>
        <pc:spChg chg="mod">
          <ac:chgData name="vidushi dadu" userId="8f6edd75c0a5619a" providerId="LiveId" clId="{4A1D7BB4-DB2B-401C-9583-309F517E6E8F}" dt="2020-10-10T01:40:11.922" v="1891"/>
          <ac:spMkLst>
            <pc:docMk/>
            <pc:sldMk cId="4189566839" sldId="1320"/>
            <ac:spMk id="2" creationId="{66D916B3-BD12-4C9B-9153-DEA668AAE427}"/>
          </ac:spMkLst>
        </pc:spChg>
        <pc:spChg chg="del">
          <ac:chgData name="vidushi dadu" userId="8f6edd75c0a5619a" providerId="LiveId" clId="{4A1D7BB4-DB2B-401C-9583-309F517E6E8F}" dt="2020-10-10T01:38:23.839" v="1812"/>
          <ac:spMkLst>
            <pc:docMk/>
            <pc:sldMk cId="4189566839" sldId="1320"/>
            <ac:spMk id="3" creationId="{43973717-D75B-47B2-8925-F38C7129AC58}"/>
          </ac:spMkLst>
        </pc:spChg>
        <pc:spChg chg="add del mod">
          <ac:chgData name="vidushi dadu" userId="8f6edd75c0a5619a" providerId="LiveId" clId="{4A1D7BB4-DB2B-401C-9583-309F517E6E8F}" dt="2020-10-10T01:38:42.800" v="1818" actId="478"/>
          <ac:spMkLst>
            <pc:docMk/>
            <pc:sldMk cId="4189566839" sldId="1320"/>
            <ac:spMk id="4" creationId="{CC920FEF-95F5-487D-9D21-CDBC0E551988}"/>
          </ac:spMkLst>
        </pc:spChg>
        <pc:spChg chg="add mod">
          <ac:chgData name="vidushi dadu" userId="8f6edd75c0a5619a" providerId="LiveId" clId="{4A1D7BB4-DB2B-401C-9583-309F517E6E8F}" dt="2020-10-10T01:40:37.827" v="1909" actId="20577"/>
          <ac:spMkLst>
            <pc:docMk/>
            <pc:sldMk cId="4189566839" sldId="1320"/>
            <ac:spMk id="5" creationId="{CA5DA3EA-C5E1-4A05-81D1-81479C30C00B}"/>
          </ac:spMkLst>
        </pc:spChg>
      </pc:sldChg>
      <pc:sldChg chg="addSp delSp modSp add del addCm modCm">
        <pc:chgData name="vidushi dadu" userId="8f6edd75c0a5619a" providerId="LiveId" clId="{4A1D7BB4-DB2B-401C-9583-309F517E6E8F}" dt="2020-10-11T19:51:08.726" v="5893" actId="2696"/>
        <pc:sldMkLst>
          <pc:docMk/>
          <pc:sldMk cId="685569240" sldId="1321"/>
        </pc:sldMkLst>
        <pc:spChg chg="mod">
          <ac:chgData name="vidushi dadu" userId="8f6edd75c0a5619a" providerId="LiveId" clId="{4A1D7BB4-DB2B-401C-9583-309F517E6E8F}" dt="2020-10-10T01:56:17.183" v="2453" actId="14100"/>
          <ac:spMkLst>
            <pc:docMk/>
            <pc:sldMk cId="685569240" sldId="1321"/>
            <ac:spMk id="4" creationId="{0093E836-ECA2-44F2-A895-D4C1446C9633}"/>
          </ac:spMkLst>
        </pc:spChg>
        <pc:spChg chg="del">
          <ac:chgData name="vidushi dadu" userId="8f6edd75c0a5619a" providerId="LiveId" clId="{4A1D7BB4-DB2B-401C-9583-309F517E6E8F}" dt="2020-10-10T01:52:45.097" v="2337" actId="478"/>
          <ac:spMkLst>
            <pc:docMk/>
            <pc:sldMk cId="685569240" sldId="1321"/>
            <ac:spMk id="5" creationId="{2DC1D56D-EA42-467E-97C1-9BCCA1F1C0B6}"/>
          </ac:spMkLst>
        </pc:spChg>
        <pc:spChg chg="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8" creationId="{9568346C-7BAE-4B4F-8CCC-F2B410830BE1}"/>
          </ac:spMkLst>
        </pc:spChg>
        <pc:spChg chg="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9" creationId="{1005120D-F43B-46EA-96BD-B623AAA428AE}"/>
          </ac:spMkLst>
        </pc:spChg>
        <pc:spChg chg="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15" creationId="{2EF76933-9371-4AAB-982E-AEDD5B303068}"/>
          </ac:spMkLst>
        </pc:spChg>
        <pc:spChg chg="add 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30" creationId="{97224BD1-01FB-4E83-903C-2F6E1714BD24}"/>
          </ac:spMkLst>
        </pc:spChg>
        <pc:spChg chg="add 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40" creationId="{9B12D1E4-01D2-4C4A-BA5E-A90A99472975}"/>
          </ac:spMkLst>
        </pc:spChg>
        <pc:spChg chg="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51" creationId="{7CDB3E70-E76B-47AA-8F50-ACC47D1DA0F7}"/>
          </ac:spMkLst>
        </pc:spChg>
        <pc:spChg chg="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53" creationId="{B1376865-DA6A-49A7-9B34-50DEF1AD39FB}"/>
          </ac:spMkLst>
        </pc:spChg>
        <pc:spChg chg="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54" creationId="{B5CBD008-C07A-48EA-8668-2A5BEFF728EF}"/>
          </ac:spMkLst>
        </pc:spChg>
        <pc:spChg chg="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61" creationId="{32FE52C8-DE85-441D-B66D-980FAD6ACCC9}"/>
          </ac:spMkLst>
        </pc:spChg>
        <pc:spChg chg="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73" creationId="{8C9B4BF3-9DA5-46AC-AFDC-53AEAA42B30A}"/>
          </ac:spMkLst>
        </pc:spChg>
        <pc:spChg chg="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78" creationId="{58BD2D31-B851-4A93-B0C5-8131FB8CB196}"/>
          </ac:spMkLst>
        </pc:spChg>
        <pc:spChg chg="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87" creationId="{D8169072-591D-4079-959C-A12D35CA76C5}"/>
          </ac:spMkLst>
        </pc:spChg>
        <pc:spChg chg="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92" creationId="{B5A28592-5C8C-4231-9946-FF68AF8FD474}"/>
          </ac:spMkLst>
        </pc:spChg>
        <pc:spChg chg="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98" creationId="{9E5D8674-D1CC-45AC-A0C6-10CBFFAE3EE9}"/>
          </ac:spMkLst>
        </pc:spChg>
        <pc:spChg chg="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106" creationId="{FF9763B0-F65E-467A-8FDA-1A5D32A3710C}"/>
          </ac:spMkLst>
        </pc:spChg>
        <pc:spChg chg="mod">
          <ac:chgData name="vidushi dadu" userId="8f6edd75c0a5619a" providerId="LiveId" clId="{4A1D7BB4-DB2B-401C-9583-309F517E6E8F}" dt="2020-10-11T08:50:58.058" v="4958" actId="164"/>
          <ac:spMkLst>
            <pc:docMk/>
            <pc:sldMk cId="685569240" sldId="1321"/>
            <ac:spMk id="122" creationId="{24BC9D8D-1569-40DD-8033-C842E9C60D2D}"/>
          </ac:spMkLst>
        </pc:spChg>
        <pc:grpChg chg="add mod">
          <ac:chgData name="vidushi dadu" userId="8f6edd75c0a5619a" providerId="LiveId" clId="{4A1D7BB4-DB2B-401C-9583-309F517E6E8F}" dt="2020-10-11T08:50:58.058" v="4958" actId="164"/>
          <ac:grpSpMkLst>
            <pc:docMk/>
            <pc:sldMk cId="685569240" sldId="1321"/>
            <ac:grpSpMk id="31" creationId="{7D4649A2-3DB7-4BB9-8CA2-3F1D50C32DB6}"/>
          </ac:grpSpMkLst>
        </pc:grpChg>
        <pc:cxnChg chg="add 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5" creationId="{A436BB5A-55A0-4BE8-AF92-6A6CFDBB1B74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10" creationId="{3DBA209A-1468-4B33-976D-B038A1B18105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11" creationId="{37531091-6289-4719-93E0-73482E7B9726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12" creationId="{A2747F17-9B29-4D92-9AF8-0656330FB5B7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13" creationId="{CCA6C7FC-1B61-4891-A5FA-1772661E91E6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16" creationId="{5E69DE9C-F1DF-4BEC-B88D-FB0ECF051874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18" creationId="{845C7DE4-3B3D-41AF-8571-4F9C41C3DABD}"/>
          </ac:cxnSpMkLst>
        </pc:cxnChg>
        <pc:cxnChg chg="add 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25" creationId="{F4B1F805-73CA-4A60-8C44-C4B7E46A41EC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27" creationId="{FF06930C-4ABB-4B6A-851C-F4178E2E1227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29" creationId="{8676CC24-1B19-49E4-836F-0CAE4D76AEAC}"/>
          </ac:cxnSpMkLst>
        </pc:cxnChg>
        <pc:cxnChg chg="add 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48" creationId="{C93C7CD8-B6A7-4D7E-A9EC-6F76A956A42D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74" creationId="{1FF1E2B8-4DFC-4B36-960B-9983CAFE1858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75" creationId="{6729AD21-8C7D-4D61-B57F-6B0B4A73AEBA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76" creationId="{9EA614A2-C5B5-4173-A4D8-68D5D832D6B5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77" creationId="{CA6B4942-FB85-4E56-8C66-116C061984DE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84" creationId="{4275F25A-0E46-43E8-8F03-81B073E920CB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89" creationId="{F2E42A33-D430-42FA-8CB1-93C8488EE004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101" creationId="{0081A62F-5E7E-426E-AD6C-3FEB11A7F3B6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107" creationId="{4365C8E5-EA23-48DC-95E1-468E4655C49B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110" creationId="{800CB042-50A9-4ED3-8886-829317890B03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114" creationId="{C7A4DCAE-58DC-40DE-9765-BDE7D1DFF726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117" creationId="{DA4CCB89-E202-4AF2-8EB5-3D5528D06901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123" creationId="{3979DC9B-87E9-4FF4-8A48-F97B8785DAA3}"/>
          </ac:cxnSpMkLst>
        </pc:cxnChg>
        <pc:cxnChg chg="mod">
          <ac:chgData name="vidushi dadu" userId="8f6edd75c0a5619a" providerId="LiveId" clId="{4A1D7BB4-DB2B-401C-9583-309F517E6E8F}" dt="2020-10-11T08:50:58.058" v="4958" actId="164"/>
          <ac:cxnSpMkLst>
            <pc:docMk/>
            <pc:sldMk cId="685569240" sldId="1321"/>
            <ac:cxnSpMk id="127" creationId="{67C33643-9713-442B-AA13-CECE44B536ED}"/>
          </ac:cxnSpMkLst>
        </pc:cxnChg>
      </pc:sldChg>
      <pc:sldChg chg="add del">
        <pc:chgData name="vidushi dadu" userId="8f6edd75c0a5619a" providerId="LiveId" clId="{4A1D7BB4-DB2B-401C-9583-309F517E6E8F}" dt="2020-10-10T01:17:47.188" v="1408" actId="2696"/>
        <pc:sldMkLst>
          <pc:docMk/>
          <pc:sldMk cId="2852986323" sldId="1321"/>
        </pc:sldMkLst>
      </pc:sldChg>
      <pc:sldChg chg="addSp add del">
        <pc:chgData name="vidushi dadu" userId="8f6edd75c0a5619a" providerId="LiveId" clId="{4A1D7BB4-DB2B-401C-9583-309F517E6E8F}" dt="2020-10-10T01:40:40.814" v="1910" actId="2696"/>
        <pc:sldMkLst>
          <pc:docMk/>
          <pc:sldMk cId="3806318837" sldId="1321"/>
        </pc:sldMkLst>
        <pc:spChg chg="add">
          <ac:chgData name="vidushi dadu" userId="8f6edd75c0a5619a" providerId="LiveId" clId="{4A1D7BB4-DB2B-401C-9583-309F517E6E8F}" dt="2020-10-10T01:40:15.047" v="1895"/>
          <ac:spMkLst>
            <pc:docMk/>
            <pc:sldMk cId="3806318837" sldId="1321"/>
            <ac:spMk id="4" creationId="{4418138D-E8F2-4677-82F7-751D230D6539}"/>
          </ac:spMkLst>
        </pc:spChg>
      </pc:sldChg>
      <pc:sldChg chg="addSp delSp modSp add delAnim modAnim">
        <pc:chgData name="vidushi dadu" userId="8f6edd75c0a5619a" providerId="LiveId" clId="{4A1D7BB4-DB2B-401C-9583-309F517E6E8F}" dt="2020-10-16T23:50:48.869" v="18473"/>
        <pc:sldMkLst>
          <pc:docMk/>
          <pc:sldMk cId="1681056230" sldId="1322"/>
        </pc:sldMkLst>
        <pc:spChg chg="mod">
          <ac:chgData name="vidushi dadu" userId="8f6edd75c0a5619a" providerId="LiveId" clId="{4A1D7BB4-DB2B-401C-9583-309F517E6E8F}" dt="2020-10-11T08:51:32.189" v="4967" actId="1076"/>
          <ac:spMkLst>
            <pc:docMk/>
            <pc:sldMk cId="1681056230" sldId="1322"/>
            <ac:spMk id="2" creationId="{4453F9E5-165D-405F-B80D-0CAF687FA5DC}"/>
          </ac:spMkLst>
        </pc:spChg>
        <pc:spChg chg="del">
          <ac:chgData name="vidushi dadu" userId="8f6edd75c0a5619a" providerId="LiveId" clId="{4A1D7BB4-DB2B-401C-9583-309F517E6E8F}" dt="2020-10-10T01:57:09.889" v="2463" actId="478"/>
          <ac:spMkLst>
            <pc:docMk/>
            <pc:sldMk cId="1681056230" sldId="1322"/>
            <ac:spMk id="4" creationId="{0093E836-ECA2-44F2-A895-D4C1446C9633}"/>
          </ac:spMkLst>
        </pc:spChg>
        <pc:spChg chg="add del mod">
          <ac:chgData name="vidushi dadu" userId="8f6edd75c0a5619a" providerId="LiveId" clId="{4A1D7BB4-DB2B-401C-9583-309F517E6E8F}" dt="2020-10-10T01:57:12.473" v="2464" actId="478"/>
          <ac:spMkLst>
            <pc:docMk/>
            <pc:sldMk cId="1681056230" sldId="1322"/>
            <ac:spMk id="5" creationId="{C1CDBFE6-B424-48C9-89A7-E0F6DD5E92CC}"/>
          </ac:spMkLst>
        </pc:spChg>
        <pc:spChg chg="mod">
          <ac:chgData name="vidushi dadu" userId="8f6edd75c0a5619a" providerId="LiveId" clId="{4A1D7BB4-DB2B-401C-9583-309F517E6E8F}" dt="2020-10-10T01:57:18.184" v="2465" actId="164"/>
          <ac:spMkLst>
            <pc:docMk/>
            <pc:sldMk cId="1681056230" sldId="1322"/>
            <ac:spMk id="8" creationId="{9568346C-7BAE-4B4F-8CCC-F2B410830BE1}"/>
          </ac:spMkLst>
        </pc:spChg>
        <pc:spChg chg="mod">
          <ac:chgData name="vidushi dadu" userId="8f6edd75c0a5619a" providerId="LiveId" clId="{4A1D7BB4-DB2B-401C-9583-309F517E6E8F}" dt="2020-10-10T01:57:18.184" v="2465" actId="164"/>
          <ac:spMkLst>
            <pc:docMk/>
            <pc:sldMk cId="1681056230" sldId="1322"/>
            <ac:spMk id="9" creationId="{1005120D-F43B-46EA-96BD-B623AAA428AE}"/>
          </ac:spMkLst>
        </pc:spChg>
        <pc:spChg chg="mod">
          <ac:chgData name="vidushi dadu" userId="8f6edd75c0a5619a" providerId="LiveId" clId="{4A1D7BB4-DB2B-401C-9583-309F517E6E8F}" dt="2020-10-10T01:57:18.184" v="2465" actId="164"/>
          <ac:spMkLst>
            <pc:docMk/>
            <pc:sldMk cId="1681056230" sldId="1322"/>
            <ac:spMk id="15" creationId="{2EF76933-9371-4AAB-982E-AEDD5B303068}"/>
          </ac:spMkLst>
        </pc:spChg>
        <pc:spChg chg="add mod">
          <ac:chgData name="vidushi dadu" userId="8f6edd75c0a5619a" providerId="LiveId" clId="{4A1D7BB4-DB2B-401C-9583-309F517E6E8F}" dt="2020-10-14T21:40:55.246" v="14563" actId="13926"/>
          <ac:spMkLst>
            <pc:docMk/>
            <pc:sldMk cId="1681056230" sldId="1322"/>
            <ac:spMk id="43" creationId="{5808EEF8-DEEA-4D5B-AB21-1F1C1A45773D}"/>
          </ac:spMkLst>
        </pc:spChg>
        <pc:spChg chg="mod">
          <ac:chgData name="vidushi dadu" userId="8f6edd75c0a5619a" providerId="LiveId" clId="{4A1D7BB4-DB2B-401C-9583-309F517E6E8F}" dt="2020-10-10T01:57:18.184" v="2465" actId="164"/>
          <ac:spMkLst>
            <pc:docMk/>
            <pc:sldMk cId="1681056230" sldId="1322"/>
            <ac:spMk id="51" creationId="{7CDB3E70-E76B-47AA-8F50-ACC47D1DA0F7}"/>
          </ac:spMkLst>
        </pc:spChg>
        <pc:spChg chg="add mod">
          <ac:chgData name="vidushi dadu" userId="8f6edd75c0a5619a" providerId="LiveId" clId="{4A1D7BB4-DB2B-401C-9583-309F517E6E8F}" dt="2020-10-16T23:50:32.634" v="18469" actId="1076"/>
          <ac:spMkLst>
            <pc:docMk/>
            <pc:sldMk cId="1681056230" sldId="1322"/>
            <ac:spMk id="52" creationId="{A6423921-7A84-4BA7-BB62-7162A931B07B}"/>
          </ac:spMkLst>
        </pc:spChg>
        <pc:spChg chg="mod">
          <ac:chgData name="vidushi dadu" userId="8f6edd75c0a5619a" providerId="LiveId" clId="{4A1D7BB4-DB2B-401C-9583-309F517E6E8F}" dt="2020-10-10T01:57:18.184" v="2465" actId="164"/>
          <ac:spMkLst>
            <pc:docMk/>
            <pc:sldMk cId="1681056230" sldId="1322"/>
            <ac:spMk id="53" creationId="{B1376865-DA6A-49A7-9B34-50DEF1AD39FB}"/>
          </ac:spMkLst>
        </pc:spChg>
        <pc:spChg chg="mod">
          <ac:chgData name="vidushi dadu" userId="8f6edd75c0a5619a" providerId="LiveId" clId="{4A1D7BB4-DB2B-401C-9583-309F517E6E8F}" dt="2020-10-10T01:57:18.184" v="2465" actId="164"/>
          <ac:spMkLst>
            <pc:docMk/>
            <pc:sldMk cId="1681056230" sldId="1322"/>
            <ac:spMk id="54" creationId="{B5CBD008-C07A-48EA-8668-2A5BEFF728EF}"/>
          </ac:spMkLst>
        </pc:spChg>
        <pc:spChg chg="mod">
          <ac:chgData name="vidushi dadu" userId="8f6edd75c0a5619a" providerId="LiveId" clId="{4A1D7BB4-DB2B-401C-9583-309F517E6E8F}" dt="2020-10-10T01:57:18.184" v="2465" actId="164"/>
          <ac:spMkLst>
            <pc:docMk/>
            <pc:sldMk cId="1681056230" sldId="1322"/>
            <ac:spMk id="61" creationId="{32FE52C8-DE85-441D-B66D-980FAD6ACCC9}"/>
          </ac:spMkLst>
        </pc:spChg>
        <pc:spChg chg="mod">
          <ac:chgData name="vidushi dadu" userId="8f6edd75c0a5619a" providerId="LiveId" clId="{4A1D7BB4-DB2B-401C-9583-309F517E6E8F}" dt="2020-10-10T01:57:18.184" v="2465" actId="164"/>
          <ac:spMkLst>
            <pc:docMk/>
            <pc:sldMk cId="1681056230" sldId="1322"/>
            <ac:spMk id="73" creationId="{8C9B4BF3-9DA5-46AC-AFDC-53AEAA42B30A}"/>
          </ac:spMkLst>
        </pc:spChg>
        <pc:spChg chg="mod">
          <ac:chgData name="vidushi dadu" userId="8f6edd75c0a5619a" providerId="LiveId" clId="{4A1D7BB4-DB2B-401C-9583-309F517E6E8F}" dt="2020-10-10T01:57:18.184" v="2465" actId="164"/>
          <ac:spMkLst>
            <pc:docMk/>
            <pc:sldMk cId="1681056230" sldId="1322"/>
            <ac:spMk id="78" creationId="{58BD2D31-B851-4A93-B0C5-8131FB8CB196}"/>
          </ac:spMkLst>
        </pc:spChg>
        <pc:spChg chg="mod">
          <ac:chgData name="vidushi dadu" userId="8f6edd75c0a5619a" providerId="LiveId" clId="{4A1D7BB4-DB2B-401C-9583-309F517E6E8F}" dt="2020-10-10T01:57:18.184" v="2465" actId="164"/>
          <ac:spMkLst>
            <pc:docMk/>
            <pc:sldMk cId="1681056230" sldId="1322"/>
            <ac:spMk id="87" creationId="{D8169072-591D-4079-959C-A12D35CA76C5}"/>
          </ac:spMkLst>
        </pc:spChg>
        <pc:spChg chg="mod">
          <ac:chgData name="vidushi dadu" userId="8f6edd75c0a5619a" providerId="LiveId" clId="{4A1D7BB4-DB2B-401C-9583-309F517E6E8F}" dt="2020-10-10T01:57:18.184" v="2465" actId="164"/>
          <ac:spMkLst>
            <pc:docMk/>
            <pc:sldMk cId="1681056230" sldId="1322"/>
            <ac:spMk id="92" creationId="{B5A28592-5C8C-4231-9946-FF68AF8FD474}"/>
          </ac:spMkLst>
        </pc:spChg>
        <pc:spChg chg="mod">
          <ac:chgData name="vidushi dadu" userId="8f6edd75c0a5619a" providerId="LiveId" clId="{4A1D7BB4-DB2B-401C-9583-309F517E6E8F}" dt="2020-10-10T01:57:18.184" v="2465" actId="164"/>
          <ac:spMkLst>
            <pc:docMk/>
            <pc:sldMk cId="1681056230" sldId="1322"/>
            <ac:spMk id="98" creationId="{9E5D8674-D1CC-45AC-A0C6-10CBFFAE3EE9}"/>
          </ac:spMkLst>
        </pc:spChg>
        <pc:spChg chg="mod">
          <ac:chgData name="vidushi dadu" userId="8f6edd75c0a5619a" providerId="LiveId" clId="{4A1D7BB4-DB2B-401C-9583-309F517E6E8F}" dt="2020-10-10T01:57:18.184" v="2465" actId="164"/>
          <ac:spMkLst>
            <pc:docMk/>
            <pc:sldMk cId="1681056230" sldId="1322"/>
            <ac:spMk id="106" creationId="{FF9763B0-F65E-467A-8FDA-1A5D32A3710C}"/>
          </ac:spMkLst>
        </pc:spChg>
        <pc:spChg chg="mod">
          <ac:chgData name="vidushi dadu" userId="8f6edd75c0a5619a" providerId="LiveId" clId="{4A1D7BB4-DB2B-401C-9583-309F517E6E8F}" dt="2020-10-16T08:48:37.619" v="16821" actId="20577"/>
          <ac:spMkLst>
            <pc:docMk/>
            <pc:sldMk cId="1681056230" sldId="1322"/>
            <ac:spMk id="107" creationId="{38844F4B-D56A-444A-A1EF-26C977BF97D8}"/>
          </ac:spMkLst>
        </pc:spChg>
        <pc:spChg chg="mod">
          <ac:chgData name="vidushi dadu" userId="8f6edd75c0a5619a" providerId="LiveId" clId="{4A1D7BB4-DB2B-401C-9583-309F517E6E8F}" dt="2020-10-11T19:53:45.069" v="5927" actId="20577"/>
          <ac:spMkLst>
            <pc:docMk/>
            <pc:sldMk cId="1681056230" sldId="1322"/>
            <ac:spMk id="119" creationId="{7B634B20-DE47-4E0A-B7E6-D057B97F6C92}"/>
          </ac:spMkLst>
        </pc:spChg>
        <pc:spChg chg="mod">
          <ac:chgData name="vidushi dadu" userId="8f6edd75c0a5619a" providerId="LiveId" clId="{4A1D7BB4-DB2B-401C-9583-309F517E6E8F}" dt="2020-10-16T08:48:44.271" v="16823" actId="20577"/>
          <ac:spMkLst>
            <pc:docMk/>
            <pc:sldMk cId="1681056230" sldId="1322"/>
            <ac:spMk id="121" creationId="{E2D676EF-63FE-43F6-9986-8B0189A8E23F}"/>
          </ac:spMkLst>
        </pc:spChg>
        <pc:spChg chg="mod">
          <ac:chgData name="vidushi dadu" userId="8f6edd75c0a5619a" providerId="LiveId" clId="{4A1D7BB4-DB2B-401C-9583-309F517E6E8F}" dt="2020-10-10T01:57:18.184" v="2465" actId="164"/>
          <ac:spMkLst>
            <pc:docMk/>
            <pc:sldMk cId="1681056230" sldId="1322"/>
            <ac:spMk id="122" creationId="{24BC9D8D-1569-40DD-8033-C842E9C60D2D}"/>
          </ac:spMkLst>
        </pc:spChg>
        <pc:spChg chg="mod">
          <ac:chgData name="vidushi dadu" userId="8f6edd75c0a5619a" providerId="LiveId" clId="{4A1D7BB4-DB2B-401C-9583-309F517E6E8F}" dt="2020-10-10T01:57:18.184" v="2465" actId="164"/>
          <ac:spMkLst>
            <pc:docMk/>
            <pc:sldMk cId="1681056230" sldId="1322"/>
            <ac:spMk id="126" creationId="{6BC2A0CF-CC54-45EB-8EA3-DC3549E51B2F}"/>
          </ac:spMkLst>
        </pc:spChg>
        <pc:grpChg chg="add del mod">
          <ac:chgData name="vidushi dadu" userId="8f6edd75c0a5619a" providerId="LiveId" clId="{4A1D7BB4-DB2B-401C-9583-309F517E6E8F}" dt="2020-10-11T08:51:02.504" v="4959" actId="478"/>
          <ac:grpSpMkLst>
            <pc:docMk/>
            <pc:sldMk cId="1681056230" sldId="1322"/>
            <ac:grpSpMk id="6" creationId="{78EF7CB1-2819-48FC-8185-1F19DACD415A}"/>
          </ac:grpSpMkLst>
        </pc:grpChg>
        <pc:grpChg chg="add del mod">
          <ac:chgData name="vidushi dadu" userId="8f6edd75c0a5619a" providerId="LiveId" clId="{4A1D7BB4-DB2B-401C-9583-309F517E6E8F}" dt="2020-10-11T08:51:23.462" v="4965" actId="478"/>
          <ac:grpSpMkLst>
            <pc:docMk/>
            <pc:sldMk cId="1681056230" sldId="1322"/>
            <ac:grpSpMk id="41" creationId="{78C7E741-3C4E-43A5-BD07-621D85265859}"/>
          </ac:grpSpMkLst>
        </pc:grpChg>
        <pc:grpChg chg="add del mod">
          <ac:chgData name="vidushi dadu" userId="8f6edd75c0a5619a" providerId="LiveId" clId="{4A1D7BB4-DB2B-401C-9583-309F517E6E8F}" dt="2020-10-14T00:19:55.336" v="12570" actId="478"/>
          <ac:grpSpMkLst>
            <pc:docMk/>
            <pc:sldMk cId="1681056230" sldId="1322"/>
            <ac:grpSpMk id="45" creationId="{AB69E063-F975-419B-BC86-A87F2C11445A}"/>
          </ac:grpSpMkLst>
        </pc:grpChg>
        <pc:grpChg chg="add mod">
          <ac:chgData name="vidushi dadu" userId="8f6edd75c0a5619a" providerId="LiveId" clId="{4A1D7BB4-DB2B-401C-9583-309F517E6E8F}" dt="2020-10-16T23:50:32.634" v="18469" actId="1076"/>
          <ac:grpSpMkLst>
            <pc:docMk/>
            <pc:sldMk cId="1681056230" sldId="1322"/>
            <ac:grpSpMk id="53" creationId="{13489860-94F1-44E7-A404-3D867B8D7D81}"/>
          </ac:grpSpMkLst>
        </pc:grpChg>
        <pc:grpChg chg="add del mod">
          <ac:chgData name="vidushi dadu" userId="8f6edd75c0a5619a" providerId="LiveId" clId="{4A1D7BB4-DB2B-401C-9583-309F517E6E8F}" dt="2020-10-16T23:49:43.300" v="18457" actId="478"/>
          <ac:grpSpMkLst>
            <pc:docMk/>
            <pc:sldMk cId="1681056230" sldId="1322"/>
            <ac:grpSpMk id="92" creationId="{0275A4FC-BCCB-4DF9-9CB0-212018784DDA}"/>
          </ac:grpSpMkLst>
        </pc:grpChg>
        <pc:grpChg chg="add del">
          <ac:chgData name="vidushi dadu" userId="8f6edd75c0a5619a" providerId="LiveId" clId="{4A1D7BB4-DB2B-401C-9583-309F517E6E8F}" dt="2020-10-11T20:00:17.023" v="6004" actId="478"/>
          <ac:grpSpMkLst>
            <pc:docMk/>
            <pc:sldMk cId="1681056230" sldId="1322"/>
            <ac:grpSpMk id="97" creationId="{48681752-3CC7-479F-A31B-4CCD58F631B8}"/>
          </ac:grpSpMkLst>
        </pc:grpChg>
        <pc:graphicFrameChg chg="add del">
          <ac:chgData name="vidushi dadu" userId="8f6edd75c0a5619a" providerId="LiveId" clId="{4A1D7BB4-DB2B-401C-9583-309F517E6E8F}" dt="2020-10-11T08:52:28.730" v="4977" actId="478"/>
          <ac:graphicFrameMkLst>
            <pc:docMk/>
            <pc:sldMk cId="1681056230" sldId="1322"/>
            <ac:graphicFrameMk id="3" creationId="{BA271457-38EF-416F-B484-6423C6F05AB3}"/>
          </ac:graphicFrameMkLst>
        </pc:graphicFrame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10" creationId="{3DBA209A-1468-4B33-976D-B038A1B18105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11" creationId="{37531091-6289-4719-93E0-73482E7B9726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12" creationId="{A2747F17-9B29-4D92-9AF8-0656330FB5B7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13" creationId="{CCA6C7FC-1B61-4891-A5FA-1772661E91E6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16" creationId="{5E69DE9C-F1DF-4BEC-B88D-FB0ECF051874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18" creationId="{845C7DE4-3B3D-41AF-8571-4F9C41C3DABD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27" creationId="{FF06930C-4ABB-4B6A-851C-F4178E2E1227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29" creationId="{8676CC24-1B19-49E4-836F-0CAE4D76AEAC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45" creationId="{FB881A19-47F1-4F30-9195-E830B91BE483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46" creationId="{8CFEFA05-3EE5-4372-8912-1CF180908E73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47" creationId="{13B90A28-65E6-4CE2-91DA-7DFEC7ED3C59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48" creationId="{5064C9B8-5416-4EBF-A615-F92652D46C95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49" creationId="{D4FBFC30-6BED-4805-B9B9-90DA05E9FBFF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50" creationId="{70BB864F-E352-4486-987B-6193A98456EE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50" creationId="{E734864C-DAF5-4F5D-85FC-3D214167624E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51" creationId="{AE29BABE-833E-4205-8091-03B4A039B5FC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52" creationId="{D793CB22-EE0C-4818-928C-DC0722A650C6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52" creationId="{F89D3739-B3F9-434D-A712-241CF64BEE22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54" creationId="{C4401448-1CFA-46B9-B43A-7B9D5A1631AC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55" creationId="{416ABDB6-1DE8-423E-960C-FF4AE1EFC990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55" creationId="{B9E4D7A3-77E3-4416-AD05-E24719F4AB7A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56" creationId="{0C62B70E-CFCC-4C4E-AFD4-D66B7825FA07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56" creationId="{9F64C31D-5937-448A-9CA9-B11C7CC73939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57" creationId="{DE30B951-F20F-4284-89DD-C18B67DECCCF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63" creationId="{2191148C-5C06-4AB6-9805-63F271A4A1BE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63" creationId="{A448113D-5A1F-4051-89E2-CF6B6601D3B0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64" creationId="{6E090F28-78A3-4C81-997F-67BC31E47537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65" creationId="{A9277F45-BC24-4F7F-950A-013E89137583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66" creationId="{650EEE5A-468D-4FD1-BA33-D3D26A3D2326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68" creationId="{18E6514A-DA68-4037-A550-D235869C8D98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68" creationId="{F4DE8418-D55A-4A6F-832B-5D9A600F2856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70" creationId="{B5D6AF56-A17C-41E5-A28E-21157950E969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70" creationId="{C1F0F1EB-315C-42F6-A8D5-53BC83FEF4B4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73" creationId="{8630B77E-FA53-43D4-B3E5-6C087C8D0F1F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74" creationId="{1FF1E2B8-4DFC-4B36-960B-9983CAFE1858}"/>
          </ac:cxnSpMkLst>
        </pc:cxnChg>
        <pc:cxnChg chg="mod">
          <ac:chgData name="vidushi dadu" userId="8f6edd75c0a5619a" providerId="LiveId" clId="{4A1D7BB4-DB2B-401C-9583-309F517E6E8F}" dt="2020-10-10T01:57:18.184" v="2465" actId="164"/>
          <ac:cxnSpMkLst>
            <pc:docMk/>
            <pc:sldMk cId="1681056230" sldId="1322"/>
            <ac:cxnSpMk id="75" creationId="{6729AD21-8C7D-4D61-B57F-6B0B4A73AEBA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75" creationId="{F63ED0DD-7EFD-4D9E-AE42-50569B5F60D1}"/>
          </ac:cxnSpMkLst>
        </pc:cxnChg>
        <pc:cxnChg chg="mod">
          <ac:chgData name="vidushi dadu" userId="8f6edd75c0a5619a" providerId="LiveId" clId="{4A1D7BB4-DB2B-401C-9583-309F517E6E8F}" dt="2020-10-10T01:57:18.184" v="2465" actId="164"/>
          <ac:cxnSpMkLst>
            <pc:docMk/>
            <pc:sldMk cId="1681056230" sldId="1322"/>
            <ac:cxnSpMk id="76" creationId="{9EA614A2-C5B5-4173-A4D8-68D5D832D6B5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76" creationId="{A8A5ADE0-628B-4F46-A542-6F1491E260D4}"/>
          </ac:cxnSpMkLst>
        </pc:cxnChg>
        <pc:cxnChg chg="mod">
          <ac:chgData name="vidushi dadu" userId="8f6edd75c0a5619a" providerId="LiveId" clId="{4A1D7BB4-DB2B-401C-9583-309F517E6E8F}" dt="2020-10-10T01:57:18.184" v="2465" actId="164"/>
          <ac:cxnSpMkLst>
            <pc:docMk/>
            <pc:sldMk cId="1681056230" sldId="1322"/>
            <ac:cxnSpMk id="77" creationId="{CA6B4942-FB85-4E56-8C66-116C061984DE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77" creationId="{CE160E6F-6FC4-4119-BA67-34E656178A08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78" creationId="{0191A419-7EE9-4863-A6F5-7EB447C96A76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79" creationId="{0B632B5E-6148-486A-9BCE-2909724256A4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80" creationId="{BEEC780E-DEF3-4E97-BF8A-F223674FD4AD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81" creationId="{A8851B88-1FA2-452B-ABA8-96F00231C394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81" creationId="{C40195DD-E51B-4C7E-BB89-2BBA2E9E9778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82" creationId="{E6D32BB8-9045-4240-9FD9-2EF4A61B171D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83" creationId="{3E7E75B9-E04C-4B8F-A3A3-0F994385235B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83" creationId="{BE4F3B78-3C4E-4659-8C5B-2973AA0231EF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84" creationId="{4275F25A-0E46-43E8-8F03-81B073E920CB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84" creationId="{E82E31F8-7A3B-4281-9960-84EC1284724A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85" creationId="{BCC9C233-E07C-4DC1-AB5F-46C6CCC66A6B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85" creationId="{E80CF998-153E-4B77-95F7-A8D6AAE423CC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88" creationId="{689BC1F6-22BD-4870-8C7E-71B9630872C5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89" creationId="{F2E42A33-D430-42FA-8CB1-93C8488EE004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90" creationId="{0829E9B9-B269-4BA0-AFAF-A62BD575EC6E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90" creationId="{C52E53DC-C033-436F-BC48-9CE2171ADAAA}"/>
          </ac:cxnSpMkLst>
        </pc:cxnChg>
        <pc:cxnChg chg="mod">
          <ac:chgData name="vidushi dadu" userId="8f6edd75c0a5619a" providerId="LiveId" clId="{4A1D7BB4-DB2B-401C-9583-309F517E6E8F}" dt="2020-10-14T00:19:55.336" v="12570" actId="478"/>
          <ac:cxnSpMkLst>
            <pc:docMk/>
            <pc:sldMk cId="1681056230" sldId="1322"/>
            <ac:cxnSpMk id="91" creationId="{814D71D5-2F20-49EB-AD9B-038E822CF479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93" creationId="{FFC81301-1309-4E81-8B93-ACF6044A6EF6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94" creationId="{D6524ED3-B1A4-4065-893A-374BFE1B3F28}"/>
          </ac:cxnSpMkLst>
        </pc:cxnChg>
        <pc:cxnChg chg="mod">
          <ac:chgData name="vidushi dadu" userId="8f6edd75c0a5619a" providerId="LiveId" clId="{4A1D7BB4-DB2B-401C-9583-309F517E6E8F}" dt="2020-10-11T08:51:23.462" v="4965" actId="478"/>
          <ac:cxnSpMkLst>
            <pc:docMk/>
            <pc:sldMk cId="1681056230" sldId="1322"/>
            <ac:cxnSpMk id="95" creationId="{54E0CC37-C2EC-4790-B2CE-CF1BE33B7A1E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96" creationId="{D3EB2944-F0A0-4A71-AD49-2CC793C3DE30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97" creationId="{6D3D70E7-2C46-454D-852C-5173A3D470F2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98" creationId="{6BB1DE9F-8CD9-4035-911C-81F97324DB75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99" creationId="{1D492FF2-1124-4CB7-AD9E-AC3E1905F706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101" creationId="{0081A62F-5E7E-426E-AD6C-3FEB11A7F3B6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01" creationId="{FBCB1670-39C8-499F-BCCD-39D0EB5AA7B5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02" creationId="{46C04480-50B1-4F59-B912-B35D3A50A8BE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02" creationId="{7ACAF808-4093-4227-9619-396B0C8D527F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03" creationId="{0C65F2AA-03A9-4650-B65A-6291F044C459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03" creationId="{30B2E9EC-4562-4001-B869-AFB819BB034D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04" creationId="{6C00EA05-CC36-4DBA-9597-2AC91696A2D8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04" creationId="{95A9729E-A1F9-4FEE-93F6-C0C061A513A6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05" creationId="{E0864FFF-03F7-4DCE-902C-4A783FE20DEF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107" creationId="{4365C8E5-EA23-48DC-95E1-468E4655C49B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09" creationId="{67689D57-203A-4C0B-A4C9-CB6F88E69E3C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10" creationId="{79DF940B-CC3C-4E82-8673-E97D2D9F3921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110" creationId="{800CB042-50A9-4ED3-8886-829317890B03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11" creationId="{9E90FA3C-1E0E-4706-8D5B-D40F7E097F09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11" creationId="{CFDB6351-8832-4CA3-B051-0201C83ACB68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12" creationId="{AF29F4D9-EF40-4A3B-AD59-EC07EDACF9E9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12" creationId="{EAB8EEC6-9277-471F-917F-8B71F2216442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13" creationId="{3748872A-80D1-4823-9DD6-FB0DF05F93E0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13" creationId="{B6D9204C-7D64-4E9F-A786-9BFE3E60500B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114" creationId="{C7A4DCAE-58DC-40DE-9765-BDE7D1DFF726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15" creationId="{CC3E6C73-C650-43FB-9B58-B18A7C71A8A8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17" creationId="{213B7C29-4656-45F0-A142-D31AB80AF229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117" creationId="{DA4CCB89-E202-4AF2-8EB5-3D5528D06901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20" creationId="{6F3C446A-960D-4553-A6E9-6695CDAE6E18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21" creationId="{CDAD525F-A089-4FB6-8977-5805CB836521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22" creationId="{CE8C1FFB-84B9-4C1B-87B2-053C97EFF1C8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123" creationId="{3979DC9B-87E9-4FF4-8A48-F97B8785DAA3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23" creationId="{EF9DFB80-8215-4D09-90B4-AB75B67C14AC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24" creationId="{80B5A28A-7C79-4383-8C47-4ABB23DDC6E7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25" creationId="{F8F136F3-4009-49D2-8A14-48937DFFD3DA}"/>
          </ac:cxnSpMkLst>
        </pc:cxnChg>
        <pc:cxnChg chg="mod">
          <ac:chgData name="vidushi dadu" userId="8f6edd75c0a5619a" providerId="LiveId" clId="{4A1D7BB4-DB2B-401C-9583-309F517E6E8F}" dt="2020-10-11T08:51:02.504" v="4959" actId="478"/>
          <ac:cxnSpMkLst>
            <pc:docMk/>
            <pc:sldMk cId="1681056230" sldId="1322"/>
            <ac:cxnSpMk id="127" creationId="{67C33643-9713-442B-AA13-CECE44B536ED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27" creationId="{A8991D16-1B04-4AC8-A2D0-1686AF2D6B2E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28" creationId="{BE441D96-32D5-4BD9-9486-CD36F377A82B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30" creationId="{5E717CA2-407A-4A64-A9A6-6B0163F0596A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30" creationId="{610D933A-1929-4B66-AC20-9FF2B152850D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31" creationId="{7B060C25-A19D-4222-8568-C1CEBA342A48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32" creationId="{5A39F62C-51BE-4C50-843A-431F605BE889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32" creationId="{BBC22459-0702-40D0-BC29-105F549282B2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35" creationId="{3C687A6A-AC1F-44FE-88B4-FAC5F0FC2843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37" creationId="{08355057-1975-4940-8DFF-723C4B11BFB5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37" creationId="{F9344BCA-7C71-4CAB-8ED1-8CDEEE1729EC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38" creationId="{47EB8E62-FF0E-4682-A7A7-B7F7C2590B5D}"/>
          </ac:cxnSpMkLst>
        </pc:cxnChg>
        <pc:cxnChg chg="mod">
          <ac:chgData name="vidushi dadu" userId="8f6edd75c0a5619a" providerId="LiveId" clId="{4A1D7BB4-DB2B-401C-9583-309F517E6E8F}" dt="2020-10-16T23:49:43.300" v="18457" actId="478"/>
          <ac:cxnSpMkLst>
            <pc:docMk/>
            <pc:sldMk cId="1681056230" sldId="1322"/>
            <ac:cxnSpMk id="138" creationId="{7D537227-E66F-4C27-8CF7-7D50E5D27DFC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39" creationId="{2E4FB62F-C82C-4290-B845-00BF6A80035E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40" creationId="{AA4741C2-560A-465E-A882-0B2D2B32C9C5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42" creationId="{B746211F-5767-4B21-B128-F2B9E7DFF86D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43" creationId="{264254C5-9AE3-4E45-99CF-AA7FEABA9952}"/>
          </ac:cxnSpMkLst>
        </pc:cxnChg>
        <pc:cxnChg chg="add mod">
          <ac:chgData name="vidushi dadu" userId="8f6edd75c0a5619a" providerId="LiveId" clId="{4A1D7BB4-DB2B-401C-9583-309F517E6E8F}" dt="2020-10-16T23:50:32.634" v="18469" actId="1076"/>
          <ac:cxnSpMkLst>
            <pc:docMk/>
            <pc:sldMk cId="1681056230" sldId="1322"/>
            <ac:cxnSpMk id="145" creationId="{30DC9246-FEC9-4A2E-9910-75B4E5691DF7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45" creationId="{33F5223E-4BA4-43EC-A3A5-6D6375FA89FC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46" creationId="{2A43B51D-C163-4A85-A16E-E1411B4BF498}"/>
          </ac:cxnSpMkLst>
        </pc:cxnChg>
        <pc:cxnChg chg="mod">
          <ac:chgData name="vidushi dadu" userId="8f6edd75c0a5619a" providerId="LiveId" clId="{4A1D7BB4-DB2B-401C-9583-309F517E6E8F}" dt="2020-10-11T20:00:17.023" v="6004" actId="478"/>
          <ac:cxnSpMkLst>
            <pc:docMk/>
            <pc:sldMk cId="1681056230" sldId="1322"/>
            <ac:cxnSpMk id="147" creationId="{D731C3FA-2145-4FD9-8150-A72D6197F8AF}"/>
          </ac:cxnSpMkLst>
        </pc:cxnChg>
      </pc:sldChg>
      <pc:sldChg chg="add del">
        <pc:chgData name="vidushi dadu" userId="8f6edd75c0a5619a" providerId="LiveId" clId="{4A1D7BB4-DB2B-401C-9583-309F517E6E8F}" dt="2020-10-10T01:17:47.210" v="1409" actId="2696"/>
        <pc:sldMkLst>
          <pc:docMk/>
          <pc:sldMk cId="2386397466" sldId="1322"/>
        </pc:sldMkLst>
      </pc:sldChg>
      <pc:sldChg chg="addSp delSp modSp add delAnim modAnim">
        <pc:chgData name="vidushi dadu" userId="8f6edd75c0a5619a" providerId="LiveId" clId="{4A1D7BB4-DB2B-401C-9583-309F517E6E8F}" dt="2020-10-16T23:51:18.431" v="18477"/>
        <pc:sldMkLst>
          <pc:docMk/>
          <pc:sldMk cId="117181822" sldId="1323"/>
        </pc:sldMkLst>
        <pc:spChg chg="mod">
          <ac:chgData name="vidushi dadu" userId="8f6edd75c0a5619a" providerId="LiveId" clId="{4A1D7BB4-DB2B-401C-9583-309F517E6E8F}" dt="2020-10-17T02:24:14.138" v="17091" actId="20577"/>
          <ac:spMkLst>
            <pc:docMk/>
            <pc:sldMk cId="117181822" sldId="1323"/>
            <ac:spMk id="43" creationId="{5808EEF8-DEEA-4D5B-AB21-1F1C1A45773D}"/>
          </ac:spMkLst>
        </pc:spChg>
        <pc:spChg chg="mod">
          <ac:chgData name="vidushi dadu" userId="8f6edd75c0a5619a" providerId="LiveId" clId="{4A1D7BB4-DB2B-401C-9583-309F517E6E8F}" dt="2020-10-11T19:51:44.714" v="5904" actId="20577"/>
          <ac:spMkLst>
            <pc:docMk/>
            <pc:sldMk cId="117181822" sldId="1323"/>
            <ac:spMk id="60" creationId="{11B62F85-CA77-4249-8A11-14DFED7CE089}"/>
          </ac:spMkLst>
        </pc:spChg>
        <pc:spChg chg="mod">
          <ac:chgData name="vidushi dadu" userId="8f6edd75c0a5619a" providerId="LiveId" clId="{4A1D7BB4-DB2B-401C-9583-309F517E6E8F}" dt="2020-10-16T08:48:49.291" v="16825" actId="20577"/>
          <ac:spMkLst>
            <pc:docMk/>
            <pc:sldMk cId="117181822" sldId="1323"/>
            <ac:spMk id="70" creationId="{2488F195-64EB-486C-B0F4-18C9690BB9CD}"/>
          </ac:spMkLst>
        </pc:spChg>
        <pc:spChg chg="mod">
          <ac:chgData name="vidushi dadu" userId="8f6edd75c0a5619a" providerId="LiveId" clId="{4A1D7BB4-DB2B-401C-9583-309F517E6E8F}" dt="2020-10-16T08:48:53.758" v="16827" actId="20577"/>
          <ac:spMkLst>
            <pc:docMk/>
            <pc:sldMk cId="117181822" sldId="1323"/>
            <ac:spMk id="94" creationId="{08E6BDCA-779C-4F62-ABCE-1B6F7CCF4842}"/>
          </ac:spMkLst>
        </pc:spChg>
        <pc:grpChg chg="del mod">
          <ac:chgData name="vidushi dadu" userId="8f6edd75c0a5619a" providerId="LiveId" clId="{4A1D7BB4-DB2B-401C-9583-309F517E6E8F}" dt="2020-10-11T08:51:12.302" v="4962" actId="478"/>
          <ac:grpSpMkLst>
            <pc:docMk/>
            <pc:sldMk cId="117181822" sldId="1323"/>
            <ac:grpSpMk id="6" creationId="{78EF7CB1-2819-48FC-8185-1F19DACD415A}"/>
          </ac:grpSpMkLst>
        </pc:grpChg>
        <pc:grpChg chg="add del mod">
          <ac:chgData name="vidushi dadu" userId="8f6edd75c0a5619a" providerId="LiveId" clId="{4A1D7BB4-DB2B-401C-9583-309F517E6E8F}" dt="2020-10-11T20:00:33.709" v="6086" actId="478"/>
          <ac:grpSpMkLst>
            <pc:docMk/>
            <pc:sldMk cId="117181822" sldId="1323"/>
            <ac:grpSpMk id="41" creationId="{A3135D7F-0326-4267-85C1-F4CCCD63A565}"/>
          </ac:grpSpMkLst>
        </pc:grpChg>
        <pc:grpChg chg="add del">
          <ac:chgData name="vidushi dadu" userId="8f6edd75c0a5619a" providerId="LiveId" clId="{4A1D7BB4-DB2B-401C-9583-309F517E6E8F}" dt="2020-10-14T00:20:11.216" v="12573" actId="478"/>
          <ac:grpSpMkLst>
            <pc:docMk/>
            <pc:sldMk cId="117181822" sldId="1323"/>
            <ac:grpSpMk id="51" creationId="{0AF74A1E-C55C-4477-9D39-745B03153ED7}"/>
          </ac:grpSpMkLst>
        </pc:grpChg>
        <pc:grpChg chg="add del">
          <ac:chgData name="vidushi dadu" userId="8f6edd75c0a5619a" providerId="LiveId" clId="{4A1D7BB4-DB2B-401C-9583-309F517E6E8F}" dt="2020-10-16T23:51:10.529" v="18474" actId="478"/>
          <ac:grpSpMkLst>
            <pc:docMk/>
            <pc:sldMk cId="117181822" sldId="1323"/>
            <ac:grpSpMk id="52" creationId="{4A158F47-E232-4600-96EE-3F5B6AF8723D}"/>
          </ac:grpSpMkLst>
        </pc:grpChg>
        <pc:grpChg chg="add">
          <ac:chgData name="vidushi dadu" userId="8f6edd75c0a5619a" providerId="LiveId" clId="{4A1D7BB4-DB2B-401C-9583-309F517E6E8F}" dt="2020-10-16T23:51:11.778" v="18475"/>
          <ac:grpSpMkLst>
            <pc:docMk/>
            <pc:sldMk cId="117181822" sldId="1323"/>
            <ac:grpSpMk id="53" creationId="{5C56207D-AC93-4961-A462-C213A906B3E7}"/>
          </ac:grpSpMkLst>
        </pc:grp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10" creationId="{3DBA209A-1468-4B33-976D-B038A1B18105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11" creationId="{37531091-6289-4719-93E0-73482E7B9726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12" creationId="{A2747F17-9B29-4D92-9AF8-0656330FB5B7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13" creationId="{CCA6C7FC-1B61-4891-A5FA-1772661E91E6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16" creationId="{5E69DE9C-F1DF-4BEC-B88D-FB0ECF051874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18" creationId="{845C7DE4-3B3D-41AF-8571-4F9C41C3DABD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27" creationId="{FF06930C-4ABB-4B6A-851C-F4178E2E1227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29" creationId="{8676CC24-1B19-49E4-836F-0CAE4D76AEAC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45" creationId="{0E3123E1-530A-4E06-857B-64FA099317B1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46" creationId="{DD28DA8E-5BF9-42BC-B8DB-0896FA8069C8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47" creationId="{52CFF2FF-E9FE-4491-BA1D-C148A440F514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48" creationId="{86E48AA5-46FE-4B4B-A37E-395F610E46B8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50" creationId="{8D828184-C87D-4CE9-A74E-6CB51C0CC84B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52" creationId="{4BCDABBE-391B-4B2B-8FB9-CFEA6D577ABB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55" creationId="{BBDF9EAD-8E6A-4D01-9198-0B18F750FDAD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56" creationId="{BB20A98F-C357-443C-B79E-1354D378CD5D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58" creationId="{7249A29B-0395-482C-BC29-96EA4D85EDD8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59" creationId="{38C01009-A09A-45A5-8163-FFE906C4661B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60" creationId="{337F8410-0CB0-457C-8208-724569631A91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62" creationId="{D550293A-139D-4E1F-B9B6-61D4B839FA25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63" creationId="{6F2E9A98-7000-4E5F-8D62-AB0454950074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64" creationId="{7158E700-E86F-4A08-AAD3-80747414EA73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65" creationId="{6061238C-A1A5-4E76-B12D-7A9A2BF212A6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66" creationId="{E3105F66-65A2-441B-A30B-8E632381C215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67" creationId="{24CA6443-DB95-4B67-A534-B3BA87B52125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68" creationId="{1567992F-647A-4214-9605-E3CBAC13583E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70" creationId="{4D3526D1-386F-4E69-A378-C5FA942FC47A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73" creationId="{4D646676-2A52-4C4E-ADFC-BC80688388BB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74" creationId="{1FF1E2B8-4DFC-4B36-960B-9983CAFE1858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74" creationId="{CEE0955E-6247-432D-BC7C-CA19B0325F58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75" creationId="{66A3C693-2E0F-47C0-A7F9-D1B36B5E49ED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76" creationId="{CDAC4956-6884-4C43-8AC3-CAB04A381490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78" creationId="{14950E4A-8049-4B6C-A74E-9C57C7532F36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79" creationId="{36442553-4283-4096-9F78-A181E3E01417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79" creationId="{836FB469-FC8D-4875-A5C3-25062849CBEF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80" creationId="{8A411F2A-DB53-40AD-A589-9BE61F2F5657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81" creationId="{31976A24-61CF-4884-ACAB-DC71F85C80D3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81" creationId="{48324269-56FB-438E-8DEF-DD68AEA83266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82" creationId="{6BBC2F24-F7CC-4A4C-A338-DA2F03F7273B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82" creationId="{7710220F-22E4-404C-8E97-CBFEB5D8512C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83" creationId="{30DFA263-2412-46D7-A351-496E4937E6B8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84" creationId="{4275F25A-0E46-43E8-8F03-81B073E920CB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84" creationId="{750D8F1C-FA80-40D5-962B-EB1A6A66B0CB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85" creationId="{431239EC-D7DC-42D7-A5D5-57C82CCC7801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85" creationId="{D2D3DBFA-9195-4DAD-B37B-CB12A12586C2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87" creationId="{EE15E451-9D02-4BBC-B438-537569747041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88" creationId="{45209ED2-43F9-4ABA-AD94-DBF2FFCA9168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88" creationId="{61F2B1C7-156F-4FE4-AE3D-9C99EDA8C1EE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89" creationId="{D7386D79-99DC-43E5-8877-257487665B3E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89" creationId="{F2E42A33-D430-42FA-8CB1-93C8488EE004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90" creationId="{83D04187-11D0-47F2-9A5A-1C57ED507BF0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93" creationId="{1CB40681-37FF-4FD7-92F3-2EEB7BCBF1E2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93" creationId="{82B0C20C-7253-4253-9F28-2A459A79BA74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94" creationId="{2A8CB070-44E4-42A6-AD5D-2A375BF1FB31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95" creationId="{8A17EE52-5A11-4CF5-AA60-678F68A6E537}"/>
          </ac:cxnSpMkLst>
        </pc:cxnChg>
        <pc:cxnChg chg="mod">
          <ac:chgData name="vidushi dadu" userId="8f6edd75c0a5619a" providerId="LiveId" clId="{4A1D7BB4-DB2B-401C-9583-309F517E6E8F}" dt="2020-10-11T20:00:33.709" v="6086" actId="478"/>
          <ac:cxnSpMkLst>
            <pc:docMk/>
            <pc:sldMk cId="117181822" sldId="1323"/>
            <ac:cxnSpMk id="95" creationId="{B16EF07C-E10A-4F16-8400-B8797CDE598E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96" creationId="{2FA07B83-8262-42F0-8C9A-A6C5318F9670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101" creationId="{0081A62F-5E7E-426E-AD6C-3FEB11A7F3B6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01" creationId="{372350C1-430B-4074-9935-C538A0511716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02" creationId="{678212AF-FC60-4CC2-BC93-307D5662918F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03" creationId="{E30EDF73-AC4B-4E0A-93DF-8376E30BD61F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04" creationId="{563CB189-24C5-4E3D-BCDB-46B4CBD96B22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06" creationId="{937598CB-713C-4F45-8048-66A19E299B71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107" creationId="{4365C8E5-EA23-48DC-95E1-468E4655C49B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08" creationId="{9DB03FAE-4E7B-4D61-9D9F-2A4A6C37642E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110" creationId="{800CB042-50A9-4ED3-8886-829317890B03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11" creationId="{A7A4F552-0C64-40F8-8151-8B0C71B1C346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13" creationId="{3FA0D49D-39AA-4400-A1FB-ABAB0E4D0674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114" creationId="{C7A4DCAE-58DC-40DE-9765-BDE7D1DFF726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14" creationId="{E80C3740-D34C-4BB8-BD2B-DA1FA93336BE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15" creationId="{35351DAB-340C-4500-A31D-55EAFDD0992D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16" creationId="{4B99C9A7-102A-4094-98FD-C9D375EA7367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117" creationId="{DA4CCB89-E202-4AF2-8EB5-3D5528D06901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18" creationId="{BBBDBFB0-C338-4292-8569-F5AADE1002FE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19" creationId="{8E61BAB8-25FD-494C-8C12-DB9BBBFDB160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21" creationId="{27F837BC-4475-4DD4-96D2-712ED90B9CD5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22" creationId="{930C9EDE-4F6B-4F33-86CB-934C2D910BD5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123" creationId="{3979DC9B-87E9-4FF4-8A48-F97B8785DAA3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23" creationId="{9CCB466D-1629-430F-9AC2-F5164EDD171D}"/>
          </ac:cxnSpMkLst>
        </pc:cxnChg>
        <pc:cxnChg chg="mod">
          <ac:chgData name="vidushi dadu" userId="8f6edd75c0a5619a" providerId="LiveId" clId="{4A1D7BB4-DB2B-401C-9583-309F517E6E8F}" dt="2020-10-11T08:51:12.302" v="4962" actId="478"/>
          <ac:cxnSpMkLst>
            <pc:docMk/>
            <pc:sldMk cId="117181822" sldId="1323"/>
            <ac:cxnSpMk id="127" creationId="{67C33643-9713-442B-AA13-CECE44B536ED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28" creationId="{C65DBD65-1664-4FEE-B2FD-60854AD7E017}"/>
          </ac:cxnSpMkLst>
        </pc:cxnChg>
        <pc:cxnChg chg="mod">
          <ac:chgData name="vidushi dadu" userId="8f6edd75c0a5619a" providerId="LiveId" clId="{4A1D7BB4-DB2B-401C-9583-309F517E6E8F}" dt="2020-10-14T00:20:11.216" v="12573" actId="478"/>
          <ac:cxnSpMkLst>
            <pc:docMk/>
            <pc:sldMk cId="117181822" sldId="1323"/>
            <ac:cxnSpMk id="129" creationId="{749582DA-C78E-4B68-A873-09D2B4C1F711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130" creationId="{BFA3A032-5073-4574-8D69-2407FF557F92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131" creationId="{E1A95C61-2AE3-4118-8ACA-F41C5CD033C2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133" creationId="{7F275549-AA2A-464E-A049-C9B6614D4086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134" creationId="{3896E3A1-0339-4242-8320-5CFC0F8E86F5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136" creationId="{FEA7021F-5246-4A85-B282-73C760175148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137" creationId="{78675A69-CD26-4714-A2E7-79AF43DE0C19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138" creationId="{F3443BFA-3DC3-40D9-BF7D-B72A4DF04F9F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143" creationId="{DB8E4E52-4083-49E6-AA3E-06D88ED5AC77}"/>
          </ac:cxnSpMkLst>
        </pc:cxnChg>
        <pc:cxnChg chg="mod">
          <ac:chgData name="vidushi dadu" userId="8f6edd75c0a5619a" providerId="LiveId" clId="{4A1D7BB4-DB2B-401C-9583-309F517E6E8F}" dt="2020-10-16T23:51:10.529" v="18474" actId="478"/>
          <ac:cxnSpMkLst>
            <pc:docMk/>
            <pc:sldMk cId="117181822" sldId="1323"/>
            <ac:cxnSpMk id="144" creationId="{1B4E761A-D12F-4571-8165-5AC2D8B65318}"/>
          </ac:cxnSpMkLst>
        </pc:cxnChg>
      </pc:sldChg>
      <pc:sldChg chg="add del">
        <pc:chgData name="vidushi dadu" userId="8f6edd75c0a5619a" providerId="LiveId" clId="{4A1D7BB4-DB2B-401C-9583-309F517E6E8F}" dt="2020-10-10T02:21:07.501" v="3316" actId="2696"/>
        <pc:sldMkLst>
          <pc:docMk/>
          <pc:sldMk cId="2699072931" sldId="1324"/>
        </pc:sldMkLst>
      </pc:sldChg>
      <pc:sldChg chg="add del">
        <pc:chgData name="vidushi dadu" userId="8f6edd75c0a5619a" providerId="LiveId" clId="{4A1D7BB4-DB2B-401C-9583-309F517E6E8F}" dt="2020-10-10T02:16:24.136" v="2978"/>
        <pc:sldMkLst>
          <pc:docMk/>
          <pc:sldMk cId="3054286917" sldId="1324"/>
        </pc:sldMkLst>
      </pc:sldChg>
      <pc:sldChg chg="addSp delSp modSp add del modAnim modNotesTx">
        <pc:chgData name="vidushi dadu" userId="8f6edd75c0a5619a" providerId="LiveId" clId="{4A1D7BB4-DB2B-401C-9583-309F517E6E8F}" dt="2020-10-11T22:04:25.321" v="6090" actId="2696"/>
        <pc:sldMkLst>
          <pc:docMk/>
          <pc:sldMk cId="785342054" sldId="1325"/>
        </pc:sldMkLst>
        <pc:spChg chg="del mod">
          <ac:chgData name="vidushi dadu" userId="8f6edd75c0a5619a" providerId="LiveId" clId="{4A1D7BB4-DB2B-401C-9583-309F517E6E8F}" dt="2020-10-10T02:17:44.569" v="3008"/>
          <ac:spMkLst>
            <pc:docMk/>
            <pc:sldMk cId="785342054" sldId="1325"/>
            <ac:spMk id="2" creationId="{4453F9E5-165D-405F-B80D-0CAF687FA5DC}"/>
          </ac:spMkLst>
        </pc:spChg>
        <pc:spChg chg="add mod">
          <ac:chgData name="vidushi dadu" userId="8f6edd75c0a5619a" providerId="LiveId" clId="{4A1D7BB4-DB2B-401C-9583-309F517E6E8F}" dt="2020-10-11T09:00:13.283" v="5495" actId="692"/>
          <ac:spMkLst>
            <pc:docMk/>
            <pc:sldMk cId="785342054" sldId="1325"/>
            <ac:spMk id="2" creationId="{846924CC-8F2D-4A07-BCC3-9DF964EB1D8D}"/>
          </ac:spMkLst>
        </pc:spChg>
        <pc:spChg chg="add mod">
          <ac:chgData name="vidushi dadu" userId="8f6edd75c0a5619a" providerId="LiveId" clId="{4A1D7BB4-DB2B-401C-9583-309F517E6E8F}" dt="2020-10-10T05:15:14.783" v="4650" actId="20577"/>
          <ac:spMkLst>
            <pc:docMk/>
            <pc:sldMk cId="785342054" sldId="1325"/>
            <ac:spMk id="4" creationId="{FBB9BAFC-F8FF-4B09-84BF-7BDF48DB9AF6}"/>
          </ac:spMkLst>
        </pc:spChg>
        <pc:spChg chg="del mod">
          <ac:chgData name="vidushi dadu" userId="8f6edd75c0a5619a" providerId="LiveId" clId="{4A1D7BB4-DB2B-401C-9583-309F517E6E8F}" dt="2020-10-10T02:17:44.569" v="3008"/>
          <ac:spMkLst>
            <pc:docMk/>
            <pc:sldMk cId="785342054" sldId="1325"/>
            <ac:spMk id="5" creationId="{703F7436-43BD-46C4-AD0B-985397FA0F69}"/>
          </ac:spMkLst>
        </pc:spChg>
        <pc:spChg chg="add mod">
          <ac:chgData name="vidushi dadu" userId="8f6edd75c0a5619a" providerId="LiveId" clId="{4A1D7BB4-DB2B-401C-9583-309F517E6E8F}" dt="2020-10-11T08:59:15.916" v="5423" actId="13926"/>
          <ac:spMkLst>
            <pc:docMk/>
            <pc:sldMk cId="785342054" sldId="1325"/>
            <ac:spMk id="41" creationId="{3C09BA45-B9A5-49E6-89C5-FC01779CE7AD}"/>
          </ac:spMkLst>
        </pc:spChg>
        <pc:spChg chg="del">
          <ac:chgData name="vidushi dadu" userId="8f6edd75c0a5619a" providerId="LiveId" clId="{4A1D7BB4-DB2B-401C-9583-309F517E6E8F}" dt="2020-10-10T02:17:44.569" v="3008"/>
          <ac:spMkLst>
            <pc:docMk/>
            <pc:sldMk cId="785342054" sldId="1325"/>
            <ac:spMk id="49" creationId="{2856960D-0202-4CE7-B52D-53E242E6A3B2}"/>
          </ac:spMkLst>
        </pc:spChg>
        <pc:spChg chg="del">
          <ac:chgData name="vidushi dadu" userId="8f6edd75c0a5619a" providerId="LiveId" clId="{4A1D7BB4-DB2B-401C-9583-309F517E6E8F}" dt="2020-10-10T02:17:44.569" v="3008"/>
          <ac:spMkLst>
            <pc:docMk/>
            <pc:sldMk cId="785342054" sldId="1325"/>
            <ac:spMk id="51" creationId="{73CFEC99-58F0-47FA-A1EB-49BB383D3FF4}"/>
          </ac:spMkLst>
        </pc:spChg>
        <pc:spChg chg="add mod">
          <ac:chgData name="vidushi dadu" userId="8f6edd75c0a5619a" providerId="LiveId" clId="{4A1D7BB4-DB2B-401C-9583-309F517E6E8F}" dt="2020-10-10T02:20:48.868" v="3301" actId="1035"/>
          <ac:spMkLst>
            <pc:docMk/>
            <pc:sldMk cId="785342054" sldId="1325"/>
            <ac:spMk id="60" creationId="{50508CFE-B3EA-4A5C-A6A2-5A879E8CD899}"/>
          </ac:spMkLst>
        </pc:spChg>
        <pc:spChg chg="add mod">
          <ac:chgData name="vidushi dadu" userId="8f6edd75c0a5619a" providerId="LiveId" clId="{4A1D7BB4-DB2B-401C-9583-309F517E6E8F}" dt="2020-10-10T02:20:48.868" v="3301" actId="1035"/>
          <ac:spMkLst>
            <pc:docMk/>
            <pc:sldMk cId="785342054" sldId="1325"/>
            <ac:spMk id="61" creationId="{45063685-0FE3-4BE8-BF25-D0C3FD54C156}"/>
          </ac:spMkLst>
        </pc:spChg>
        <pc:spChg chg="add mod">
          <ac:chgData name="vidushi dadu" userId="8f6edd75c0a5619a" providerId="LiveId" clId="{4A1D7BB4-DB2B-401C-9583-309F517E6E8F}" dt="2020-10-10T02:21:44.473" v="3322" actId="20577"/>
          <ac:spMkLst>
            <pc:docMk/>
            <pc:sldMk cId="785342054" sldId="1325"/>
            <ac:spMk id="62" creationId="{8ECCA386-BFA9-446F-B9B2-C8FBE8510C4E}"/>
          </ac:spMkLst>
        </pc:spChg>
        <pc:spChg chg="add mod">
          <ac:chgData name="vidushi dadu" userId="8f6edd75c0a5619a" providerId="LiveId" clId="{4A1D7BB4-DB2B-401C-9583-309F517E6E8F}" dt="2020-10-10T02:21:52.031" v="3328" actId="20577"/>
          <ac:spMkLst>
            <pc:docMk/>
            <pc:sldMk cId="785342054" sldId="1325"/>
            <ac:spMk id="63" creationId="{1F1375BA-DCBB-4541-A005-28C974458AD3}"/>
          </ac:spMkLst>
        </pc:spChg>
        <pc:spChg chg="add mod">
          <ac:chgData name="vidushi dadu" userId="8f6edd75c0a5619a" providerId="LiveId" clId="{4A1D7BB4-DB2B-401C-9583-309F517E6E8F}" dt="2020-10-10T02:21:48.729" v="3325" actId="20577"/>
          <ac:spMkLst>
            <pc:docMk/>
            <pc:sldMk cId="785342054" sldId="1325"/>
            <ac:spMk id="64" creationId="{FB9C2AA7-20FB-4083-9C29-AF137B302409}"/>
          </ac:spMkLst>
        </pc:spChg>
        <pc:spChg chg="add mod">
          <ac:chgData name="vidushi dadu" userId="8f6edd75c0a5619a" providerId="LiveId" clId="{4A1D7BB4-DB2B-401C-9583-309F517E6E8F}" dt="2020-10-10T02:20:48.868" v="3301" actId="1035"/>
          <ac:spMkLst>
            <pc:docMk/>
            <pc:sldMk cId="785342054" sldId="1325"/>
            <ac:spMk id="65" creationId="{585B8659-D0E5-48D7-9F66-7B95DEE4270B}"/>
          </ac:spMkLst>
        </pc:spChg>
        <pc:spChg chg="add mod">
          <ac:chgData name="vidushi dadu" userId="8f6edd75c0a5619a" providerId="LiveId" clId="{4A1D7BB4-DB2B-401C-9583-309F517E6E8F}" dt="2020-10-10T02:22:12.330" v="3343" actId="20577"/>
          <ac:spMkLst>
            <pc:docMk/>
            <pc:sldMk cId="785342054" sldId="1325"/>
            <ac:spMk id="66" creationId="{B4F89C5D-512E-4946-9733-E0EE4C7F37AF}"/>
          </ac:spMkLst>
        </pc:spChg>
        <pc:spChg chg="add mod">
          <ac:chgData name="vidushi dadu" userId="8f6edd75c0a5619a" providerId="LiveId" clId="{4A1D7BB4-DB2B-401C-9583-309F517E6E8F}" dt="2020-10-10T02:21:55.232" v="3331" actId="20577"/>
          <ac:spMkLst>
            <pc:docMk/>
            <pc:sldMk cId="785342054" sldId="1325"/>
            <ac:spMk id="67" creationId="{7E680E6C-2678-49D2-846A-97A7233376F8}"/>
          </ac:spMkLst>
        </pc:spChg>
        <pc:spChg chg="add mod">
          <ac:chgData name="vidushi dadu" userId="8f6edd75c0a5619a" providerId="LiveId" clId="{4A1D7BB4-DB2B-401C-9583-309F517E6E8F}" dt="2020-10-10T02:22:17.041" v="3346" actId="20577"/>
          <ac:spMkLst>
            <pc:docMk/>
            <pc:sldMk cId="785342054" sldId="1325"/>
            <ac:spMk id="68" creationId="{A7A80188-0AC7-493B-AC12-237BAA59B408}"/>
          </ac:spMkLst>
        </pc:spChg>
        <pc:spChg chg="add mod">
          <ac:chgData name="vidushi dadu" userId="8f6edd75c0a5619a" providerId="LiveId" clId="{4A1D7BB4-DB2B-401C-9583-309F517E6E8F}" dt="2020-10-10T02:22:09.246" v="3340" actId="20577"/>
          <ac:spMkLst>
            <pc:docMk/>
            <pc:sldMk cId="785342054" sldId="1325"/>
            <ac:spMk id="69" creationId="{ED88A955-C77D-4D6B-96E6-3281794B05F4}"/>
          </ac:spMkLst>
        </pc:spChg>
        <pc:spChg chg="add mod">
          <ac:chgData name="vidushi dadu" userId="8f6edd75c0a5619a" providerId="LiveId" clId="{4A1D7BB4-DB2B-401C-9583-309F517E6E8F}" dt="2020-10-10T02:21:58.730" v="3334" actId="20577"/>
          <ac:spMkLst>
            <pc:docMk/>
            <pc:sldMk cId="785342054" sldId="1325"/>
            <ac:spMk id="70" creationId="{3CFDB7DD-7FBC-4CEA-ACC3-2467FBF46800}"/>
          </ac:spMkLst>
        </pc:spChg>
        <pc:spChg chg="add mod">
          <ac:chgData name="vidushi dadu" userId="8f6edd75c0a5619a" providerId="LiveId" clId="{4A1D7BB4-DB2B-401C-9583-309F517E6E8F}" dt="2020-10-10T02:22:03.291" v="3337" actId="20577"/>
          <ac:spMkLst>
            <pc:docMk/>
            <pc:sldMk cId="785342054" sldId="1325"/>
            <ac:spMk id="71" creationId="{010DA6C1-FCDA-441F-A224-8022EBE1461B}"/>
          </ac:spMkLst>
        </pc:spChg>
        <pc:spChg chg="add mod">
          <ac:chgData name="vidushi dadu" userId="8f6edd75c0a5619a" providerId="LiveId" clId="{4A1D7BB4-DB2B-401C-9583-309F517E6E8F}" dt="2020-10-10T02:20:48.868" v="3301" actId="1035"/>
          <ac:spMkLst>
            <pc:docMk/>
            <pc:sldMk cId="785342054" sldId="1325"/>
            <ac:spMk id="72" creationId="{31FDF24A-33F6-429A-AF3C-1DD3677B6F3A}"/>
          </ac:spMkLst>
        </pc:spChg>
        <pc:spChg chg="add mod">
          <ac:chgData name="vidushi dadu" userId="8f6edd75c0a5619a" providerId="LiveId" clId="{4A1D7BB4-DB2B-401C-9583-309F517E6E8F}" dt="2020-10-10T02:20:48.868" v="3301" actId="1035"/>
          <ac:spMkLst>
            <pc:docMk/>
            <pc:sldMk cId="785342054" sldId="1325"/>
            <ac:spMk id="73" creationId="{0D3305A8-E435-4BC8-92F4-B5F0A47F36A4}"/>
          </ac:spMkLst>
        </pc:spChg>
        <pc:spChg chg="add mod">
          <ac:chgData name="vidushi dadu" userId="8f6edd75c0a5619a" providerId="LiveId" clId="{4A1D7BB4-DB2B-401C-9583-309F517E6E8F}" dt="2020-10-10T02:20:48.868" v="3301" actId="1035"/>
          <ac:spMkLst>
            <pc:docMk/>
            <pc:sldMk cId="785342054" sldId="1325"/>
            <ac:spMk id="74" creationId="{E089FE71-35CB-46CD-964E-090BAB7C8794}"/>
          </ac:spMkLst>
        </pc:spChg>
        <pc:spChg chg="add mod">
          <ac:chgData name="vidushi dadu" userId="8f6edd75c0a5619a" providerId="LiveId" clId="{4A1D7BB4-DB2B-401C-9583-309F517E6E8F}" dt="2020-10-10T02:20:48.868" v="3301" actId="1035"/>
          <ac:spMkLst>
            <pc:docMk/>
            <pc:sldMk cId="785342054" sldId="1325"/>
            <ac:spMk id="75" creationId="{91AA8B72-6519-48BA-BBB4-9366F06AE895}"/>
          </ac:spMkLst>
        </pc:spChg>
        <pc:spChg chg="add mod">
          <ac:chgData name="vidushi dadu" userId="8f6edd75c0a5619a" providerId="LiveId" clId="{4A1D7BB4-DB2B-401C-9583-309F517E6E8F}" dt="2020-10-10T02:20:48.868" v="3301" actId="1035"/>
          <ac:spMkLst>
            <pc:docMk/>
            <pc:sldMk cId="785342054" sldId="1325"/>
            <ac:spMk id="76" creationId="{D75A779D-68C7-43B1-B65A-8AC77A5B6283}"/>
          </ac:spMkLst>
        </pc:spChg>
        <pc:grpChg chg="add mod">
          <ac:chgData name="vidushi dadu" userId="8f6edd75c0a5619a" providerId="LiveId" clId="{4A1D7BB4-DB2B-401C-9583-309F517E6E8F}" dt="2020-10-10T02:20:48.868" v="3301" actId="1035"/>
          <ac:grpSpMkLst>
            <pc:docMk/>
            <pc:sldMk cId="785342054" sldId="1325"/>
            <ac:grpSpMk id="42" creationId="{76E7DA1F-9ACC-4C06-B0EA-1958A60B14DD}"/>
          </ac:grpSpMkLst>
        </pc:grpChg>
        <pc:grpChg chg="del">
          <ac:chgData name="vidushi dadu" userId="8f6edd75c0a5619a" providerId="LiveId" clId="{4A1D7BB4-DB2B-401C-9583-309F517E6E8F}" dt="2020-10-10T02:17:44.569" v="3008"/>
          <ac:grpSpMkLst>
            <pc:docMk/>
            <pc:sldMk cId="785342054" sldId="1325"/>
            <ac:grpSpMk id="50" creationId="{8DA7BA43-F0CE-4A5A-BB1F-1A6A43D6A6B9}"/>
          </ac:grpSpMkLst>
        </pc:grpChg>
        <pc:grpChg chg="add mod">
          <ac:chgData name="vidushi dadu" userId="8f6edd75c0a5619a" providerId="LiveId" clId="{4A1D7BB4-DB2B-401C-9583-309F517E6E8F}" dt="2020-10-10T02:20:48.868" v="3301" actId="1035"/>
          <ac:grpSpMkLst>
            <pc:docMk/>
            <pc:sldMk cId="785342054" sldId="1325"/>
            <ac:grpSpMk id="77" creationId="{03E23549-3B81-4351-81E7-61149126FE70}"/>
          </ac:grpSpMkLst>
        </pc:grpChg>
        <pc:grpChg chg="add mod">
          <ac:chgData name="vidushi dadu" userId="8f6edd75c0a5619a" providerId="LiveId" clId="{4A1D7BB4-DB2B-401C-9583-309F517E6E8F}" dt="2020-10-10T02:20:48.868" v="3301" actId="1035"/>
          <ac:grpSpMkLst>
            <pc:docMk/>
            <pc:sldMk cId="785342054" sldId="1325"/>
            <ac:grpSpMk id="82" creationId="{FDF7DFA2-628F-41C4-8943-5E2901BE2CC9}"/>
          </ac:grpSpMkLst>
        </pc:grpChg>
        <pc:graphicFrameChg chg="add del">
          <ac:chgData name="vidushi dadu" userId="8f6edd75c0a5619a" providerId="LiveId" clId="{4A1D7BB4-DB2B-401C-9583-309F517E6E8F}" dt="2020-10-10T02:17:44.569" v="3008"/>
          <ac:graphicFrameMkLst>
            <pc:docMk/>
            <pc:sldMk cId="785342054" sldId="1325"/>
            <ac:graphicFrameMk id="3" creationId="{F7F1FE23-3ABB-4F6F-BB61-D6A3D35A734F}"/>
          </ac:graphicFrameMkLst>
        </pc:graphicFrameChg>
        <pc:cxnChg chg="add mod">
          <ac:chgData name="vidushi dadu" userId="8f6edd75c0a5619a" providerId="LiveId" clId="{4A1D7BB4-DB2B-401C-9583-309F517E6E8F}" dt="2020-10-10T02:20:48.868" v="3301" actId="1035"/>
          <ac:cxnSpMkLst>
            <pc:docMk/>
            <pc:sldMk cId="785342054" sldId="1325"/>
            <ac:cxnSpMk id="46" creationId="{03FB406C-172D-47E6-9366-F990E6913C76}"/>
          </ac:cxnSpMkLst>
        </pc:cxnChg>
        <pc:cxnChg chg="add mod">
          <ac:chgData name="vidushi dadu" userId="8f6edd75c0a5619a" providerId="LiveId" clId="{4A1D7BB4-DB2B-401C-9583-309F517E6E8F}" dt="2020-10-10T02:20:48.868" v="3301" actId="1035"/>
          <ac:cxnSpMkLst>
            <pc:docMk/>
            <pc:sldMk cId="785342054" sldId="1325"/>
            <ac:cxnSpMk id="47" creationId="{BB13F325-DCBB-45BC-A4FF-0256DEE19B5E}"/>
          </ac:cxnSpMkLst>
        </pc:cxnChg>
        <pc:cxnChg chg="add mod">
          <ac:chgData name="vidushi dadu" userId="8f6edd75c0a5619a" providerId="LiveId" clId="{4A1D7BB4-DB2B-401C-9583-309F517E6E8F}" dt="2020-10-10T02:20:48.868" v="3301" actId="1035"/>
          <ac:cxnSpMkLst>
            <pc:docMk/>
            <pc:sldMk cId="785342054" sldId="1325"/>
            <ac:cxnSpMk id="48" creationId="{FF5CACF4-BC86-48F3-B913-B5E825404C4C}"/>
          </ac:cxnSpMkLst>
        </pc:cxnChg>
        <pc:cxnChg chg="add mod">
          <ac:chgData name="vidushi dadu" userId="8f6edd75c0a5619a" providerId="LiveId" clId="{4A1D7BB4-DB2B-401C-9583-309F517E6E8F}" dt="2020-10-10T02:20:48.868" v="3301" actId="1035"/>
          <ac:cxnSpMkLst>
            <pc:docMk/>
            <pc:sldMk cId="785342054" sldId="1325"/>
            <ac:cxnSpMk id="52" creationId="{53AAC673-2C1B-4749-AA78-7BF49A830281}"/>
          </ac:cxnSpMkLst>
        </pc:cxnChg>
        <pc:cxnChg chg="add mod">
          <ac:chgData name="vidushi dadu" userId="8f6edd75c0a5619a" providerId="LiveId" clId="{4A1D7BB4-DB2B-401C-9583-309F517E6E8F}" dt="2020-10-10T02:20:48.868" v="3301" actId="1035"/>
          <ac:cxnSpMkLst>
            <pc:docMk/>
            <pc:sldMk cId="785342054" sldId="1325"/>
            <ac:cxnSpMk id="53" creationId="{F5D79BEB-1930-4EF5-BAE6-789A499FDE19}"/>
          </ac:cxnSpMkLst>
        </pc:cxnChg>
        <pc:cxnChg chg="add mod">
          <ac:chgData name="vidushi dadu" userId="8f6edd75c0a5619a" providerId="LiveId" clId="{4A1D7BB4-DB2B-401C-9583-309F517E6E8F}" dt="2020-10-10T02:20:48.868" v="3301" actId="1035"/>
          <ac:cxnSpMkLst>
            <pc:docMk/>
            <pc:sldMk cId="785342054" sldId="1325"/>
            <ac:cxnSpMk id="54" creationId="{A8FF79CB-EADA-4BA4-8ABC-D7972866D442}"/>
          </ac:cxnSpMkLst>
        </pc:cxnChg>
        <pc:cxnChg chg="add mod">
          <ac:chgData name="vidushi dadu" userId="8f6edd75c0a5619a" providerId="LiveId" clId="{4A1D7BB4-DB2B-401C-9583-309F517E6E8F}" dt="2020-10-10T02:20:48.868" v="3301" actId="1035"/>
          <ac:cxnSpMkLst>
            <pc:docMk/>
            <pc:sldMk cId="785342054" sldId="1325"/>
            <ac:cxnSpMk id="55" creationId="{610E243E-1748-4F70-8E68-F66776441C24}"/>
          </ac:cxnSpMkLst>
        </pc:cxnChg>
        <pc:cxnChg chg="add mod">
          <ac:chgData name="vidushi dadu" userId="8f6edd75c0a5619a" providerId="LiveId" clId="{4A1D7BB4-DB2B-401C-9583-309F517E6E8F}" dt="2020-10-10T02:20:48.868" v="3301" actId="1035"/>
          <ac:cxnSpMkLst>
            <pc:docMk/>
            <pc:sldMk cId="785342054" sldId="1325"/>
            <ac:cxnSpMk id="56" creationId="{C08A2140-9A82-4022-9140-534DFDCA6AA9}"/>
          </ac:cxnSpMkLst>
        </pc:cxnChg>
        <pc:cxnChg chg="add mod">
          <ac:chgData name="vidushi dadu" userId="8f6edd75c0a5619a" providerId="LiveId" clId="{4A1D7BB4-DB2B-401C-9583-309F517E6E8F}" dt="2020-10-10T02:20:48.868" v="3301" actId="1035"/>
          <ac:cxnSpMkLst>
            <pc:docMk/>
            <pc:sldMk cId="785342054" sldId="1325"/>
            <ac:cxnSpMk id="57" creationId="{F550D32A-045F-496E-85AF-5CA90812F2DB}"/>
          </ac:cxnSpMkLst>
        </pc:cxnChg>
        <pc:cxnChg chg="add mod">
          <ac:chgData name="vidushi dadu" userId="8f6edd75c0a5619a" providerId="LiveId" clId="{4A1D7BB4-DB2B-401C-9583-309F517E6E8F}" dt="2020-10-10T02:20:48.868" v="3301" actId="1035"/>
          <ac:cxnSpMkLst>
            <pc:docMk/>
            <pc:sldMk cId="785342054" sldId="1325"/>
            <ac:cxnSpMk id="58" creationId="{F1EB4C56-53B1-4788-939B-6960979D4D2A}"/>
          </ac:cxnSpMkLst>
        </pc:cxnChg>
        <pc:cxnChg chg="add mod">
          <ac:chgData name="vidushi dadu" userId="8f6edd75c0a5619a" providerId="LiveId" clId="{4A1D7BB4-DB2B-401C-9583-309F517E6E8F}" dt="2020-10-10T02:20:48.868" v="3301" actId="1035"/>
          <ac:cxnSpMkLst>
            <pc:docMk/>
            <pc:sldMk cId="785342054" sldId="1325"/>
            <ac:cxnSpMk id="59" creationId="{3B9D0ECC-AFF7-4DF0-93B9-DAA8C0B58ADF}"/>
          </ac:cxnSpMkLst>
        </pc:cxnChg>
      </pc:sldChg>
      <pc:sldChg chg="modSp add">
        <pc:chgData name="vidushi dadu" userId="8f6edd75c0a5619a" providerId="LiveId" clId="{4A1D7BB4-DB2B-401C-9583-309F517E6E8F}" dt="2020-10-17T13:34:14.886" v="18647" actId="20577"/>
        <pc:sldMkLst>
          <pc:docMk/>
          <pc:sldMk cId="1550190001" sldId="1325"/>
        </pc:sldMkLst>
        <pc:spChg chg="mod">
          <ac:chgData name="vidushi dadu" userId="8f6edd75c0a5619a" providerId="LiveId" clId="{4A1D7BB4-DB2B-401C-9583-309F517E6E8F}" dt="2020-10-17T13:34:14.886" v="18647" actId="20577"/>
          <ac:spMkLst>
            <pc:docMk/>
            <pc:sldMk cId="1550190001" sldId="1325"/>
            <ac:spMk id="2" creationId="{846924CC-8F2D-4A07-BCC3-9DF964EB1D8D}"/>
          </ac:spMkLst>
        </pc:spChg>
        <pc:spChg chg="mod">
          <ac:chgData name="vidushi dadu" userId="8f6edd75c0a5619a" providerId="LiveId" clId="{4A1D7BB4-DB2B-401C-9583-309F517E6E8F}" dt="2020-10-12T08:01:32.151" v="9357" actId="20577"/>
          <ac:spMkLst>
            <pc:docMk/>
            <pc:sldMk cId="1550190001" sldId="1325"/>
            <ac:spMk id="4" creationId="{FBB9BAFC-F8FF-4B09-84BF-7BDF48DB9AF6}"/>
          </ac:spMkLst>
        </pc:spChg>
        <pc:spChg chg="mod">
          <ac:chgData name="vidushi dadu" userId="8f6edd75c0a5619a" providerId="LiveId" clId="{4A1D7BB4-DB2B-401C-9583-309F517E6E8F}" dt="2020-10-17T13:33:49.520" v="18646" actId="20577"/>
          <ac:spMkLst>
            <pc:docMk/>
            <pc:sldMk cId="1550190001" sldId="1325"/>
            <ac:spMk id="41" creationId="{3C09BA45-B9A5-49E6-89C5-FC01779CE7AD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60" creationId="{50508CFE-B3EA-4A5C-A6A2-5A879E8CD899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61" creationId="{45063685-0FE3-4BE8-BF25-D0C3FD54C156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62" creationId="{8ECCA386-BFA9-446F-B9B2-C8FBE8510C4E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63" creationId="{1F1375BA-DCBB-4541-A005-28C974458AD3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64" creationId="{FB9C2AA7-20FB-4083-9C29-AF137B302409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65" creationId="{585B8659-D0E5-48D7-9F66-7B95DEE4270B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66" creationId="{B4F89C5D-512E-4946-9733-E0EE4C7F37AF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67" creationId="{7E680E6C-2678-49D2-846A-97A7233376F8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68" creationId="{A7A80188-0AC7-493B-AC12-237BAA59B408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69" creationId="{ED88A955-C77D-4D6B-96E6-3281794B05F4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70" creationId="{3CFDB7DD-7FBC-4CEA-ACC3-2467FBF46800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71" creationId="{010DA6C1-FCDA-441F-A224-8022EBE1461B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72" creationId="{31FDF24A-33F6-429A-AF3C-1DD3677B6F3A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73" creationId="{0D3305A8-E435-4BC8-92F4-B5F0A47F36A4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74" creationId="{E089FE71-35CB-46CD-964E-090BAB7C8794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75" creationId="{91AA8B72-6519-48BA-BBB4-9366F06AE895}"/>
          </ac:spMkLst>
        </pc:spChg>
        <pc:spChg chg="mod">
          <ac:chgData name="vidushi dadu" userId="8f6edd75c0a5619a" providerId="LiveId" clId="{4A1D7BB4-DB2B-401C-9583-309F517E6E8F}" dt="2020-10-12T08:02:33.503" v="9466" actId="1036"/>
          <ac:spMkLst>
            <pc:docMk/>
            <pc:sldMk cId="1550190001" sldId="1325"/>
            <ac:spMk id="76" creationId="{D75A779D-68C7-43B1-B65A-8AC77A5B6283}"/>
          </ac:spMkLst>
        </pc:spChg>
        <pc:grpChg chg="mod">
          <ac:chgData name="vidushi dadu" userId="8f6edd75c0a5619a" providerId="LiveId" clId="{4A1D7BB4-DB2B-401C-9583-309F517E6E8F}" dt="2020-10-12T08:02:33.503" v="9466" actId="1036"/>
          <ac:grpSpMkLst>
            <pc:docMk/>
            <pc:sldMk cId="1550190001" sldId="1325"/>
            <ac:grpSpMk id="42" creationId="{76E7DA1F-9ACC-4C06-B0EA-1958A60B14DD}"/>
          </ac:grpSpMkLst>
        </pc:grpChg>
        <pc:grpChg chg="mod">
          <ac:chgData name="vidushi dadu" userId="8f6edd75c0a5619a" providerId="LiveId" clId="{4A1D7BB4-DB2B-401C-9583-309F517E6E8F}" dt="2020-10-12T08:02:33.503" v="9466" actId="1036"/>
          <ac:grpSpMkLst>
            <pc:docMk/>
            <pc:sldMk cId="1550190001" sldId="1325"/>
            <ac:grpSpMk id="77" creationId="{03E23549-3B81-4351-81E7-61149126FE70}"/>
          </ac:grpSpMkLst>
        </pc:grpChg>
        <pc:grpChg chg="mod">
          <ac:chgData name="vidushi dadu" userId="8f6edd75c0a5619a" providerId="LiveId" clId="{4A1D7BB4-DB2B-401C-9583-309F517E6E8F}" dt="2020-10-12T08:02:33.503" v="9466" actId="1036"/>
          <ac:grpSpMkLst>
            <pc:docMk/>
            <pc:sldMk cId="1550190001" sldId="1325"/>
            <ac:grpSpMk id="82" creationId="{FDF7DFA2-628F-41C4-8943-5E2901BE2CC9}"/>
          </ac:grpSpMkLst>
        </pc:grpChg>
        <pc:cxnChg chg="mod">
          <ac:chgData name="vidushi dadu" userId="8f6edd75c0a5619a" providerId="LiveId" clId="{4A1D7BB4-DB2B-401C-9583-309F517E6E8F}" dt="2020-10-12T08:02:33.503" v="9466" actId="1036"/>
          <ac:cxnSpMkLst>
            <pc:docMk/>
            <pc:sldMk cId="1550190001" sldId="1325"/>
            <ac:cxnSpMk id="46" creationId="{03FB406C-172D-47E6-9366-F990E6913C76}"/>
          </ac:cxnSpMkLst>
        </pc:cxnChg>
        <pc:cxnChg chg="mod">
          <ac:chgData name="vidushi dadu" userId="8f6edd75c0a5619a" providerId="LiveId" clId="{4A1D7BB4-DB2B-401C-9583-309F517E6E8F}" dt="2020-10-12T08:02:33.503" v="9466" actId="1036"/>
          <ac:cxnSpMkLst>
            <pc:docMk/>
            <pc:sldMk cId="1550190001" sldId="1325"/>
            <ac:cxnSpMk id="47" creationId="{BB13F325-DCBB-45BC-A4FF-0256DEE19B5E}"/>
          </ac:cxnSpMkLst>
        </pc:cxnChg>
        <pc:cxnChg chg="mod">
          <ac:chgData name="vidushi dadu" userId="8f6edd75c0a5619a" providerId="LiveId" clId="{4A1D7BB4-DB2B-401C-9583-309F517E6E8F}" dt="2020-10-12T08:02:33.503" v="9466" actId="1036"/>
          <ac:cxnSpMkLst>
            <pc:docMk/>
            <pc:sldMk cId="1550190001" sldId="1325"/>
            <ac:cxnSpMk id="48" creationId="{FF5CACF4-BC86-48F3-B913-B5E825404C4C}"/>
          </ac:cxnSpMkLst>
        </pc:cxnChg>
        <pc:cxnChg chg="mod">
          <ac:chgData name="vidushi dadu" userId="8f6edd75c0a5619a" providerId="LiveId" clId="{4A1D7BB4-DB2B-401C-9583-309F517E6E8F}" dt="2020-10-12T08:02:33.503" v="9466" actId="1036"/>
          <ac:cxnSpMkLst>
            <pc:docMk/>
            <pc:sldMk cId="1550190001" sldId="1325"/>
            <ac:cxnSpMk id="52" creationId="{53AAC673-2C1B-4749-AA78-7BF49A830281}"/>
          </ac:cxnSpMkLst>
        </pc:cxnChg>
        <pc:cxnChg chg="mod">
          <ac:chgData name="vidushi dadu" userId="8f6edd75c0a5619a" providerId="LiveId" clId="{4A1D7BB4-DB2B-401C-9583-309F517E6E8F}" dt="2020-10-12T08:02:33.503" v="9466" actId="1036"/>
          <ac:cxnSpMkLst>
            <pc:docMk/>
            <pc:sldMk cId="1550190001" sldId="1325"/>
            <ac:cxnSpMk id="53" creationId="{F5D79BEB-1930-4EF5-BAE6-789A499FDE19}"/>
          </ac:cxnSpMkLst>
        </pc:cxnChg>
        <pc:cxnChg chg="mod">
          <ac:chgData name="vidushi dadu" userId="8f6edd75c0a5619a" providerId="LiveId" clId="{4A1D7BB4-DB2B-401C-9583-309F517E6E8F}" dt="2020-10-12T08:02:33.503" v="9466" actId="1036"/>
          <ac:cxnSpMkLst>
            <pc:docMk/>
            <pc:sldMk cId="1550190001" sldId="1325"/>
            <ac:cxnSpMk id="54" creationId="{A8FF79CB-EADA-4BA4-8ABC-D7972866D442}"/>
          </ac:cxnSpMkLst>
        </pc:cxnChg>
        <pc:cxnChg chg="mod">
          <ac:chgData name="vidushi dadu" userId="8f6edd75c0a5619a" providerId="LiveId" clId="{4A1D7BB4-DB2B-401C-9583-309F517E6E8F}" dt="2020-10-12T08:02:33.503" v="9466" actId="1036"/>
          <ac:cxnSpMkLst>
            <pc:docMk/>
            <pc:sldMk cId="1550190001" sldId="1325"/>
            <ac:cxnSpMk id="55" creationId="{610E243E-1748-4F70-8E68-F66776441C24}"/>
          </ac:cxnSpMkLst>
        </pc:cxnChg>
        <pc:cxnChg chg="mod">
          <ac:chgData name="vidushi dadu" userId="8f6edd75c0a5619a" providerId="LiveId" clId="{4A1D7BB4-DB2B-401C-9583-309F517E6E8F}" dt="2020-10-12T08:02:33.503" v="9466" actId="1036"/>
          <ac:cxnSpMkLst>
            <pc:docMk/>
            <pc:sldMk cId="1550190001" sldId="1325"/>
            <ac:cxnSpMk id="56" creationId="{C08A2140-9A82-4022-9140-534DFDCA6AA9}"/>
          </ac:cxnSpMkLst>
        </pc:cxnChg>
        <pc:cxnChg chg="mod">
          <ac:chgData name="vidushi dadu" userId="8f6edd75c0a5619a" providerId="LiveId" clId="{4A1D7BB4-DB2B-401C-9583-309F517E6E8F}" dt="2020-10-12T08:02:33.503" v="9466" actId="1036"/>
          <ac:cxnSpMkLst>
            <pc:docMk/>
            <pc:sldMk cId="1550190001" sldId="1325"/>
            <ac:cxnSpMk id="57" creationId="{F550D32A-045F-496E-85AF-5CA90812F2DB}"/>
          </ac:cxnSpMkLst>
        </pc:cxnChg>
        <pc:cxnChg chg="mod">
          <ac:chgData name="vidushi dadu" userId="8f6edd75c0a5619a" providerId="LiveId" clId="{4A1D7BB4-DB2B-401C-9583-309F517E6E8F}" dt="2020-10-12T08:02:33.503" v="9466" actId="1036"/>
          <ac:cxnSpMkLst>
            <pc:docMk/>
            <pc:sldMk cId="1550190001" sldId="1325"/>
            <ac:cxnSpMk id="58" creationId="{F1EB4C56-53B1-4788-939B-6960979D4D2A}"/>
          </ac:cxnSpMkLst>
        </pc:cxnChg>
        <pc:cxnChg chg="mod">
          <ac:chgData name="vidushi dadu" userId="8f6edd75c0a5619a" providerId="LiveId" clId="{4A1D7BB4-DB2B-401C-9583-309F517E6E8F}" dt="2020-10-12T08:02:33.503" v="9466" actId="1036"/>
          <ac:cxnSpMkLst>
            <pc:docMk/>
            <pc:sldMk cId="1550190001" sldId="1325"/>
            <ac:cxnSpMk id="59" creationId="{3B9D0ECC-AFF7-4DF0-93B9-DAA8C0B58ADF}"/>
          </ac:cxnSpMkLst>
        </pc:cxnChg>
      </pc:sldChg>
      <pc:sldChg chg="addSp delSp modSp add ord modAnim addCm modCm modNotesTx">
        <pc:chgData name="vidushi dadu" userId="8f6edd75c0a5619a" providerId="LiveId" clId="{4A1D7BB4-DB2B-401C-9583-309F517E6E8F}" dt="2020-10-16T08:46:10.458" v="16785"/>
        <pc:sldMkLst>
          <pc:docMk/>
          <pc:sldMk cId="259869543" sldId="1326"/>
        </pc:sldMkLst>
        <pc:spChg chg="mod">
          <ac:chgData name="vidushi dadu" userId="8f6edd75c0a5619a" providerId="LiveId" clId="{4A1D7BB4-DB2B-401C-9583-309F517E6E8F}" dt="2020-10-14T00:29:43.054" v="13225" actId="20577"/>
          <ac:spMkLst>
            <pc:docMk/>
            <pc:sldMk cId="259869543" sldId="1326"/>
            <ac:spMk id="2" creationId="{B81D7929-7908-45FB-898E-C0D7B99E2FA8}"/>
          </ac:spMkLst>
        </pc:spChg>
        <pc:spChg chg="add mod topLvl">
          <ac:chgData name="vidushi dadu" userId="8f6edd75c0a5619a" providerId="LiveId" clId="{4A1D7BB4-DB2B-401C-9583-309F517E6E8F}" dt="2020-10-14T03:15:40.975" v="13359" actId="164"/>
          <ac:spMkLst>
            <pc:docMk/>
            <pc:sldMk cId="259869543" sldId="1326"/>
            <ac:spMk id="3" creationId="{99DD9B8A-B3A1-43B8-A9EE-F2D422A0D3D4}"/>
          </ac:spMkLst>
        </pc:spChg>
        <pc:spChg chg="del mod">
          <ac:chgData name="vidushi dadu" userId="8f6edd75c0a5619a" providerId="LiveId" clId="{4A1D7BB4-DB2B-401C-9583-309F517E6E8F}" dt="2020-10-11T09:01:25.422" v="5555" actId="478"/>
          <ac:spMkLst>
            <pc:docMk/>
            <pc:sldMk cId="259869543" sldId="1326"/>
            <ac:spMk id="3" creationId="{E25F9575-C643-4780-9021-9EB66ACB8BAF}"/>
          </ac:spMkLst>
        </pc:spChg>
        <pc:spChg chg="add mod">
          <ac:chgData name="vidushi dadu" userId="8f6edd75c0a5619a" providerId="LiveId" clId="{4A1D7BB4-DB2B-401C-9583-309F517E6E8F}" dt="2020-10-14T03:17:10.525" v="13426" actId="14100"/>
          <ac:spMkLst>
            <pc:docMk/>
            <pc:sldMk cId="259869543" sldId="1326"/>
            <ac:spMk id="5" creationId="{D2CEA5F8-717F-458C-B576-DB4B10FFDBD5}"/>
          </ac:spMkLst>
        </pc:spChg>
        <pc:spChg chg="mod">
          <ac:chgData name="vidushi dadu" userId="8f6edd75c0a5619a" providerId="LiveId" clId="{4A1D7BB4-DB2B-401C-9583-309F517E6E8F}" dt="2020-10-14T03:15:26.818" v="13353" actId="1076"/>
          <ac:spMkLst>
            <pc:docMk/>
            <pc:sldMk cId="259869543" sldId="1326"/>
            <ac:spMk id="6" creationId="{7C113776-8C53-4F20-819B-069C9223A1EE}"/>
          </ac:spMkLst>
        </pc:spChg>
        <pc:spChg chg="del">
          <ac:chgData name="vidushi dadu" userId="8f6edd75c0a5619a" providerId="LiveId" clId="{4A1D7BB4-DB2B-401C-9583-309F517E6E8F}" dt="2020-10-10T02:32:40.258" v="3401" actId="478"/>
          <ac:spMkLst>
            <pc:docMk/>
            <pc:sldMk cId="259869543" sldId="1326"/>
            <ac:spMk id="8" creationId="{2B0EC74C-BDD9-4C1B-A8A2-291B197A74A4}"/>
          </ac:spMkLst>
        </pc:spChg>
        <pc:spChg chg="add del mod">
          <ac:chgData name="vidushi dadu" userId="8f6edd75c0a5619a" providerId="LiveId" clId="{4A1D7BB4-DB2B-401C-9583-309F517E6E8F}" dt="2020-10-10T02:42:10.136" v="3759"/>
          <ac:spMkLst>
            <pc:docMk/>
            <pc:sldMk cId="259869543" sldId="1326"/>
            <ac:spMk id="9" creationId="{41B419E1-106E-4F7A-9FFD-A10489510D25}"/>
          </ac:spMkLst>
        </pc:spChg>
        <pc:spChg chg="add mod">
          <ac:chgData name="vidushi dadu" userId="8f6edd75c0a5619a" providerId="LiveId" clId="{4A1D7BB4-DB2B-401C-9583-309F517E6E8F}" dt="2020-10-14T03:20:05.244" v="13548" actId="5793"/>
          <ac:spMkLst>
            <pc:docMk/>
            <pc:sldMk cId="259869543" sldId="1326"/>
            <ac:spMk id="9" creationId="{CD0479D7-6428-45AB-8A3E-C54879655DF3}"/>
          </ac:spMkLst>
        </pc:spChg>
        <pc:spChg chg="add del mod">
          <ac:chgData name="vidushi dadu" userId="8f6edd75c0a5619a" providerId="LiveId" clId="{4A1D7BB4-DB2B-401C-9583-309F517E6E8F}" dt="2020-10-11T09:01:25.422" v="5555" actId="478"/>
          <ac:spMkLst>
            <pc:docMk/>
            <pc:sldMk cId="259869543" sldId="1326"/>
            <ac:spMk id="10" creationId="{F5FEDFD8-E83D-4344-BCD5-534AB0D8DCEF}"/>
          </ac:spMkLst>
        </pc:spChg>
        <pc:spChg chg="add del mod">
          <ac:chgData name="vidushi dadu" userId="8f6edd75c0a5619a" providerId="LiveId" clId="{4A1D7BB4-DB2B-401C-9583-309F517E6E8F}" dt="2020-10-11T09:01:25.422" v="5555" actId="478"/>
          <ac:spMkLst>
            <pc:docMk/>
            <pc:sldMk cId="259869543" sldId="1326"/>
            <ac:spMk id="11" creationId="{F35A1E0B-0997-4EE7-850F-B46F2548F784}"/>
          </ac:spMkLst>
        </pc:spChg>
        <pc:spChg chg="del mod">
          <ac:chgData name="vidushi dadu" userId="8f6edd75c0a5619a" providerId="LiveId" clId="{4A1D7BB4-DB2B-401C-9583-309F517E6E8F}" dt="2020-10-14T03:08:34.163" v="13244" actId="478"/>
          <ac:spMkLst>
            <pc:docMk/>
            <pc:sldMk cId="259869543" sldId="1326"/>
            <ac:spMk id="12" creationId="{BEBCC459-E12D-4336-AB42-CD06030D236D}"/>
          </ac:spMkLst>
        </pc:spChg>
        <pc:spChg chg="add del mod">
          <ac:chgData name="vidushi dadu" userId="8f6edd75c0a5619a" providerId="LiveId" clId="{4A1D7BB4-DB2B-401C-9583-309F517E6E8F}" dt="2020-10-11T09:02:54.987" v="5691" actId="478"/>
          <ac:spMkLst>
            <pc:docMk/>
            <pc:sldMk cId="259869543" sldId="1326"/>
            <ac:spMk id="13" creationId="{7BFD9EAC-360C-4A3B-A963-D5157C4880EA}"/>
          </ac:spMkLst>
        </pc:spChg>
        <pc:spChg chg="add del">
          <ac:chgData name="vidushi dadu" userId="8f6edd75c0a5619a" providerId="LiveId" clId="{4A1D7BB4-DB2B-401C-9583-309F517E6E8F}" dt="2020-10-11T09:02:20.626" v="5610" actId="478"/>
          <ac:spMkLst>
            <pc:docMk/>
            <pc:sldMk cId="259869543" sldId="1326"/>
            <ac:spMk id="14" creationId="{B6C31DA5-878F-4016-AC23-32A83BBF8519}"/>
          </ac:spMkLst>
        </pc:spChg>
        <pc:spChg chg="add mod">
          <ac:chgData name="vidushi dadu" userId="8f6edd75c0a5619a" providerId="LiveId" clId="{4A1D7BB4-DB2B-401C-9583-309F517E6E8F}" dt="2020-10-14T03:17:18.155" v="13435" actId="20577"/>
          <ac:spMkLst>
            <pc:docMk/>
            <pc:sldMk cId="259869543" sldId="1326"/>
            <ac:spMk id="15" creationId="{65DCCEB7-5C3D-402A-B6B3-D0B8597F60CE}"/>
          </ac:spMkLst>
        </pc:spChg>
        <pc:spChg chg="add mod topLvl">
          <ac:chgData name="vidushi dadu" userId="8f6edd75c0a5619a" providerId="LiveId" clId="{4A1D7BB4-DB2B-401C-9583-309F517E6E8F}" dt="2020-10-14T03:15:40.975" v="13359" actId="164"/>
          <ac:spMkLst>
            <pc:docMk/>
            <pc:sldMk cId="259869543" sldId="1326"/>
            <ac:spMk id="45" creationId="{3DA480D9-8D39-4F9B-ADE5-731E4B6359A1}"/>
          </ac:spMkLst>
        </pc:spChg>
        <pc:spChg chg="mod topLvl">
          <ac:chgData name="vidushi dadu" userId="8f6edd75c0a5619a" providerId="LiveId" clId="{4A1D7BB4-DB2B-401C-9583-309F517E6E8F}" dt="2020-10-14T03:15:40.975" v="13359" actId="164"/>
          <ac:spMkLst>
            <pc:docMk/>
            <pc:sldMk cId="259869543" sldId="1326"/>
            <ac:spMk id="47" creationId="{CC90E614-AFD1-4B88-9195-640BE1AF7116}"/>
          </ac:spMkLst>
        </pc:spChg>
        <pc:spChg chg="mod topLvl">
          <ac:chgData name="vidushi dadu" userId="8f6edd75c0a5619a" providerId="LiveId" clId="{4A1D7BB4-DB2B-401C-9583-309F517E6E8F}" dt="2020-10-14T03:15:40.975" v="13359" actId="164"/>
          <ac:spMkLst>
            <pc:docMk/>
            <pc:sldMk cId="259869543" sldId="1326"/>
            <ac:spMk id="48" creationId="{A0A63C22-8AFC-4DE0-AC16-9500F0086381}"/>
          </ac:spMkLst>
        </pc:spChg>
        <pc:spChg chg="mod topLvl">
          <ac:chgData name="vidushi dadu" userId="8f6edd75c0a5619a" providerId="LiveId" clId="{4A1D7BB4-DB2B-401C-9583-309F517E6E8F}" dt="2020-10-14T03:15:40.975" v="13359" actId="164"/>
          <ac:spMkLst>
            <pc:docMk/>
            <pc:sldMk cId="259869543" sldId="1326"/>
            <ac:spMk id="50" creationId="{559BCA8F-5001-4060-B0C9-A17FFBD2D5E5}"/>
          </ac:spMkLst>
        </pc:spChg>
        <pc:spChg chg="mod topLvl">
          <ac:chgData name="vidushi dadu" userId="8f6edd75c0a5619a" providerId="LiveId" clId="{4A1D7BB4-DB2B-401C-9583-309F517E6E8F}" dt="2020-10-14T03:15:40.975" v="13359" actId="164"/>
          <ac:spMkLst>
            <pc:docMk/>
            <pc:sldMk cId="259869543" sldId="1326"/>
            <ac:spMk id="51" creationId="{FCAA821F-D208-42E1-A482-EB372D1DB1C3}"/>
          </ac:spMkLst>
        </pc:spChg>
        <pc:spChg chg="mod topLvl">
          <ac:chgData name="vidushi dadu" userId="8f6edd75c0a5619a" providerId="LiveId" clId="{4A1D7BB4-DB2B-401C-9583-309F517E6E8F}" dt="2020-10-14T03:15:40.975" v="13359" actId="164"/>
          <ac:spMkLst>
            <pc:docMk/>
            <pc:sldMk cId="259869543" sldId="1326"/>
            <ac:spMk id="53" creationId="{6692D32C-449D-4700-ACA7-AC9A65CB92CE}"/>
          </ac:spMkLst>
        </pc:spChg>
        <pc:spChg chg="mod topLvl">
          <ac:chgData name="vidushi dadu" userId="8f6edd75c0a5619a" providerId="LiveId" clId="{4A1D7BB4-DB2B-401C-9583-309F517E6E8F}" dt="2020-10-14T03:15:40.975" v="13359" actId="164"/>
          <ac:spMkLst>
            <pc:docMk/>
            <pc:sldMk cId="259869543" sldId="1326"/>
            <ac:spMk id="54" creationId="{A4467455-0E51-4BD3-A547-0426AF524FDC}"/>
          </ac:spMkLst>
        </pc:spChg>
        <pc:spChg chg="add mod">
          <ac:chgData name="vidushi dadu" userId="8f6edd75c0a5619a" providerId="LiveId" clId="{4A1D7BB4-DB2B-401C-9583-309F517E6E8F}" dt="2020-10-14T03:15:40.975" v="13359" actId="164"/>
          <ac:spMkLst>
            <pc:docMk/>
            <pc:sldMk cId="259869543" sldId="1326"/>
            <ac:spMk id="78" creationId="{413D9763-D166-475D-B6C0-FD394C4901FD}"/>
          </ac:spMkLst>
        </pc:spChg>
        <pc:spChg chg="add mod">
          <ac:chgData name="vidushi dadu" userId="8f6edd75c0a5619a" providerId="LiveId" clId="{4A1D7BB4-DB2B-401C-9583-309F517E6E8F}" dt="2020-10-14T03:15:40.975" v="13359" actId="164"/>
          <ac:spMkLst>
            <pc:docMk/>
            <pc:sldMk cId="259869543" sldId="1326"/>
            <ac:spMk id="79" creationId="{A4843584-0D44-4600-BE12-07ABBAC1205A}"/>
          </ac:spMkLst>
        </pc:spChg>
        <pc:spChg chg="add mod">
          <ac:chgData name="vidushi dadu" userId="8f6edd75c0a5619a" providerId="LiveId" clId="{4A1D7BB4-DB2B-401C-9583-309F517E6E8F}" dt="2020-10-14T03:15:40.975" v="13359" actId="164"/>
          <ac:spMkLst>
            <pc:docMk/>
            <pc:sldMk cId="259869543" sldId="1326"/>
            <ac:spMk id="80" creationId="{B3D051AE-0BE2-44CA-B94D-9F69E9063B74}"/>
          </ac:spMkLst>
        </pc:spChg>
        <pc:spChg chg="add mod">
          <ac:chgData name="vidushi dadu" userId="8f6edd75c0a5619a" providerId="LiveId" clId="{4A1D7BB4-DB2B-401C-9583-309F517E6E8F}" dt="2020-10-14T03:15:40.975" v="13359" actId="164"/>
          <ac:spMkLst>
            <pc:docMk/>
            <pc:sldMk cId="259869543" sldId="1326"/>
            <ac:spMk id="81" creationId="{FE35118C-3962-402D-9B20-02CBD0E7E634}"/>
          </ac:spMkLst>
        </pc:spChg>
        <pc:spChg chg="add mod">
          <ac:chgData name="vidushi dadu" userId="8f6edd75c0a5619a" providerId="LiveId" clId="{4A1D7BB4-DB2B-401C-9583-309F517E6E8F}" dt="2020-10-14T03:22:49.697" v="13660" actId="1076"/>
          <ac:spMkLst>
            <pc:docMk/>
            <pc:sldMk cId="259869543" sldId="1326"/>
            <ac:spMk id="105" creationId="{3EF16AC6-C1DB-4531-84A4-2FB46C1F7AC0}"/>
          </ac:spMkLst>
        </pc:spChg>
        <pc:spChg chg="add mod">
          <ac:chgData name="vidushi dadu" userId="8f6edd75c0a5619a" providerId="LiveId" clId="{4A1D7BB4-DB2B-401C-9583-309F517E6E8F}" dt="2020-10-14T03:22:59.290" v="13664" actId="1076"/>
          <ac:spMkLst>
            <pc:docMk/>
            <pc:sldMk cId="259869543" sldId="1326"/>
            <ac:spMk id="106" creationId="{ECBA311A-6E9D-4A5F-B2B9-A0BD498BA713}"/>
          </ac:spMkLst>
        </pc:spChg>
        <pc:spChg chg="add mod">
          <ac:chgData name="vidushi dadu" userId="8f6edd75c0a5619a" providerId="LiveId" clId="{4A1D7BB4-DB2B-401C-9583-309F517E6E8F}" dt="2020-10-14T03:23:14.234" v="13668" actId="1036"/>
          <ac:spMkLst>
            <pc:docMk/>
            <pc:sldMk cId="259869543" sldId="1326"/>
            <ac:spMk id="107" creationId="{01958265-24FA-41F6-9EAB-E34178457B59}"/>
          </ac:spMkLst>
        </pc:spChg>
        <pc:spChg chg="add mod">
          <ac:chgData name="vidushi dadu" userId="8f6edd75c0a5619a" providerId="LiveId" clId="{4A1D7BB4-DB2B-401C-9583-309F517E6E8F}" dt="2020-10-14T03:23:20.822" v="13671" actId="20577"/>
          <ac:spMkLst>
            <pc:docMk/>
            <pc:sldMk cId="259869543" sldId="1326"/>
            <ac:spMk id="108" creationId="{E1CA8BF3-97EE-456C-BECD-D0A73F96A8DB}"/>
          </ac:spMkLst>
        </pc:spChg>
        <pc:spChg chg="add mod">
          <ac:chgData name="vidushi dadu" userId="8f6edd75c0a5619a" providerId="LiveId" clId="{4A1D7BB4-DB2B-401C-9583-309F517E6E8F}" dt="2020-10-14T03:23:34.686" v="13781" actId="1037"/>
          <ac:spMkLst>
            <pc:docMk/>
            <pc:sldMk cId="259869543" sldId="1326"/>
            <ac:spMk id="109" creationId="{9D016C0B-F80E-4567-A13C-AD5F555B4C4F}"/>
          </ac:spMkLst>
        </pc:spChg>
        <pc:spChg chg="add mod">
          <ac:chgData name="vidushi dadu" userId="8f6edd75c0a5619a" providerId="LiveId" clId="{4A1D7BB4-DB2B-401C-9583-309F517E6E8F}" dt="2020-10-14T03:23:34.686" v="13781" actId="1037"/>
          <ac:spMkLst>
            <pc:docMk/>
            <pc:sldMk cId="259869543" sldId="1326"/>
            <ac:spMk id="110" creationId="{6BBFD4CD-2062-437C-AB55-7AD99922033D}"/>
          </ac:spMkLst>
        </pc:spChg>
        <pc:spChg chg="add mod">
          <ac:chgData name="vidushi dadu" userId="8f6edd75c0a5619a" providerId="LiveId" clId="{4A1D7BB4-DB2B-401C-9583-309F517E6E8F}" dt="2020-10-14T03:23:47.746" v="13867" actId="1038"/>
          <ac:spMkLst>
            <pc:docMk/>
            <pc:sldMk cId="259869543" sldId="1326"/>
            <ac:spMk id="111" creationId="{337DEF8C-30E8-4640-B7E9-80E3A41F6FD3}"/>
          </ac:spMkLst>
        </pc:spChg>
        <pc:spChg chg="add mod">
          <ac:chgData name="vidushi dadu" userId="8f6edd75c0a5619a" providerId="LiveId" clId="{4A1D7BB4-DB2B-401C-9583-309F517E6E8F}" dt="2020-10-14T03:23:47.746" v="13867" actId="1038"/>
          <ac:spMkLst>
            <pc:docMk/>
            <pc:sldMk cId="259869543" sldId="1326"/>
            <ac:spMk id="112" creationId="{C708E4C6-3358-47F5-A8BB-E787071E1CFA}"/>
          </ac:spMkLst>
        </pc:spChg>
        <pc:spChg chg="add mod">
          <ac:chgData name="vidushi dadu" userId="8f6edd75c0a5619a" providerId="LiveId" clId="{4A1D7BB4-DB2B-401C-9583-309F517E6E8F}" dt="2020-10-14T03:32:19.136" v="14041" actId="164"/>
          <ac:spMkLst>
            <pc:docMk/>
            <pc:sldMk cId="259869543" sldId="1326"/>
            <ac:spMk id="113" creationId="{677BDBE7-ADBD-4C48-BDFA-6E8701C52FD6}"/>
          </ac:spMkLst>
        </pc:spChg>
        <pc:spChg chg="add mod">
          <ac:chgData name="vidushi dadu" userId="8f6edd75c0a5619a" providerId="LiveId" clId="{4A1D7BB4-DB2B-401C-9583-309F517E6E8F}" dt="2020-10-14T03:32:19.136" v="14041" actId="164"/>
          <ac:spMkLst>
            <pc:docMk/>
            <pc:sldMk cId="259869543" sldId="1326"/>
            <ac:spMk id="114" creationId="{D13C34C0-EA37-42D7-8DDB-9377EAF1A32A}"/>
          </ac:spMkLst>
        </pc:spChg>
        <pc:spChg chg="add mod">
          <ac:chgData name="vidushi dadu" userId="8f6edd75c0a5619a" providerId="LiveId" clId="{4A1D7BB4-DB2B-401C-9583-309F517E6E8F}" dt="2020-10-14T03:32:19.136" v="14041" actId="164"/>
          <ac:spMkLst>
            <pc:docMk/>
            <pc:sldMk cId="259869543" sldId="1326"/>
            <ac:spMk id="115" creationId="{6144BED7-4514-4D3E-938C-7FB5DBF20A71}"/>
          </ac:spMkLst>
        </pc:spChg>
        <pc:spChg chg="add mod">
          <ac:chgData name="vidushi dadu" userId="8f6edd75c0a5619a" providerId="LiveId" clId="{4A1D7BB4-DB2B-401C-9583-309F517E6E8F}" dt="2020-10-14T03:32:19.136" v="14041" actId="164"/>
          <ac:spMkLst>
            <pc:docMk/>
            <pc:sldMk cId="259869543" sldId="1326"/>
            <ac:spMk id="116" creationId="{D5034EB4-46B4-4A2D-A0EB-83AB9D14CCC6}"/>
          </ac:spMkLst>
        </pc:spChg>
        <pc:grpChg chg="add del mod">
          <ac:chgData name="vidushi dadu" userId="8f6edd75c0a5619a" providerId="LiveId" clId="{4A1D7BB4-DB2B-401C-9583-309F517E6E8F}" dt="2020-10-14T03:14:01.458" v="13337" actId="165"/>
          <ac:grpSpMkLst>
            <pc:docMk/>
            <pc:sldMk cId="259869543" sldId="1326"/>
            <ac:grpSpMk id="7" creationId="{D52AE82A-8AFE-4E93-BE3B-DD31D51D8234}"/>
          </ac:grpSpMkLst>
        </pc:grpChg>
        <pc:grpChg chg="add del">
          <ac:chgData name="vidushi dadu" userId="8f6edd75c0a5619a" providerId="LiveId" clId="{4A1D7BB4-DB2B-401C-9583-309F517E6E8F}" dt="2020-10-14T03:14:56.574" v="13344" actId="478"/>
          <ac:grpSpMkLst>
            <pc:docMk/>
            <pc:sldMk cId="259869543" sldId="1326"/>
            <ac:grpSpMk id="10" creationId="{D387097A-799E-4FDD-9DD0-C2C9B60766E8}"/>
          </ac:grpSpMkLst>
        </pc:grpChg>
        <pc:grpChg chg="add del mod">
          <ac:chgData name="vidushi dadu" userId="8f6edd75c0a5619a" providerId="LiveId" clId="{4A1D7BB4-DB2B-401C-9583-309F517E6E8F}" dt="2020-10-14T03:14:01.458" v="13337" actId="165"/>
          <ac:grpSpMkLst>
            <pc:docMk/>
            <pc:sldMk cId="259869543" sldId="1326"/>
            <ac:grpSpMk id="46" creationId="{E5CC123E-B0DC-4366-A1E4-0C29E072DA74}"/>
          </ac:grpSpMkLst>
        </pc:grpChg>
        <pc:grpChg chg="add del mod">
          <ac:chgData name="vidushi dadu" userId="8f6edd75c0a5619a" providerId="LiveId" clId="{4A1D7BB4-DB2B-401C-9583-309F517E6E8F}" dt="2020-10-14T03:14:01.458" v="13337" actId="165"/>
          <ac:grpSpMkLst>
            <pc:docMk/>
            <pc:sldMk cId="259869543" sldId="1326"/>
            <ac:grpSpMk id="49" creationId="{C766C7EA-F7A1-434C-A2CB-7E9141887D1C}"/>
          </ac:grpSpMkLst>
        </pc:grpChg>
        <pc:grpChg chg="add del mod">
          <ac:chgData name="vidushi dadu" userId="8f6edd75c0a5619a" providerId="LiveId" clId="{4A1D7BB4-DB2B-401C-9583-309F517E6E8F}" dt="2020-10-14T03:14:01.458" v="13337" actId="165"/>
          <ac:grpSpMkLst>
            <pc:docMk/>
            <pc:sldMk cId="259869543" sldId="1326"/>
            <ac:grpSpMk id="52" creationId="{5928FE3A-4E3D-45F1-B851-E0C61BEFF3AE}"/>
          </ac:grpSpMkLst>
        </pc:grpChg>
        <pc:grpChg chg="add del mod">
          <ac:chgData name="vidushi dadu" userId="8f6edd75c0a5619a" providerId="LiveId" clId="{4A1D7BB4-DB2B-401C-9583-309F517E6E8F}" dt="2020-10-14T03:10:09.130" v="13281" actId="478"/>
          <ac:grpSpMkLst>
            <pc:docMk/>
            <pc:sldMk cId="259869543" sldId="1326"/>
            <ac:grpSpMk id="55" creationId="{B36CD56C-670F-4329-9B57-FA7D9B64B7AF}"/>
          </ac:grpSpMkLst>
        </pc:grpChg>
        <pc:grpChg chg="add mod">
          <ac:chgData name="vidushi dadu" userId="8f6edd75c0a5619a" providerId="LiveId" clId="{4A1D7BB4-DB2B-401C-9583-309F517E6E8F}" dt="2020-10-14T03:32:36.955" v="14046"/>
          <ac:grpSpMkLst>
            <pc:docMk/>
            <pc:sldMk cId="259869543" sldId="1326"/>
            <ac:grpSpMk id="82" creationId="{0CDA53B6-CF18-4124-8DBE-D867261B8158}"/>
          </ac:grpSpMkLst>
        </pc:grpChg>
        <pc:grpChg chg="add mod">
          <ac:chgData name="vidushi dadu" userId="8f6edd75c0a5619a" providerId="LiveId" clId="{4A1D7BB4-DB2B-401C-9583-309F517E6E8F}" dt="2020-10-14T03:32:30.707" v="14044"/>
          <ac:grpSpMkLst>
            <pc:docMk/>
            <pc:sldMk cId="259869543" sldId="1326"/>
            <ac:grpSpMk id="83" creationId="{E797AC0D-2063-4955-82BF-C4CD16A78866}"/>
          </ac:grpSpMkLst>
        </pc:grpChg>
        <pc:grpChg chg="add mod">
          <ac:chgData name="vidushi dadu" userId="8f6edd75c0a5619a" providerId="LiveId" clId="{4A1D7BB4-DB2B-401C-9583-309F517E6E8F}" dt="2020-10-14T03:32:19.136" v="14041" actId="164"/>
          <ac:grpSpMkLst>
            <pc:docMk/>
            <pc:sldMk cId="259869543" sldId="1326"/>
            <ac:grpSpMk id="117" creationId="{6259853B-74C7-446C-8A99-193AEC40EA88}"/>
          </ac:grpSpMkLst>
        </pc:grpChg>
        <pc:grpChg chg="add mod">
          <ac:chgData name="vidushi dadu" userId="8f6edd75c0a5619a" providerId="LiveId" clId="{4A1D7BB4-DB2B-401C-9583-309F517E6E8F}" dt="2020-10-14T03:32:26.801" v="14043" actId="1076"/>
          <ac:grpSpMkLst>
            <pc:docMk/>
            <pc:sldMk cId="259869543" sldId="1326"/>
            <ac:grpSpMk id="118" creationId="{CA19EC7B-BF95-4F2A-AD34-729B7607B804}"/>
          </ac:grpSpMkLst>
        </pc:grpChg>
        <pc:cxnChg chg="add mod">
          <ac:chgData name="vidushi dadu" userId="8f6edd75c0a5619a" providerId="LiveId" clId="{4A1D7BB4-DB2B-401C-9583-309F517E6E8F}" dt="2020-10-14T03:15:40.975" v="13359" actId="164"/>
          <ac:cxnSpMkLst>
            <pc:docMk/>
            <pc:sldMk cId="259869543" sldId="1326"/>
            <ac:cxnSpMk id="58" creationId="{1D4463F1-06B4-4B3E-B091-8E9C4BC06A29}"/>
          </ac:cxnSpMkLst>
        </pc:cxnChg>
        <pc:cxnChg chg="add mod">
          <ac:chgData name="vidushi dadu" userId="8f6edd75c0a5619a" providerId="LiveId" clId="{4A1D7BB4-DB2B-401C-9583-309F517E6E8F}" dt="2020-10-14T03:15:40.975" v="13359" actId="164"/>
          <ac:cxnSpMkLst>
            <pc:docMk/>
            <pc:sldMk cId="259869543" sldId="1326"/>
            <ac:cxnSpMk id="59" creationId="{1A0B7F01-B72F-4EE2-98D3-34F61B4D3B06}"/>
          </ac:cxnSpMkLst>
        </pc:cxnChg>
        <pc:cxnChg chg="add mod">
          <ac:chgData name="vidushi dadu" userId="8f6edd75c0a5619a" providerId="LiveId" clId="{4A1D7BB4-DB2B-401C-9583-309F517E6E8F}" dt="2020-10-14T03:15:40.975" v="13359" actId="164"/>
          <ac:cxnSpMkLst>
            <pc:docMk/>
            <pc:sldMk cId="259869543" sldId="1326"/>
            <ac:cxnSpMk id="62" creationId="{1C8E5D8F-C59F-4F8B-B40B-89C8D65D6A2F}"/>
          </ac:cxnSpMkLst>
        </pc:cxnChg>
        <pc:cxnChg chg="add mod">
          <ac:chgData name="vidushi dadu" userId="8f6edd75c0a5619a" providerId="LiveId" clId="{4A1D7BB4-DB2B-401C-9583-309F517E6E8F}" dt="2020-10-14T03:15:40.975" v="13359" actId="164"/>
          <ac:cxnSpMkLst>
            <pc:docMk/>
            <pc:sldMk cId="259869543" sldId="1326"/>
            <ac:cxnSpMk id="65" creationId="{77368D01-9C07-4693-881F-36590CC88648}"/>
          </ac:cxnSpMkLst>
        </pc:cxnChg>
        <pc:cxnChg chg="add mod">
          <ac:chgData name="vidushi dadu" userId="8f6edd75c0a5619a" providerId="LiveId" clId="{4A1D7BB4-DB2B-401C-9583-309F517E6E8F}" dt="2020-10-14T03:15:40.975" v="13359" actId="164"/>
          <ac:cxnSpMkLst>
            <pc:docMk/>
            <pc:sldMk cId="259869543" sldId="1326"/>
            <ac:cxnSpMk id="74" creationId="{555C81F0-BC12-4420-A012-BC1094A02076}"/>
          </ac:cxnSpMkLst>
        </pc:cxnChg>
        <pc:cxnChg chg="add del mod">
          <ac:chgData name="vidushi dadu" userId="8f6edd75c0a5619a" providerId="LiveId" clId="{4A1D7BB4-DB2B-401C-9583-309F517E6E8F}" dt="2020-10-14T03:32:36.955" v="14046"/>
          <ac:cxnSpMkLst>
            <pc:docMk/>
            <pc:sldMk cId="259869543" sldId="1326"/>
            <ac:cxnSpMk id="75" creationId="{D9D30647-A8C9-4427-BD1A-BCDD2E68494D}"/>
          </ac:cxnSpMkLst>
        </pc:cxnChg>
        <pc:cxnChg chg="del mod">
          <ac:chgData name="vidushi dadu" userId="8f6edd75c0a5619a" providerId="LiveId" clId="{4A1D7BB4-DB2B-401C-9583-309F517E6E8F}" dt="2020-10-14T03:32:30.707" v="14044"/>
          <ac:cxnSpMkLst>
            <pc:docMk/>
            <pc:sldMk cId="259869543" sldId="1326"/>
            <ac:cxnSpMk id="96" creationId="{D141F586-0327-4675-BCFC-F6DFF1AEF5C0}"/>
          </ac:cxnSpMkLst>
        </pc:cxnChg>
        <pc:cxnChg chg="del mod">
          <ac:chgData name="vidushi dadu" userId="8f6edd75c0a5619a" providerId="LiveId" clId="{4A1D7BB4-DB2B-401C-9583-309F517E6E8F}" dt="2020-10-14T03:17:37.876" v="13438" actId="478"/>
          <ac:cxnSpMkLst>
            <pc:docMk/>
            <pc:sldMk cId="259869543" sldId="1326"/>
            <ac:cxnSpMk id="97" creationId="{F6C7EE4E-895B-49F1-B906-BA81423227B8}"/>
          </ac:cxnSpMkLst>
        </pc:cxnChg>
        <pc:cxnChg chg="add">
          <ac:chgData name="vidushi dadu" userId="8f6edd75c0a5619a" providerId="LiveId" clId="{4A1D7BB4-DB2B-401C-9583-309F517E6E8F}" dt="2020-10-14T03:32:31.144" v="14045"/>
          <ac:cxnSpMkLst>
            <pc:docMk/>
            <pc:sldMk cId="259869543" sldId="1326"/>
            <ac:cxnSpMk id="123" creationId="{36427CD8-0A6B-4AF8-B483-EDB8C3BDE905}"/>
          </ac:cxnSpMkLst>
        </pc:cxnChg>
        <pc:cxnChg chg="add">
          <ac:chgData name="vidushi dadu" userId="8f6edd75c0a5619a" providerId="LiveId" clId="{4A1D7BB4-DB2B-401C-9583-309F517E6E8F}" dt="2020-10-14T03:32:37.307" v="14047"/>
          <ac:cxnSpMkLst>
            <pc:docMk/>
            <pc:sldMk cId="259869543" sldId="1326"/>
            <ac:cxnSpMk id="124" creationId="{24AECB60-0371-4688-81D9-F73F1C0B46B9}"/>
          </ac:cxnSpMkLst>
        </pc:cxnChg>
      </pc:sldChg>
      <pc:sldChg chg="addSp delSp modSp add del">
        <pc:chgData name="vidushi dadu" userId="8f6edd75c0a5619a" providerId="LiveId" clId="{4A1D7BB4-DB2B-401C-9583-309F517E6E8F}" dt="2020-10-14T21:43:01.458" v="14596" actId="2696"/>
        <pc:sldMkLst>
          <pc:docMk/>
          <pc:sldMk cId="993612975" sldId="1327"/>
        </pc:sldMkLst>
        <pc:spChg chg="mod">
          <ac:chgData name="vidushi dadu" userId="8f6edd75c0a5619a" providerId="LiveId" clId="{4A1D7BB4-DB2B-401C-9583-309F517E6E8F}" dt="2020-10-14T00:30:02.483" v="13235" actId="20577"/>
          <ac:spMkLst>
            <pc:docMk/>
            <pc:sldMk cId="993612975" sldId="1327"/>
            <ac:spMk id="2" creationId="{0296F250-7179-42BD-A40E-7DC3672AD3EB}"/>
          </ac:spMkLst>
        </pc:spChg>
        <pc:spChg chg="del">
          <ac:chgData name="vidushi dadu" userId="8f6edd75c0a5619a" providerId="LiveId" clId="{4A1D7BB4-DB2B-401C-9583-309F517E6E8F}" dt="2020-10-10T02:42:00.220" v="3750" actId="478"/>
          <ac:spMkLst>
            <pc:docMk/>
            <pc:sldMk cId="993612975" sldId="1327"/>
            <ac:spMk id="3" creationId="{9A6DE87B-F9D8-4284-B4CD-7285DD4521DD}"/>
          </ac:spMkLst>
        </pc:spChg>
        <pc:spChg chg="add mod">
          <ac:chgData name="vidushi dadu" userId="8f6edd75c0a5619a" providerId="LiveId" clId="{4A1D7BB4-DB2B-401C-9583-309F517E6E8F}" dt="2020-10-14T03:33:01.745" v="14050" actId="14100"/>
          <ac:spMkLst>
            <pc:docMk/>
            <pc:sldMk cId="993612975" sldId="1327"/>
            <ac:spMk id="4" creationId="{F2BA3847-D95B-410A-A339-D0B0C355175D}"/>
          </ac:spMkLst>
        </pc:spChg>
        <pc:spChg chg="add mod">
          <ac:chgData name="vidushi dadu" userId="8f6edd75c0a5619a" providerId="LiveId" clId="{4A1D7BB4-DB2B-401C-9583-309F517E6E8F}" dt="2020-10-10T02:48:15.059" v="4171" actId="114"/>
          <ac:spMkLst>
            <pc:docMk/>
            <pc:sldMk cId="993612975" sldId="1327"/>
            <ac:spMk id="5" creationId="{D1E3777B-0596-46BD-A605-D8676332AB6D}"/>
          </ac:spMkLst>
        </pc:spChg>
        <pc:spChg chg="del mod topLvl">
          <ac:chgData name="vidushi dadu" userId="8f6edd75c0a5619a" providerId="LiveId" clId="{4A1D7BB4-DB2B-401C-9583-309F517E6E8F}" dt="2020-10-10T02:47:17.434" v="4131" actId="478"/>
          <ac:spMkLst>
            <pc:docMk/>
            <pc:sldMk cId="993612975" sldId="1327"/>
            <ac:spMk id="19" creationId="{670F6475-A2CF-4D6F-B94F-36F3FEAD7388}"/>
          </ac:spMkLst>
        </pc:spChg>
        <pc:spChg chg="del mod topLvl">
          <ac:chgData name="vidushi dadu" userId="8f6edd75c0a5619a" providerId="LiveId" clId="{4A1D7BB4-DB2B-401C-9583-309F517E6E8F}" dt="2020-10-10T02:47:17.434" v="4131" actId="478"/>
          <ac:spMkLst>
            <pc:docMk/>
            <pc:sldMk cId="993612975" sldId="1327"/>
            <ac:spMk id="20" creationId="{2364D8FF-D9B9-4B7E-B393-4BF184935FB2}"/>
          </ac:spMkLst>
        </pc:spChg>
        <pc:spChg chg="mod topLvl">
          <ac:chgData name="vidushi dadu" userId="8f6edd75c0a5619a" providerId="LiveId" clId="{4A1D7BB4-DB2B-401C-9583-309F517E6E8F}" dt="2020-10-10T02:47:36.667" v="4151" actId="164"/>
          <ac:spMkLst>
            <pc:docMk/>
            <pc:sldMk cId="993612975" sldId="1327"/>
            <ac:spMk id="21" creationId="{4B8429AC-51A9-4AD9-875E-F349979D3627}"/>
          </ac:spMkLst>
        </pc:spChg>
        <pc:spChg chg="mod topLvl">
          <ac:chgData name="vidushi dadu" userId="8f6edd75c0a5619a" providerId="LiveId" clId="{4A1D7BB4-DB2B-401C-9583-309F517E6E8F}" dt="2020-10-10T02:47:36.667" v="4151" actId="164"/>
          <ac:spMkLst>
            <pc:docMk/>
            <pc:sldMk cId="993612975" sldId="1327"/>
            <ac:spMk id="22" creationId="{82432D1E-8CDB-4D7F-8613-5BA8DB6F4C18}"/>
          </ac:spMkLst>
        </pc:spChg>
        <pc:spChg chg="mod topLvl">
          <ac:chgData name="vidushi dadu" userId="8f6edd75c0a5619a" providerId="LiveId" clId="{4A1D7BB4-DB2B-401C-9583-309F517E6E8F}" dt="2020-10-10T02:47:36.667" v="4151" actId="164"/>
          <ac:spMkLst>
            <pc:docMk/>
            <pc:sldMk cId="993612975" sldId="1327"/>
            <ac:spMk id="23" creationId="{45982F65-C26E-4840-99F7-653EFE863247}"/>
          </ac:spMkLst>
        </pc:spChg>
        <pc:spChg chg="mod topLvl">
          <ac:chgData name="vidushi dadu" userId="8f6edd75c0a5619a" providerId="LiveId" clId="{4A1D7BB4-DB2B-401C-9583-309F517E6E8F}" dt="2020-10-10T02:47:36.667" v="4151" actId="164"/>
          <ac:spMkLst>
            <pc:docMk/>
            <pc:sldMk cId="993612975" sldId="1327"/>
            <ac:spMk id="24" creationId="{61B545FC-B3DB-4473-AB79-E3B1661FCE98}"/>
          </ac:spMkLst>
        </pc:spChg>
        <pc:spChg chg="mod topLvl">
          <ac:chgData name="vidushi dadu" userId="8f6edd75c0a5619a" providerId="LiveId" clId="{4A1D7BB4-DB2B-401C-9583-309F517E6E8F}" dt="2020-10-10T02:47:36.667" v="4151" actId="164"/>
          <ac:spMkLst>
            <pc:docMk/>
            <pc:sldMk cId="993612975" sldId="1327"/>
            <ac:spMk id="25" creationId="{4CEE98ED-D30D-439A-B50C-A0CC45012056}"/>
          </ac:spMkLst>
        </pc:spChg>
        <pc:spChg chg="mod topLvl">
          <ac:chgData name="vidushi dadu" userId="8f6edd75c0a5619a" providerId="LiveId" clId="{4A1D7BB4-DB2B-401C-9583-309F517E6E8F}" dt="2020-10-10T02:47:36.667" v="4151" actId="164"/>
          <ac:spMkLst>
            <pc:docMk/>
            <pc:sldMk cId="993612975" sldId="1327"/>
            <ac:spMk id="26" creationId="{33B61E80-D0DF-4BC6-BF32-440D36D21A0E}"/>
          </ac:spMkLst>
        </pc:spChg>
        <pc:spChg chg="mod topLvl">
          <ac:chgData name="vidushi dadu" userId="8f6edd75c0a5619a" providerId="LiveId" clId="{4A1D7BB4-DB2B-401C-9583-309F517E6E8F}" dt="2020-10-10T02:47:36.667" v="4151" actId="164"/>
          <ac:spMkLst>
            <pc:docMk/>
            <pc:sldMk cId="993612975" sldId="1327"/>
            <ac:spMk id="27" creationId="{B8F8C7A2-C1FF-479C-9210-1CEEA756B023}"/>
          </ac:spMkLst>
        </pc:spChg>
        <pc:spChg chg="mod topLvl">
          <ac:chgData name="vidushi dadu" userId="8f6edd75c0a5619a" providerId="LiveId" clId="{4A1D7BB4-DB2B-401C-9583-309F517E6E8F}" dt="2020-10-10T02:47:36.667" v="4151" actId="164"/>
          <ac:spMkLst>
            <pc:docMk/>
            <pc:sldMk cId="993612975" sldId="1327"/>
            <ac:spMk id="28" creationId="{6D899A1E-2FCD-4217-A35D-EBC5F1086A3F}"/>
          </ac:spMkLst>
        </pc:spChg>
        <pc:spChg chg="mod topLvl">
          <ac:chgData name="vidushi dadu" userId="8f6edd75c0a5619a" providerId="LiveId" clId="{4A1D7BB4-DB2B-401C-9583-309F517E6E8F}" dt="2020-10-10T02:47:36.667" v="4151" actId="164"/>
          <ac:spMkLst>
            <pc:docMk/>
            <pc:sldMk cId="993612975" sldId="1327"/>
            <ac:spMk id="29" creationId="{22BE334B-3911-44F9-BA8B-1E0C5C6663A3}"/>
          </ac:spMkLst>
        </pc:spChg>
        <pc:spChg chg="mod topLvl">
          <ac:chgData name="vidushi dadu" userId="8f6edd75c0a5619a" providerId="LiveId" clId="{4A1D7BB4-DB2B-401C-9583-309F517E6E8F}" dt="2020-10-10T02:47:36.667" v="4151" actId="164"/>
          <ac:spMkLst>
            <pc:docMk/>
            <pc:sldMk cId="993612975" sldId="1327"/>
            <ac:spMk id="30" creationId="{B296EFD5-38F5-4ACB-B4CB-50D90900A522}"/>
          </ac:spMkLst>
        </pc:spChg>
        <pc:spChg chg="mod topLvl">
          <ac:chgData name="vidushi dadu" userId="8f6edd75c0a5619a" providerId="LiveId" clId="{4A1D7BB4-DB2B-401C-9583-309F517E6E8F}" dt="2020-10-10T02:47:36.667" v="4151" actId="164"/>
          <ac:spMkLst>
            <pc:docMk/>
            <pc:sldMk cId="993612975" sldId="1327"/>
            <ac:spMk id="31" creationId="{9125D7C5-8F4F-4FFF-8A31-E76EBB715253}"/>
          </ac:spMkLst>
        </pc:spChg>
        <pc:spChg chg="mod topLvl">
          <ac:chgData name="vidushi dadu" userId="8f6edd75c0a5619a" providerId="LiveId" clId="{4A1D7BB4-DB2B-401C-9583-309F517E6E8F}" dt="2020-10-10T02:47:36.667" v="4151" actId="164"/>
          <ac:spMkLst>
            <pc:docMk/>
            <pc:sldMk cId="993612975" sldId="1327"/>
            <ac:spMk id="32" creationId="{4A7A07D4-19F8-4703-97B5-6C5B440E754E}"/>
          </ac:spMkLst>
        </pc:spChg>
        <pc:spChg chg="mod topLvl">
          <ac:chgData name="vidushi dadu" userId="8f6edd75c0a5619a" providerId="LiveId" clId="{4A1D7BB4-DB2B-401C-9583-309F517E6E8F}" dt="2020-10-10T02:47:36.667" v="4151" actId="164"/>
          <ac:spMkLst>
            <pc:docMk/>
            <pc:sldMk cId="993612975" sldId="1327"/>
            <ac:spMk id="33" creationId="{754B1B1F-A7D6-4A5D-AEFE-A26FAB272E3E}"/>
          </ac:spMkLst>
        </pc:spChg>
        <pc:spChg chg="mod topLvl">
          <ac:chgData name="vidushi dadu" userId="8f6edd75c0a5619a" providerId="LiveId" clId="{4A1D7BB4-DB2B-401C-9583-309F517E6E8F}" dt="2020-10-10T02:47:36.667" v="4151" actId="164"/>
          <ac:spMkLst>
            <pc:docMk/>
            <pc:sldMk cId="993612975" sldId="1327"/>
            <ac:spMk id="34" creationId="{EFD0B6D2-5E10-40AE-A2C0-46EC6F3BD6E7}"/>
          </ac:spMkLst>
        </pc:spChg>
        <pc:spChg chg="mod topLvl">
          <ac:chgData name="vidushi dadu" userId="8f6edd75c0a5619a" providerId="LiveId" clId="{4A1D7BB4-DB2B-401C-9583-309F517E6E8F}" dt="2020-10-10T02:47:36.667" v="4151" actId="164"/>
          <ac:spMkLst>
            <pc:docMk/>
            <pc:sldMk cId="993612975" sldId="1327"/>
            <ac:spMk id="35" creationId="{BCA0A802-5968-4F5F-AE90-D5F969770BB9}"/>
          </ac:spMkLst>
        </pc:spChg>
        <pc:spChg chg="add mod">
          <ac:chgData name="vidushi dadu" userId="8f6edd75c0a5619a" providerId="LiveId" clId="{4A1D7BB4-DB2B-401C-9583-309F517E6E8F}" dt="2020-10-10T02:48:22.633" v="4185" actId="20577"/>
          <ac:spMkLst>
            <pc:docMk/>
            <pc:sldMk cId="993612975" sldId="1327"/>
            <ac:spMk id="86" creationId="{04DF1B42-E7C3-4F53-8DB5-51621B91A5F3}"/>
          </ac:spMkLst>
        </pc:spChg>
        <pc:spChg chg="add mod">
          <ac:chgData name="vidushi dadu" userId="8f6edd75c0a5619a" providerId="LiveId" clId="{4A1D7BB4-DB2B-401C-9583-309F517E6E8F}" dt="2020-10-10T02:48:36.742" v="4188" actId="207"/>
          <ac:spMkLst>
            <pc:docMk/>
            <pc:sldMk cId="993612975" sldId="1327"/>
            <ac:spMk id="87" creationId="{88449F90-3379-4267-BEAB-BCD023C019B5}"/>
          </ac:spMkLst>
        </pc:spChg>
        <pc:spChg chg="add mod">
          <ac:chgData name="vidushi dadu" userId="8f6edd75c0a5619a" providerId="LiveId" clId="{4A1D7BB4-DB2B-401C-9583-309F517E6E8F}" dt="2020-10-10T02:49:13.165" v="4203" actId="1035"/>
          <ac:spMkLst>
            <pc:docMk/>
            <pc:sldMk cId="993612975" sldId="1327"/>
            <ac:spMk id="88" creationId="{9C95EF66-9782-4965-9BE9-1B213E330CB1}"/>
          </ac:spMkLst>
        </pc:spChg>
        <pc:spChg chg="add mod">
          <ac:chgData name="vidushi dadu" userId="8f6edd75c0a5619a" providerId="LiveId" clId="{4A1D7BB4-DB2B-401C-9583-309F517E6E8F}" dt="2020-10-10T02:49:10.890" v="4202" actId="1036"/>
          <ac:spMkLst>
            <pc:docMk/>
            <pc:sldMk cId="993612975" sldId="1327"/>
            <ac:spMk id="89" creationId="{23846123-00AC-4CAE-B22B-59B1EF7174B8}"/>
          </ac:spMkLst>
        </pc:spChg>
        <pc:spChg chg="add mod">
          <ac:chgData name="vidushi dadu" userId="8f6edd75c0a5619a" providerId="LiveId" clId="{4A1D7BB4-DB2B-401C-9583-309F517E6E8F}" dt="2020-10-10T02:49:27.914" v="4207" actId="1076"/>
          <ac:spMkLst>
            <pc:docMk/>
            <pc:sldMk cId="993612975" sldId="1327"/>
            <ac:spMk id="90" creationId="{265B47DD-7F9F-4F62-B893-B7EB5978E23A}"/>
          </ac:spMkLst>
        </pc:spChg>
        <pc:spChg chg="add mod">
          <ac:chgData name="vidushi dadu" userId="8f6edd75c0a5619a" providerId="LiveId" clId="{4A1D7BB4-DB2B-401C-9583-309F517E6E8F}" dt="2020-10-10T02:49:41.613" v="4213" actId="1036"/>
          <ac:spMkLst>
            <pc:docMk/>
            <pc:sldMk cId="993612975" sldId="1327"/>
            <ac:spMk id="91" creationId="{9B0706A9-FB96-4BB7-A957-FCB2671A23BE}"/>
          </ac:spMkLst>
        </pc:spChg>
        <pc:spChg chg="add mod">
          <ac:chgData name="vidushi dadu" userId="8f6edd75c0a5619a" providerId="LiveId" clId="{4A1D7BB4-DB2B-401C-9583-309F517E6E8F}" dt="2020-10-10T02:49:17.928" v="4204" actId="1076"/>
          <ac:spMkLst>
            <pc:docMk/>
            <pc:sldMk cId="993612975" sldId="1327"/>
            <ac:spMk id="92" creationId="{9D41C6F2-E4FD-4C2A-B82A-0EC9D7A102B3}"/>
          </ac:spMkLst>
        </pc:spChg>
        <pc:spChg chg="add mod">
          <ac:chgData name="vidushi dadu" userId="8f6edd75c0a5619a" providerId="LiveId" clId="{4A1D7BB4-DB2B-401C-9583-309F517E6E8F}" dt="2020-10-10T02:49:22.705" v="4206" actId="1076"/>
          <ac:spMkLst>
            <pc:docMk/>
            <pc:sldMk cId="993612975" sldId="1327"/>
            <ac:spMk id="93" creationId="{2D55ADE6-2208-4FFA-B55F-DFAB70B9B762}"/>
          </ac:spMkLst>
        </pc:spChg>
        <pc:spChg chg="add mod">
          <ac:chgData name="vidushi dadu" userId="8f6edd75c0a5619a" providerId="LiveId" clId="{4A1D7BB4-DB2B-401C-9583-309F517E6E8F}" dt="2020-10-10T02:49:31.706" v="4209" actId="1076"/>
          <ac:spMkLst>
            <pc:docMk/>
            <pc:sldMk cId="993612975" sldId="1327"/>
            <ac:spMk id="94" creationId="{DC76A66A-1398-49D0-B40F-1C2EC25B03ED}"/>
          </ac:spMkLst>
        </pc:spChg>
        <pc:spChg chg="add mod">
          <ac:chgData name="vidushi dadu" userId="8f6edd75c0a5619a" providerId="LiveId" clId="{4A1D7BB4-DB2B-401C-9583-309F517E6E8F}" dt="2020-10-10T02:49:39.617" v="4211" actId="1076"/>
          <ac:spMkLst>
            <pc:docMk/>
            <pc:sldMk cId="993612975" sldId="1327"/>
            <ac:spMk id="95" creationId="{754BDE28-BE42-4612-8DAE-611716A21C0B}"/>
          </ac:spMkLst>
        </pc:spChg>
        <pc:spChg chg="add mod">
          <ac:chgData name="vidushi dadu" userId="8f6edd75c0a5619a" providerId="LiveId" clId="{4A1D7BB4-DB2B-401C-9583-309F517E6E8F}" dt="2020-10-11T09:05:06.238" v="5838" actId="20577"/>
          <ac:spMkLst>
            <pc:docMk/>
            <pc:sldMk cId="993612975" sldId="1327"/>
            <ac:spMk id="96" creationId="{C175AE22-3B79-4561-944F-A0EABE7E2EB7}"/>
          </ac:spMkLst>
        </pc:spChg>
        <pc:spChg chg="add mod">
          <ac:chgData name="vidushi dadu" userId="8f6edd75c0a5619a" providerId="LiveId" clId="{4A1D7BB4-DB2B-401C-9583-309F517E6E8F}" dt="2020-10-11T09:05:23.604" v="5843" actId="14100"/>
          <ac:spMkLst>
            <pc:docMk/>
            <pc:sldMk cId="993612975" sldId="1327"/>
            <ac:spMk id="97" creationId="{9F095734-965C-4C24-8B99-6D6F4FA747AF}"/>
          </ac:spMkLst>
        </pc:spChg>
        <pc:spChg chg="add mod">
          <ac:chgData name="vidushi dadu" userId="8f6edd75c0a5619a" providerId="LiveId" clId="{4A1D7BB4-DB2B-401C-9583-309F517E6E8F}" dt="2020-10-11T09:05:29.811" v="5845" actId="1076"/>
          <ac:spMkLst>
            <pc:docMk/>
            <pc:sldMk cId="993612975" sldId="1327"/>
            <ac:spMk id="98" creationId="{CD2FD62D-0631-475E-8A37-72129CD47CCD}"/>
          </ac:spMkLst>
        </pc:spChg>
        <pc:spChg chg="add mod">
          <ac:chgData name="vidushi dadu" userId="8f6edd75c0a5619a" providerId="LiveId" clId="{4A1D7BB4-DB2B-401C-9583-309F517E6E8F}" dt="2020-10-11T09:05:41.811" v="5856" actId="20577"/>
          <ac:spMkLst>
            <pc:docMk/>
            <pc:sldMk cId="993612975" sldId="1327"/>
            <ac:spMk id="99" creationId="{4F8A5C53-DA27-497F-907B-1B072BFCCFE0}"/>
          </ac:spMkLst>
        </pc:spChg>
        <pc:spChg chg="add mod">
          <ac:chgData name="vidushi dadu" userId="8f6edd75c0a5619a" providerId="LiveId" clId="{4A1D7BB4-DB2B-401C-9583-309F517E6E8F}" dt="2020-10-11T09:06:20.073" v="5866" actId="164"/>
          <ac:spMkLst>
            <pc:docMk/>
            <pc:sldMk cId="993612975" sldId="1327"/>
            <ac:spMk id="100" creationId="{A6607238-718F-4579-85C4-67CF76F20EF6}"/>
          </ac:spMkLst>
        </pc:spChg>
        <pc:spChg chg="add mod">
          <ac:chgData name="vidushi dadu" userId="8f6edd75c0a5619a" providerId="LiveId" clId="{4A1D7BB4-DB2B-401C-9583-309F517E6E8F}" dt="2020-10-11T09:06:20.073" v="5866" actId="164"/>
          <ac:spMkLst>
            <pc:docMk/>
            <pc:sldMk cId="993612975" sldId="1327"/>
            <ac:spMk id="101" creationId="{6BD4FFC9-D4BC-4488-B314-935D5D019BD0}"/>
          </ac:spMkLst>
        </pc:spChg>
        <pc:grpChg chg="add mod">
          <ac:chgData name="vidushi dadu" userId="8f6edd75c0a5619a" providerId="LiveId" clId="{4A1D7BB4-DB2B-401C-9583-309F517E6E8F}" dt="2020-10-11T09:06:41.601" v="5875" actId="1076"/>
          <ac:grpSpMkLst>
            <pc:docMk/>
            <pc:sldMk cId="993612975" sldId="1327"/>
            <ac:grpSpMk id="3" creationId="{C010993A-BDE5-4F35-A853-28C0A28A9621}"/>
          </ac:grpSpMkLst>
        </pc:grpChg>
        <pc:grpChg chg="add del mod">
          <ac:chgData name="vidushi dadu" userId="8f6edd75c0a5619a" providerId="LiveId" clId="{4A1D7BB4-DB2B-401C-9583-309F517E6E8F}" dt="2020-10-10T02:47:14.308" v="4130" actId="165"/>
          <ac:grpSpMkLst>
            <pc:docMk/>
            <pc:sldMk cId="993612975" sldId="1327"/>
            <ac:grpSpMk id="6" creationId="{63741FDD-2034-4B51-BB57-782E76AB91C9}"/>
          </ac:grpSpMkLst>
        </pc:grpChg>
        <pc:grpChg chg="mod topLvl">
          <ac:chgData name="vidushi dadu" userId="8f6edd75c0a5619a" providerId="LiveId" clId="{4A1D7BB4-DB2B-401C-9583-309F517E6E8F}" dt="2020-10-10T02:47:36.667" v="4151" actId="164"/>
          <ac:grpSpMkLst>
            <pc:docMk/>
            <pc:sldMk cId="993612975" sldId="1327"/>
            <ac:grpSpMk id="7" creationId="{5FDEC22F-0AEC-422E-86DC-C1E04C010D58}"/>
          </ac:grpSpMkLst>
        </pc:grpChg>
        <pc:grpChg chg="add mod">
          <ac:chgData name="vidushi dadu" userId="8f6edd75c0a5619a" providerId="LiveId" clId="{4A1D7BB4-DB2B-401C-9583-309F517E6E8F}" dt="2020-10-10T02:47:40.082" v="4152" actId="1076"/>
          <ac:grpSpMkLst>
            <pc:docMk/>
            <pc:sldMk cId="993612975" sldId="1327"/>
            <ac:grpSpMk id="39" creationId="{8D130419-D302-4755-9EE4-00DE44B0BFDD}"/>
          </ac:grpSpMkLst>
        </pc:grpChg>
        <pc:grpChg chg="add mod">
          <ac:chgData name="vidushi dadu" userId="8f6edd75c0a5619a" providerId="LiveId" clId="{4A1D7BB4-DB2B-401C-9583-309F517E6E8F}" dt="2020-10-10T02:47:45.521" v="4154" actId="1076"/>
          <ac:grpSpMkLst>
            <pc:docMk/>
            <pc:sldMk cId="993612975" sldId="1327"/>
            <ac:grpSpMk id="40" creationId="{ABBC1004-80E5-4C93-94FE-436E77B79573}"/>
          </ac:grpSpMkLst>
        </pc:grpChg>
        <pc:grpChg chg="mod">
          <ac:chgData name="vidushi dadu" userId="8f6edd75c0a5619a" providerId="LiveId" clId="{4A1D7BB4-DB2B-401C-9583-309F517E6E8F}" dt="2020-10-10T02:47:40.965" v="4153"/>
          <ac:grpSpMkLst>
            <pc:docMk/>
            <pc:sldMk cId="993612975" sldId="1327"/>
            <ac:grpSpMk id="41" creationId="{9C1C947A-E1A6-42CE-ABB6-B61E5C42A217}"/>
          </ac:grpSpMkLst>
        </pc:grpChg>
        <pc:grpChg chg="add mod">
          <ac:chgData name="vidushi dadu" userId="8f6edd75c0a5619a" providerId="LiveId" clId="{4A1D7BB4-DB2B-401C-9583-309F517E6E8F}" dt="2020-10-10T02:47:52.593" v="4156" actId="1076"/>
          <ac:grpSpMkLst>
            <pc:docMk/>
            <pc:sldMk cId="993612975" sldId="1327"/>
            <ac:grpSpMk id="63" creationId="{906793AA-72E8-4216-91E6-88562374C2FD}"/>
          </ac:grpSpMkLst>
        </pc:grpChg>
        <pc:grpChg chg="mod">
          <ac:chgData name="vidushi dadu" userId="8f6edd75c0a5619a" providerId="LiveId" clId="{4A1D7BB4-DB2B-401C-9583-309F517E6E8F}" dt="2020-10-10T02:47:46.376" v="4155"/>
          <ac:grpSpMkLst>
            <pc:docMk/>
            <pc:sldMk cId="993612975" sldId="1327"/>
            <ac:grpSpMk id="64" creationId="{19F9BD80-D908-443B-ACDC-D95D4498B8F9}"/>
          </ac:grpSpMkLst>
        </pc:grpChg>
        <pc:grpChg chg="add mod">
          <ac:chgData name="vidushi dadu" userId="8f6edd75c0a5619a" providerId="LiveId" clId="{4A1D7BB4-DB2B-401C-9583-309F517E6E8F}" dt="2020-10-11T09:06:38.164" v="5874" actId="1076"/>
          <ac:grpSpMkLst>
            <pc:docMk/>
            <pc:sldMk cId="993612975" sldId="1327"/>
            <ac:grpSpMk id="102" creationId="{BC02E282-23D8-4F1F-B409-5D6A20A6E004}"/>
          </ac:grpSpMkLst>
        </pc:grpChg>
        <pc:grpChg chg="add mod">
          <ac:chgData name="vidushi dadu" userId="8f6edd75c0a5619a" providerId="LiveId" clId="{4A1D7BB4-DB2B-401C-9583-309F517E6E8F}" dt="2020-10-11T09:06:34.286" v="5873" actId="1076"/>
          <ac:grpSpMkLst>
            <pc:docMk/>
            <pc:sldMk cId="993612975" sldId="1327"/>
            <ac:grpSpMk id="105" creationId="{EE8DB84E-6529-49DE-81A9-675A892E1053}"/>
          </ac:grpSpMkLst>
        </pc:grpChg>
        <pc:grpChg chg="add mod">
          <ac:chgData name="vidushi dadu" userId="8f6edd75c0a5619a" providerId="LiveId" clId="{4A1D7BB4-DB2B-401C-9583-309F517E6E8F}" dt="2020-10-11T09:06:30.652" v="5872" actId="1076"/>
          <ac:grpSpMkLst>
            <pc:docMk/>
            <pc:sldMk cId="993612975" sldId="1327"/>
            <ac:grpSpMk id="108" creationId="{200EEF7D-AD8A-4FC5-B1BF-EB71545DD240}"/>
          </ac:grpSpMkLst>
        </pc:grpChg>
        <pc:grpChg chg="add mod">
          <ac:chgData name="vidushi dadu" userId="8f6edd75c0a5619a" providerId="LiveId" clId="{4A1D7BB4-DB2B-401C-9583-309F517E6E8F}" dt="2020-10-11T09:06:25.558" v="5871" actId="1076"/>
          <ac:grpSpMkLst>
            <pc:docMk/>
            <pc:sldMk cId="993612975" sldId="1327"/>
            <ac:grpSpMk id="111" creationId="{ED54CF85-CAD8-4803-8C01-8298BE291056}"/>
          </ac:grpSpMkLst>
        </pc:grpChg>
        <pc:grpChg chg="add mod">
          <ac:chgData name="vidushi dadu" userId="8f6edd75c0a5619a" providerId="LiveId" clId="{4A1D7BB4-DB2B-401C-9583-309F517E6E8F}" dt="2020-10-11T09:06:57.694" v="5883" actId="1076"/>
          <ac:grpSpMkLst>
            <pc:docMk/>
            <pc:sldMk cId="993612975" sldId="1327"/>
            <ac:grpSpMk id="114" creationId="{E615E3E9-CD61-4AF0-9F41-EC24735CEBDA}"/>
          </ac:grpSpMkLst>
        </pc:grpChg>
        <pc:grpChg chg="add mod">
          <ac:chgData name="vidushi dadu" userId="8f6edd75c0a5619a" providerId="LiveId" clId="{4A1D7BB4-DB2B-401C-9583-309F517E6E8F}" dt="2020-10-11T09:06:54.045" v="5882" actId="1076"/>
          <ac:grpSpMkLst>
            <pc:docMk/>
            <pc:sldMk cId="993612975" sldId="1327"/>
            <ac:grpSpMk id="117" creationId="{DD3F3B9F-E35B-4BCB-82B4-679749BBB1D9}"/>
          </ac:grpSpMkLst>
        </pc:grpChg>
        <pc:grpChg chg="add mod">
          <ac:chgData name="vidushi dadu" userId="8f6edd75c0a5619a" providerId="LiveId" clId="{4A1D7BB4-DB2B-401C-9583-309F517E6E8F}" dt="2020-10-11T09:06:50.085" v="5881" actId="1076"/>
          <ac:grpSpMkLst>
            <pc:docMk/>
            <pc:sldMk cId="993612975" sldId="1327"/>
            <ac:grpSpMk id="120" creationId="{51DC73D6-1302-440A-B960-F1977CCCE57A}"/>
          </ac:grpSpMkLst>
        </pc:grpChg>
        <pc:grpChg chg="add mod">
          <ac:chgData name="vidushi dadu" userId="8f6edd75c0a5619a" providerId="LiveId" clId="{4A1D7BB4-DB2B-401C-9583-309F517E6E8F}" dt="2020-10-11T09:06:47.526" v="5880" actId="1076"/>
          <ac:grpSpMkLst>
            <pc:docMk/>
            <pc:sldMk cId="993612975" sldId="1327"/>
            <ac:grpSpMk id="123" creationId="{066FFF0F-7F16-4A41-9668-F8E04AF74945}"/>
          </ac:grpSpMkLst>
        </pc:grpChg>
        <pc:cxnChg chg="mod topLvl">
          <ac:chgData name="vidushi dadu" userId="8f6edd75c0a5619a" providerId="LiveId" clId="{4A1D7BB4-DB2B-401C-9583-309F517E6E8F}" dt="2020-10-10T02:47:36.667" v="4151" actId="164"/>
          <ac:cxnSpMkLst>
            <pc:docMk/>
            <pc:sldMk cId="993612975" sldId="1327"/>
            <ac:cxnSpMk id="8" creationId="{A5418A60-5453-47FE-AD0C-3E99539DDC1C}"/>
          </ac:cxnSpMkLst>
        </pc:cxnChg>
        <pc:cxnChg chg="mod topLvl">
          <ac:chgData name="vidushi dadu" userId="8f6edd75c0a5619a" providerId="LiveId" clId="{4A1D7BB4-DB2B-401C-9583-309F517E6E8F}" dt="2020-10-10T02:47:36.667" v="4151" actId="164"/>
          <ac:cxnSpMkLst>
            <pc:docMk/>
            <pc:sldMk cId="993612975" sldId="1327"/>
            <ac:cxnSpMk id="9" creationId="{72B5D6B1-0DE4-4AF4-99EE-91CA597C3A19}"/>
          </ac:cxnSpMkLst>
        </pc:cxnChg>
        <pc:cxnChg chg="mod topLvl">
          <ac:chgData name="vidushi dadu" userId="8f6edd75c0a5619a" providerId="LiveId" clId="{4A1D7BB4-DB2B-401C-9583-309F517E6E8F}" dt="2020-10-10T02:47:36.667" v="4151" actId="164"/>
          <ac:cxnSpMkLst>
            <pc:docMk/>
            <pc:sldMk cId="993612975" sldId="1327"/>
            <ac:cxnSpMk id="10" creationId="{88272506-A123-4083-A3D8-EE92C97C03C1}"/>
          </ac:cxnSpMkLst>
        </pc:cxnChg>
        <pc:cxnChg chg="del mod topLvl">
          <ac:chgData name="vidushi dadu" userId="8f6edd75c0a5619a" providerId="LiveId" clId="{4A1D7BB4-DB2B-401C-9583-309F517E6E8F}" dt="2020-10-10T02:47:20.954" v="4132" actId="478"/>
          <ac:cxnSpMkLst>
            <pc:docMk/>
            <pc:sldMk cId="993612975" sldId="1327"/>
            <ac:cxnSpMk id="11" creationId="{53303A67-C8CF-482C-A2E2-3B6832BBFE65}"/>
          </ac:cxnSpMkLst>
        </pc:cxnChg>
        <pc:cxnChg chg="del mod topLvl">
          <ac:chgData name="vidushi dadu" userId="8f6edd75c0a5619a" providerId="LiveId" clId="{4A1D7BB4-DB2B-401C-9583-309F517E6E8F}" dt="2020-10-10T02:47:20.954" v="4132" actId="478"/>
          <ac:cxnSpMkLst>
            <pc:docMk/>
            <pc:sldMk cId="993612975" sldId="1327"/>
            <ac:cxnSpMk id="12" creationId="{96DD3EE3-C8F8-4BDB-B7D0-D8CC52F41C9B}"/>
          </ac:cxnSpMkLst>
        </pc:cxnChg>
        <pc:cxnChg chg="del mod topLvl">
          <ac:chgData name="vidushi dadu" userId="8f6edd75c0a5619a" providerId="LiveId" clId="{4A1D7BB4-DB2B-401C-9583-309F517E6E8F}" dt="2020-10-10T02:47:20.954" v="4132" actId="478"/>
          <ac:cxnSpMkLst>
            <pc:docMk/>
            <pc:sldMk cId="993612975" sldId="1327"/>
            <ac:cxnSpMk id="13" creationId="{B4008FD2-EE5F-4379-8980-83837334DA48}"/>
          </ac:cxnSpMkLst>
        </pc:cxnChg>
        <pc:cxnChg chg="del mod topLvl">
          <ac:chgData name="vidushi dadu" userId="8f6edd75c0a5619a" providerId="LiveId" clId="{4A1D7BB4-DB2B-401C-9583-309F517E6E8F}" dt="2020-10-10T02:47:20.954" v="4132" actId="478"/>
          <ac:cxnSpMkLst>
            <pc:docMk/>
            <pc:sldMk cId="993612975" sldId="1327"/>
            <ac:cxnSpMk id="14" creationId="{2786B7D6-8DD8-4509-937A-C4A47B8CD5C2}"/>
          </ac:cxnSpMkLst>
        </pc:cxnChg>
        <pc:cxnChg chg="del mod topLvl">
          <ac:chgData name="vidushi dadu" userId="8f6edd75c0a5619a" providerId="LiveId" clId="{4A1D7BB4-DB2B-401C-9583-309F517E6E8F}" dt="2020-10-10T02:47:20.954" v="4132" actId="478"/>
          <ac:cxnSpMkLst>
            <pc:docMk/>
            <pc:sldMk cId="993612975" sldId="1327"/>
            <ac:cxnSpMk id="15" creationId="{FB176CE6-BC54-4B00-88B5-46B7DCC197FC}"/>
          </ac:cxnSpMkLst>
        </pc:cxnChg>
        <pc:cxnChg chg="del mod topLvl">
          <ac:chgData name="vidushi dadu" userId="8f6edd75c0a5619a" providerId="LiveId" clId="{4A1D7BB4-DB2B-401C-9583-309F517E6E8F}" dt="2020-10-10T02:47:20.954" v="4132" actId="478"/>
          <ac:cxnSpMkLst>
            <pc:docMk/>
            <pc:sldMk cId="993612975" sldId="1327"/>
            <ac:cxnSpMk id="16" creationId="{B569EF4D-470C-4A28-A211-A1E2A24FDFA9}"/>
          </ac:cxnSpMkLst>
        </pc:cxnChg>
        <pc:cxnChg chg="del mod topLvl">
          <ac:chgData name="vidushi dadu" userId="8f6edd75c0a5619a" providerId="LiveId" clId="{4A1D7BB4-DB2B-401C-9583-309F517E6E8F}" dt="2020-10-10T02:47:20.954" v="4132" actId="478"/>
          <ac:cxnSpMkLst>
            <pc:docMk/>
            <pc:sldMk cId="993612975" sldId="1327"/>
            <ac:cxnSpMk id="17" creationId="{404F450E-C27F-4178-8121-9E2F589BE210}"/>
          </ac:cxnSpMkLst>
        </pc:cxnChg>
        <pc:cxnChg chg="del mod topLvl">
          <ac:chgData name="vidushi dadu" userId="8f6edd75c0a5619a" providerId="LiveId" clId="{4A1D7BB4-DB2B-401C-9583-309F517E6E8F}" dt="2020-10-10T02:47:20.954" v="4132" actId="478"/>
          <ac:cxnSpMkLst>
            <pc:docMk/>
            <pc:sldMk cId="993612975" sldId="1327"/>
            <ac:cxnSpMk id="18" creationId="{DC91667E-9E97-4CF2-8E47-0E83CCD418E1}"/>
          </ac:cxnSpMkLst>
        </pc:cxnChg>
      </pc:sldChg>
      <pc:sldChg chg="modSp add del">
        <pc:chgData name="vidushi dadu" userId="8f6edd75c0a5619a" providerId="LiveId" clId="{4A1D7BB4-DB2B-401C-9583-309F517E6E8F}" dt="2020-10-10T02:34:09.645" v="3443" actId="2696"/>
        <pc:sldMkLst>
          <pc:docMk/>
          <pc:sldMk cId="3697541991" sldId="1327"/>
        </pc:sldMkLst>
        <pc:spChg chg="mod">
          <ac:chgData name="vidushi dadu" userId="8f6edd75c0a5619a" providerId="LiveId" clId="{4A1D7BB4-DB2B-401C-9583-309F517E6E8F}" dt="2020-10-10T02:34:06.392" v="3442" actId="20577"/>
          <ac:spMkLst>
            <pc:docMk/>
            <pc:sldMk cId="3697541991" sldId="1327"/>
            <ac:spMk id="2" creationId="{F437DB5A-E6D6-45A1-8820-1F95FDAE7FCA}"/>
          </ac:spMkLst>
        </pc:spChg>
      </pc:sldChg>
      <pc:sldChg chg="add del modTransition">
        <pc:chgData name="vidushi dadu" userId="8f6edd75c0a5619a" providerId="LiveId" clId="{4A1D7BB4-DB2B-401C-9583-309F517E6E8F}" dt="2020-10-14T00:25:47.372" v="12911" actId="2696"/>
        <pc:sldMkLst>
          <pc:docMk/>
          <pc:sldMk cId="354010496" sldId="1328"/>
        </pc:sldMkLst>
      </pc:sldChg>
      <pc:sldChg chg="addSp delSp modSp add del modAnim">
        <pc:chgData name="vidushi dadu" userId="8f6edd75c0a5619a" providerId="LiveId" clId="{4A1D7BB4-DB2B-401C-9583-309F517E6E8F}" dt="2020-10-11T08:36:33.279" v="4652" actId="2696"/>
        <pc:sldMkLst>
          <pc:docMk/>
          <pc:sldMk cId="847373998" sldId="1328"/>
        </pc:sldMkLst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7" creationId="{3EC245EA-507D-40CE-9AD5-BC0C2C00AAB6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9" creationId="{67494E2D-0D68-415F-BBC9-D3E0722E3AC6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10" creationId="{DF64D5E7-C5AD-456C-A9A3-D9BC301526BC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11" creationId="{B678D05E-971F-4874-B366-4BBB33405A40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14" creationId="{1411CC04-79A2-42E3-8319-16A800B23FC2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15" creationId="{23B441D9-3168-4D6D-85D5-19AB7050ED35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16" creationId="{2D9357FC-E7C0-4F56-8459-4CE3A2AEC5F0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18" creationId="{E45118D4-E679-42D4-8486-835A594F42D9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19" creationId="{A68A90F1-226B-449D-8A77-8F3D56949077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20" creationId="{74EBAE25-117F-4771-81CF-10A254B2635D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22" creationId="{BAEDFB82-3B8A-4798-AA1C-04460D00FCFF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23" creationId="{8695AB67-F639-4A69-A165-C5D0D52A564E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24" creationId="{EF7244C9-4D70-4202-88E6-5F55E7F8B8FA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25" creationId="{DBE4C397-EEAC-4F09-B8C5-5D8BF8595458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26" creationId="{6504EAE4-4C2D-48F0-AA0D-9A649B021325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27" creationId="{675508F2-4348-4C18-86B9-2D7F050E2F5F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28" creationId="{456A08F7-6D9C-4C0A-A635-24EB4DB19E9D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29" creationId="{E915B177-1555-441B-9771-B1C094FC411A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30" creationId="{1A6FD89B-27EC-47E9-A6DA-DF6BD5035641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31" creationId="{2B2A7E88-F832-4A7D-9D8D-3E076F39E284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32" creationId="{57F155BF-8887-498E-8182-F9DAEE16D728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33" creationId="{D6A38E5B-1BAD-4468-82AD-83E925250394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34" creationId="{E929148A-E937-43E4-854F-2EDBDE51856D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35" creationId="{48E589A7-142C-495A-A5C6-D0CF24E3400E}"/>
          </ac:spMkLst>
        </pc:spChg>
        <pc:spChg chg="del">
          <ac:chgData name="vidushi dadu" userId="8f6edd75c0a5619a" providerId="LiveId" clId="{4A1D7BB4-DB2B-401C-9583-309F517E6E8F}" dt="2020-10-10T02:52:52.729" v="4567" actId="478"/>
          <ac:spMkLst>
            <pc:docMk/>
            <pc:sldMk cId="847373998" sldId="1328"/>
            <ac:spMk id="36" creationId="{B82D47B7-B15D-4CAA-8CDF-D28C375B85CC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69" creationId="{D9213847-6087-4E1E-8DD1-5A10A5BBE1EF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70" creationId="{C0031279-EBEB-49F0-8949-92A9378032E5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71" creationId="{3426DE10-E6CC-4E46-8C6F-7EDFEAF76819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72" creationId="{9591315D-74AB-4ABC-83A0-ECE377975DB2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73" creationId="{DA48E99C-0769-48F5-A3F9-6DCD06C13AD3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74" creationId="{436F9697-A55A-4A1A-BF3C-956E624E3B7B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75" creationId="{F4503B12-54EF-4E9D-946B-EF5BC8F4A1F2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76" creationId="{9784433D-3145-4226-9402-D242A8412E4F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81" creationId="{FBE9C97F-31A0-4839-AF24-712E1CC4EC22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87" creationId="{4E19146D-17E2-4287-AD8A-0503D34E82F0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88" creationId="{6731AF0B-09DE-4851-85B7-8C279C48F4B5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90" creationId="{A76AC4CA-2CFB-4CBB-9624-AC98C6044F38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91" creationId="{C8AAEC81-7F46-49AF-B05B-22B7E8CE8CF8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92" creationId="{7E3C22EB-A0D2-4998-BEF6-95FEF9B2F983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93" creationId="{AF59879C-6DA2-437A-92A4-070A78217346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94" creationId="{F8249205-FA11-44F1-B55F-E11DA55B36EE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95" creationId="{35459AA2-FC8C-48BE-A6A4-F86494670BCC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96" creationId="{0753E4C7-7AD3-4851-A881-FA52084014C7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97" creationId="{71628DD9-52CD-4A59-A218-6A36379FE39A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98" creationId="{12674FD2-A710-4F60-A5DF-4E75E24282C6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99" creationId="{27F2C751-4D32-4516-A088-1875333D9B67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100" creationId="{8D67C32F-B0DB-432B-9656-27A9EF743D0B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102" creationId="{A9ABC4FE-4240-44D8-A81C-D4B6B749D541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103" creationId="{089DF07F-BEBD-41AC-8411-AB1DC86B3E49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104" creationId="{D7820460-1A5F-4C31-BAAE-F513DBFFD4E1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105" creationId="{163E84BF-5A85-4AED-AE15-63D2FC5AF7BB}"/>
          </ac:spMkLst>
        </pc:spChg>
        <pc:spChg chg="del">
          <ac:chgData name="vidushi dadu" userId="8f6edd75c0a5619a" providerId="LiveId" clId="{4A1D7BB4-DB2B-401C-9583-309F517E6E8F}" dt="2020-10-10T02:51:38.938" v="4336" actId="478"/>
          <ac:spMkLst>
            <pc:docMk/>
            <pc:sldMk cId="847373998" sldId="1328"/>
            <ac:spMk id="106" creationId="{91EC2847-A7D7-4B56-AD26-07FDB75954E1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07" creationId="{0C04ADB7-404A-4D27-904A-9640BCBDF6AC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08" creationId="{879BD2C0-BCD1-4EA5-98F4-B7866BF0DEE8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13" creationId="{E650FA5C-A68E-4163-9C38-39EE08711A04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19" creationId="{9A9CA625-B8B0-4895-9474-246C41004B11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20" creationId="{910AC5C9-F9C0-4F53-B8CF-445B83B884C4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22" creationId="{086339AC-03E1-4153-931B-70F45744F9C6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23" creationId="{66C2ACFD-398B-488F-A77C-2280A78E10F7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24" creationId="{5E815F38-B527-40C4-9A62-3BDF5917A938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25" creationId="{0DEEB7C7-5ABD-49D2-AB38-3DC8751273A1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26" creationId="{C76512FD-A0CA-4D7E-9DB4-5247CC21D6EF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27" creationId="{E2DE3556-C9B9-4B7B-97E8-7EA399DCA752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28" creationId="{91A3A7D4-99DD-4AB1-974C-B5EDB8CB0C12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29" creationId="{518332E3-4EE2-4CF4-8E06-A39CFC2894AA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30" creationId="{54495CA6-DBF2-48AD-93B8-77980B07EB72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31" creationId="{C0148CEC-656B-4097-B9B1-4B98FE5D6FB2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32" creationId="{D1A937AB-D4C2-4639-A822-EC36B9491152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34" creationId="{F674ECA2-B79F-4628-A77F-7E79BBE8061A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35" creationId="{A0258042-91F7-4040-AE73-59935A5C52A8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36" creationId="{84FF9039-4968-4E41-9BFD-D3CFC20E4816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37" creationId="{7D945077-E6DF-4DB2-BE6F-D8AE205A108E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38" creationId="{5911D5FE-4A8F-4F75-8051-A2CB6F48BB81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39" creationId="{3D926527-0E58-424F-8589-9B1AD183F2B9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40" creationId="{BD74C3E3-04F4-495E-8E87-EC3E7C961DD6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41" creationId="{6B00574E-22F9-408D-AE20-66E396BB6239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42" creationId="{EBA57FB9-227B-40E3-84B0-370303FB49B3}"/>
          </ac:spMkLst>
        </pc:spChg>
        <pc:spChg chg="add del">
          <ac:chgData name="vidushi dadu" userId="8f6edd75c0a5619a" providerId="LiveId" clId="{4A1D7BB4-DB2B-401C-9583-309F517E6E8F}" dt="2020-10-10T02:51:42.682" v="4338"/>
          <ac:spMkLst>
            <pc:docMk/>
            <pc:sldMk cId="847373998" sldId="1328"/>
            <ac:spMk id="144" creationId="{4BD2A483-5958-40C3-A2AB-9D68C5420E7F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45" creationId="{BF271684-55B0-433C-B8F5-7E96853E06CD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46" creationId="{A606F740-AB9D-45D5-9903-066BF47A294F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47" creationId="{2BC49A74-E714-4092-9187-21504D8E8766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48" creationId="{88CE67B7-59F3-4AA9-A939-1C212C425D49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49" creationId="{1EC6D441-6949-40B1-BDEB-D9A6BE154381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54" creationId="{1C1054D4-5AB2-4253-8E3F-ED1C2D3926FC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60" creationId="{088C02A4-211F-43D6-8C18-AB94F98D063C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61" creationId="{7DF8858A-62BB-48C0-B0EF-B5DCF531FE86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63" creationId="{CC94306D-D1DF-47CF-8391-D2C7EEAC6641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64" creationId="{1834F73C-CBA8-4CBD-9B8A-E75F8CEE90C7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65" creationId="{A34D3C01-E056-44A0-92CB-8DD8E2778026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66" creationId="{99EE1614-D00F-4EB3-974B-985A6BD7FF31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67" creationId="{382CFEC4-8511-498A-9EAD-F968F6712420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68" creationId="{D33D8F9C-90F0-418E-A8DE-BA7DC0DC1F37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69" creationId="{2E08465A-4BA3-4217-A84E-D63B461829D5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70" creationId="{4E7BCD3A-0A22-4B30-811E-31225CF28898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71" creationId="{B40C1B13-BCC5-4BD8-A4E5-D5F65FF75FED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72" creationId="{998B69F6-C973-4ED8-ADBC-15A101168708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73" creationId="{579C6861-240B-47F3-8E16-D1E9473AFC18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75" creationId="{F257C3F3-2335-449A-92D6-224FDEB96479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76" creationId="{B619F94F-7112-467A-BB4A-02FFAB31A088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77" creationId="{6EF3ED8A-81F1-4292-B430-A1AD24C6BD55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78" creationId="{2F64A2D0-ACB7-4102-B880-19ACA94555B1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79" creationId="{D31DAB64-CE23-4C28-AD0C-4FFAA2A4137C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80" creationId="{02A91CDE-511E-40EA-BD5A-BC5F0DDBBA19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81" creationId="{CFE041AB-01D9-4EAE-ABFC-90E04E7EBD25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82" creationId="{821B59C7-4F5B-4E5E-A300-E121121205D9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83" creationId="{371DC1F5-8B86-488D-8302-2F6C9BDC9B1D}"/>
          </ac:spMkLst>
        </pc:spChg>
        <pc:spChg chg="add mod">
          <ac:chgData name="vidushi dadu" userId="8f6edd75c0a5619a" providerId="LiveId" clId="{4A1D7BB4-DB2B-401C-9583-309F517E6E8F}" dt="2020-10-10T02:51:52.078" v="4452" actId="1037"/>
          <ac:spMkLst>
            <pc:docMk/>
            <pc:sldMk cId="847373998" sldId="1328"/>
            <ac:spMk id="185" creationId="{2F2FE9D6-5373-4262-8B28-C331B019BF48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187" creationId="{9E7109A2-490D-4961-A5C8-DE26D460378D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189" creationId="{4C7005A5-340A-423C-989C-179E69CCEA4E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190" creationId="{EC770DBB-E289-47BA-9971-A6F2379A074C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191" creationId="{D754D968-5B05-497B-93CC-2603342821D8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194" creationId="{432DCA59-420C-4A47-BA56-BC3525503322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195" creationId="{EE96463A-0144-4C12-BE4D-527961E2FAA2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196" creationId="{EF931D23-2248-49FF-94A8-4986B489636B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198" creationId="{59092DAF-C05F-4C74-91E2-686585301D53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199" creationId="{6EDC65DC-B70E-48FF-9227-CAF6609EA10B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00" creationId="{5D2D941F-CDA6-4281-AD36-2523B6269AF8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02" creationId="{CF4EB4FD-425A-4F91-9F33-1537563B4890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03" creationId="{19CF9F73-1EDA-4E73-8FA6-6FC756E0E524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04" creationId="{900102A8-77ED-453C-8C5A-7F340D4D8B12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05" creationId="{2ABF4D29-F4FC-46C0-BE68-0C6FEB60F3A1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06" creationId="{B79DB317-6D37-4BE3-AE4D-583F0E9B0842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07" creationId="{5AEA2C6D-07A2-4825-BE20-5E7746D46A0A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08" creationId="{7E4316DC-017F-41C1-A8BB-54239C371BA3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09" creationId="{687379D5-A33A-437A-8017-FCFE839F7DFF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10" creationId="{D7BD8C2A-1140-486F-A942-CC7089C9D86A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11" creationId="{C28A7AAE-A186-4C29-A84C-9A6EA03F2147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12" creationId="{97D98339-26D8-4054-8DDA-13848208E111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13" creationId="{F3B5129B-3B58-4A02-9B2D-1CFA37EC3FD5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14" creationId="{ECCD9B39-B4D2-49E7-9F4B-3FA758DEFA01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15" creationId="{1847D48C-83B1-4058-9C91-8BFBAE5260AC}"/>
          </ac:spMkLst>
        </pc:spChg>
        <pc:spChg chg="add">
          <ac:chgData name="vidushi dadu" userId="8f6edd75c0a5619a" providerId="LiveId" clId="{4A1D7BB4-DB2B-401C-9583-309F517E6E8F}" dt="2020-10-10T02:52:53.441" v="4568"/>
          <ac:spMkLst>
            <pc:docMk/>
            <pc:sldMk cId="847373998" sldId="1328"/>
            <ac:spMk id="216" creationId="{E4EDEB79-50D8-4CB6-85E8-E2AEB73662B9}"/>
          </ac:spMkLst>
        </pc:spChg>
        <pc:graphicFrameChg chg="del">
          <ac:chgData name="vidushi dadu" userId="8f6edd75c0a5619a" providerId="LiveId" clId="{4A1D7BB4-DB2B-401C-9583-309F517E6E8F}" dt="2020-10-10T02:52:52.729" v="4567" actId="478"/>
          <ac:graphicFrameMkLst>
            <pc:docMk/>
            <pc:sldMk cId="847373998" sldId="1328"/>
            <ac:graphicFrameMk id="6" creationId="{9B9B4AD0-177A-4BB6-A494-6B3017D83161}"/>
          </ac:graphicFrameMkLst>
        </pc:graphicFrameChg>
        <pc:graphicFrameChg chg="del">
          <ac:chgData name="vidushi dadu" userId="8f6edd75c0a5619a" providerId="LiveId" clId="{4A1D7BB4-DB2B-401C-9583-309F517E6E8F}" dt="2020-10-10T02:52:52.729" v="4567" actId="478"/>
          <ac:graphicFrameMkLst>
            <pc:docMk/>
            <pc:sldMk cId="847373998" sldId="1328"/>
            <ac:graphicFrameMk id="8" creationId="{CE570CC2-D209-4585-AAF2-CDB46519C1F2}"/>
          </ac:graphicFrameMkLst>
        </pc:graphicFrameChg>
        <pc:graphicFrameChg chg="del">
          <ac:chgData name="vidushi dadu" userId="8f6edd75c0a5619a" providerId="LiveId" clId="{4A1D7BB4-DB2B-401C-9583-309F517E6E8F}" dt="2020-10-10T02:52:52.729" v="4567" actId="478"/>
          <ac:graphicFrameMkLst>
            <pc:docMk/>
            <pc:sldMk cId="847373998" sldId="1328"/>
            <ac:graphicFrameMk id="12" creationId="{59150149-38B6-4875-9399-7491F0D99F09}"/>
          </ac:graphicFrameMkLst>
        </pc:graphicFrameChg>
        <pc:graphicFrameChg chg="del">
          <ac:chgData name="vidushi dadu" userId="8f6edd75c0a5619a" providerId="LiveId" clId="{4A1D7BB4-DB2B-401C-9583-309F517E6E8F}" dt="2020-10-10T02:52:52.729" v="4567" actId="478"/>
          <ac:graphicFrameMkLst>
            <pc:docMk/>
            <pc:sldMk cId="847373998" sldId="1328"/>
            <ac:graphicFrameMk id="13" creationId="{0CDC774E-887B-436C-A103-A29CF558FFC2}"/>
          </ac:graphicFrameMkLst>
        </pc:graphicFrameChg>
        <pc:graphicFrameChg chg="add">
          <ac:chgData name="vidushi dadu" userId="8f6edd75c0a5619a" providerId="LiveId" clId="{4A1D7BB4-DB2B-401C-9583-309F517E6E8F}" dt="2020-10-10T02:52:53.441" v="4568"/>
          <ac:graphicFrameMkLst>
            <pc:docMk/>
            <pc:sldMk cId="847373998" sldId="1328"/>
            <ac:graphicFrameMk id="186" creationId="{B409DD3F-C337-4E63-90BF-E23CD07D5460}"/>
          </ac:graphicFrameMkLst>
        </pc:graphicFrameChg>
        <pc:graphicFrameChg chg="add">
          <ac:chgData name="vidushi dadu" userId="8f6edd75c0a5619a" providerId="LiveId" clId="{4A1D7BB4-DB2B-401C-9583-309F517E6E8F}" dt="2020-10-10T02:52:53.441" v="4568"/>
          <ac:graphicFrameMkLst>
            <pc:docMk/>
            <pc:sldMk cId="847373998" sldId="1328"/>
            <ac:graphicFrameMk id="188" creationId="{530A5897-34AA-4017-ADDE-A99432AD354D}"/>
          </ac:graphicFrameMkLst>
        </pc:graphicFrameChg>
        <pc:graphicFrameChg chg="add">
          <ac:chgData name="vidushi dadu" userId="8f6edd75c0a5619a" providerId="LiveId" clId="{4A1D7BB4-DB2B-401C-9583-309F517E6E8F}" dt="2020-10-10T02:52:53.441" v="4568"/>
          <ac:graphicFrameMkLst>
            <pc:docMk/>
            <pc:sldMk cId="847373998" sldId="1328"/>
            <ac:graphicFrameMk id="192" creationId="{F74E42A6-4E9A-4048-9A87-0ED43208DF91}"/>
          </ac:graphicFrameMkLst>
        </pc:graphicFrameChg>
        <pc:graphicFrameChg chg="add">
          <ac:chgData name="vidushi dadu" userId="8f6edd75c0a5619a" providerId="LiveId" clId="{4A1D7BB4-DB2B-401C-9583-309F517E6E8F}" dt="2020-10-10T02:52:53.441" v="4568"/>
          <ac:graphicFrameMkLst>
            <pc:docMk/>
            <pc:sldMk cId="847373998" sldId="1328"/>
            <ac:graphicFrameMk id="193" creationId="{5738785C-9F46-4046-A939-556C5938D0D0}"/>
          </ac:graphicFrameMkLst>
        </pc:graphicFrameChg>
        <pc:picChg chg="add del">
          <ac:chgData name="vidushi dadu" userId="8f6edd75c0a5619a" providerId="LiveId" clId="{4A1D7BB4-DB2B-401C-9583-309F517E6E8F}" dt="2020-10-10T02:51:42.682" v="4338"/>
          <ac:picMkLst>
            <pc:docMk/>
            <pc:sldMk cId="847373998" sldId="1328"/>
            <ac:picMk id="143" creationId="{7224CDAA-7811-4A83-8568-65E25721F147}"/>
          </ac:picMkLst>
        </pc:picChg>
        <pc:picChg chg="add mod">
          <ac:chgData name="vidushi dadu" userId="8f6edd75c0a5619a" providerId="LiveId" clId="{4A1D7BB4-DB2B-401C-9583-309F517E6E8F}" dt="2020-10-10T02:51:52.078" v="4452" actId="1037"/>
          <ac:picMkLst>
            <pc:docMk/>
            <pc:sldMk cId="847373998" sldId="1328"/>
            <ac:picMk id="184" creationId="{946C010F-190A-46F2-B5D5-4645724AE8D6}"/>
          </ac:picMkLst>
        </pc:picChg>
        <pc:cxnChg chg="del">
          <ac:chgData name="vidushi dadu" userId="8f6edd75c0a5619a" providerId="LiveId" clId="{4A1D7BB4-DB2B-401C-9583-309F517E6E8F}" dt="2020-10-10T02:52:52.729" v="4567" actId="478"/>
          <ac:cxnSpMkLst>
            <pc:docMk/>
            <pc:sldMk cId="847373998" sldId="1328"/>
            <ac:cxnSpMk id="17" creationId="{2113FD8C-F8AF-4882-9E8A-212B5C513FFF}"/>
          </ac:cxnSpMkLst>
        </pc:cxnChg>
        <pc:cxnChg chg="del">
          <ac:chgData name="vidushi dadu" userId="8f6edd75c0a5619a" providerId="LiveId" clId="{4A1D7BB4-DB2B-401C-9583-309F517E6E8F}" dt="2020-10-10T02:52:52.729" v="4567" actId="478"/>
          <ac:cxnSpMkLst>
            <pc:docMk/>
            <pc:sldMk cId="847373998" sldId="1328"/>
            <ac:cxnSpMk id="21" creationId="{E774776E-7E61-41DE-84CA-E2F234E10418}"/>
          </ac:cxnSpMkLst>
        </pc:cxnChg>
        <pc:cxnChg chg="del">
          <ac:chgData name="vidushi dadu" userId="8f6edd75c0a5619a" providerId="LiveId" clId="{4A1D7BB4-DB2B-401C-9583-309F517E6E8F}" dt="2020-10-10T02:51:38.938" v="4336" actId="478"/>
          <ac:cxnSpMkLst>
            <pc:docMk/>
            <pc:sldMk cId="847373998" sldId="1328"/>
            <ac:cxnSpMk id="77" creationId="{3B9DFC5A-4BF4-4842-9F24-4041AC33ED92}"/>
          </ac:cxnSpMkLst>
        </pc:cxnChg>
        <pc:cxnChg chg="del">
          <ac:chgData name="vidushi dadu" userId="8f6edd75c0a5619a" providerId="LiveId" clId="{4A1D7BB4-DB2B-401C-9583-309F517E6E8F}" dt="2020-10-10T02:51:38.938" v="4336" actId="478"/>
          <ac:cxnSpMkLst>
            <pc:docMk/>
            <pc:sldMk cId="847373998" sldId="1328"/>
            <ac:cxnSpMk id="78" creationId="{990C9AAA-E775-4008-B826-69EECC1F2F90}"/>
          </ac:cxnSpMkLst>
        </pc:cxnChg>
        <pc:cxnChg chg="del">
          <ac:chgData name="vidushi dadu" userId="8f6edd75c0a5619a" providerId="LiveId" clId="{4A1D7BB4-DB2B-401C-9583-309F517E6E8F}" dt="2020-10-10T02:51:38.938" v="4336" actId="478"/>
          <ac:cxnSpMkLst>
            <pc:docMk/>
            <pc:sldMk cId="847373998" sldId="1328"/>
            <ac:cxnSpMk id="79" creationId="{5938FF48-4080-4FC9-94D2-356BFD6C9548}"/>
          </ac:cxnSpMkLst>
        </pc:cxnChg>
        <pc:cxnChg chg="del">
          <ac:chgData name="vidushi dadu" userId="8f6edd75c0a5619a" providerId="LiveId" clId="{4A1D7BB4-DB2B-401C-9583-309F517E6E8F}" dt="2020-10-10T02:51:38.938" v="4336" actId="478"/>
          <ac:cxnSpMkLst>
            <pc:docMk/>
            <pc:sldMk cId="847373998" sldId="1328"/>
            <ac:cxnSpMk id="80" creationId="{7D16F482-C06B-415C-B344-89394A362546}"/>
          </ac:cxnSpMkLst>
        </pc:cxnChg>
        <pc:cxnChg chg="del">
          <ac:chgData name="vidushi dadu" userId="8f6edd75c0a5619a" providerId="LiveId" clId="{4A1D7BB4-DB2B-401C-9583-309F517E6E8F}" dt="2020-10-10T02:51:38.938" v="4336" actId="478"/>
          <ac:cxnSpMkLst>
            <pc:docMk/>
            <pc:sldMk cId="847373998" sldId="1328"/>
            <ac:cxnSpMk id="82" creationId="{BF7F5FE0-375A-40C2-AD59-6EFC679B775B}"/>
          </ac:cxnSpMkLst>
        </pc:cxnChg>
        <pc:cxnChg chg="del">
          <ac:chgData name="vidushi dadu" userId="8f6edd75c0a5619a" providerId="LiveId" clId="{4A1D7BB4-DB2B-401C-9583-309F517E6E8F}" dt="2020-10-10T02:51:38.938" v="4336" actId="478"/>
          <ac:cxnSpMkLst>
            <pc:docMk/>
            <pc:sldMk cId="847373998" sldId="1328"/>
            <ac:cxnSpMk id="83" creationId="{9988EF20-80FF-40FE-ADDC-4059A27EB799}"/>
          </ac:cxnSpMkLst>
        </pc:cxnChg>
        <pc:cxnChg chg="del">
          <ac:chgData name="vidushi dadu" userId="8f6edd75c0a5619a" providerId="LiveId" clId="{4A1D7BB4-DB2B-401C-9583-309F517E6E8F}" dt="2020-10-10T02:51:38.938" v="4336" actId="478"/>
          <ac:cxnSpMkLst>
            <pc:docMk/>
            <pc:sldMk cId="847373998" sldId="1328"/>
            <ac:cxnSpMk id="84" creationId="{587D00B3-D3CF-4A5F-982B-7564E5EC95E0}"/>
          </ac:cxnSpMkLst>
        </pc:cxnChg>
        <pc:cxnChg chg="del">
          <ac:chgData name="vidushi dadu" userId="8f6edd75c0a5619a" providerId="LiveId" clId="{4A1D7BB4-DB2B-401C-9583-309F517E6E8F}" dt="2020-10-10T02:51:38.938" v="4336" actId="478"/>
          <ac:cxnSpMkLst>
            <pc:docMk/>
            <pc:sldMk cId="847373998" sldId="1328"/>
            <ac:cxnSpMk id="85" creationId="{24ADFBF8-3643-4AB6-8018-C7EB9B648F10}"/>
          </ac:cxnSpMkLst>
        </pc:cxnChg>
        <pc:cxnChg chg="del">
          <ac:chgData name="vidushi dadu" userId="8f6edd75c0a5619a" providerId="LiveId" clId="{4A1D7BB4-DB2B-401C-9583-309F517E6E8F}" dt="2020-10-10T02:51:38.938" v="4336" actId="478"/>
          <ac:cxnSpMkLst>
            <pc:docMk/>
            <pc:sldMk cId="847373998" sldId="1328"/>
            <ac:cxnSpMk id="86" creationId="{B2A9738C-4BC2-4648-B3D6-BFB289E66222}"/>
          </ac:cxnSpMkLst>
        </pc:cxnChg>
        <pc:cxnChg chg="del">
          <ac:chgData name="vidushi dadu" userId="8f6edd75c0a5619a" providerId="LiveId" clId="{4A1D7BB4-DB2B-401C-9583-309F517E6E8F}" dt="2020-10-10T02:51:38.938" v="4336" actId="478"/>
          <ac:cxnSpMkLst>
            <pc:docMk/>
            <pc:sldMk cId="847373998" sldId="1328"/>
            <ac:cxnSpMk id="89" creationId="{DEA331D1-4ABB-470E-AED5-68E1FDEE4A07}"/>
          </ac:cxnSpMkLst>
        </pc:cxnChg>
        <pc:cxnChg chg="del">
          <ac:chgData name="vidushi dadu" userId="8f6edd75c0a5619a" providerId="LiveId" clId="{4A1D7BB4-DB2B-401C-9583-309F517E6E8F}" dt="2020-10-10T02:51:38.938" v="4336" actId="478"/>
          <ac:cxnSpMkLst>
            <pc:docMk/>
            <pc:sldMk cId="847373998" sldId="1328"/>
            <ac:cxnSpMk id="101" creationId="{EF769E6D-B772-4449-A20F-57EBE561E7DD}"/>
          </ac:cxnSpMkLst>
        </pc:cxnChg>
        <pc:cxnChg chg="add del">
          <ac:chgData name="vidushi dadu" userId="8f6edd75c0a5619a" providerId="LiveId" clId="{4A1D7BB4-DB2B-401C-9583-309F517E6E8F}" dt="2020-10-10T02:51:42.682" v="4338"/>
          <ac:cxnSpMkLst>
            <pc:docMk/>
            <pc:sldMk cId="847373998" sldId="1328"/>
            <ac:cxnSpMk id="109" creationId="{A9E2BAFA-DCE7-4DEC-9679-853FCD32FE6D}"/>
          </ac:cxnSpMkLst>
        </pc:cxnChg>
        <pc:cxnChg chg="add del">
          <ac:chgData name="vidushi dadu" userId="8f6edd75c0a5619a" providerId="LiveId" clId="{4A1D7BB4-DB2B-401C-9583-309F517E6E8F}" dt="2020-10-10T02:51:42.682" v="4338"/>
          <ac:cxnSpMkLst>
            <pc:docMk/>
            <pc:sldMk cId="847373998" sldId="1328"/>
            <ac:cxnSpMk id="110" creationId="{DD2D7D11-01DD-4E8E-A272-89BCDE18271F}"/>
          </ac:cxnSpMkLst>
        </pc:cxnChg>
        <pc:cxnChg chg="add del">
          <ac:chgData name="vidushi dadu" userId="8f6edd75c0a5619a" providerId="LiveId" clId="{4A1D7BB4-DB2B-401C-9583-309F517E6E8F}" dt="2020-10-10T02:51:42.682" v="4338"/>
          <ac:cxnSpMkLst>
            <pc:docMk/>
            <pc:sldMk cId="847373998" sldId="1328"/>
            <ac:cxnSpMk id="111" creationId="{F503C3C9-82FE-460C-ACDE-029854E88668}"/>
          </ac:cxnSpMkLst>
        </pc:cxnChg>
        <pc:cxnChg chg="add del">
          <ac:chgData name="vidushi dadu" userId="8f6edd75c0a5619a" providerId="LiveId" clId="{4A1D7BB4-DB2B-401C-9583-309F517E6E8F}" dt="2020-10-10T02:51:42.682" v="4338"/>
          <ac:cxnSpMkLst>
            <pc:docMk/>
            <pc:sldMk cId="847373998" sldId="1328"/>
            <ac:cxnSpMk id="112" creationId="{FB2DD808-6050-4B39-8FF5-46018F78F8D9}"/>
          </ac:cxnSpMkLst>
        </pc:cxnChg>
        <pc:cxnChg chg="add del">
          <ac:chgData name="vidushi dadu" userId="8f6edd75c0a5619a" providerId="LiveId" clId="{4A1D7BB4-DB2B-401C-9583-309F517E6E8F}" dt="2020-10-10T02:51:42.682" v="4338"/>
          <ac:cxnSpMkLst>
            <pc:docMk/>
            <pc:sldMk cId="847373998" sldId="1328"/>
            <ac:cxnSpMk id="114" creationId="{D0E4B370-B6D2-4940-A07F-1CBF1C2AE9ED}"/>
          </ac:cxnSpMkLst>
        </pc:cxnChg>
        <pc:cxnChg chg="add del">
          <ac:chgData name="vidushi dadu" userId="8f6edd75c0a5619a" providerId="LiveId" clId="{4A1D7BB4-DB2B-401C-9583-309F517E6E8F}" dt="2020-10-10T02:51:42.682" v="4338"/>
          <ac:cxnSpMkLst>
            <pc:docMk/>
            <pc:sldMk cId="847373998" sldId="1328"/>
            <ac:cxnSpMk id="115" creationId="{514F9B4A-A477-4234-9A1E-3E27A4F40DDE}"/>
          </ac:cxnSpMkLst>
        </pc:cxnChg>
        <pc:cxnChg chg="add del">
          <ac:chgData name="vidushi dadu" userId="8f6edd75c0a5619a" providerId="LiveId" clId="{4A1D7BB4-DB2B-401C-9583-309F517E6E8F}" dt="2020-10-10T02:51:42.682" v="4338"/>
          <ac:cxnSpMkLst>
            <pc:docMk/>
            <pc:sldMk cId="847373998" sldId="1328"/>
            <ac:cxnSpMk id="116" creationId="{E72D9385-4FA5-48D8-B8D7-5CBAF58FFC10}"/>
          </ac:cxnSpMkLst>
        </pc:cxnChg>
        <pc:cxnChg chg="add del">
          <ac:chgData name="vidushi dadu" userId="8f6edd75c0a5619a" providerId="LiveId" clId="{4A1D7BB4-DB2B-401C-9583-309F517E6E8F}" dt="2020-10-10T02:51:42.682" v="4338"/>
          <ac:cxnSpMkLst>
            <pc:docMk/>
            <pc:sldMk cId="847373998" sldId="1328"/>
            <ac:cxnSpMk id="117" creationId="{AEAA8D0B-CF2C-4247-96F3-F5D5DF18199B}"/>
          </ac:cxnSpMkLst>
        </pc:cxnChg>
        <pc:cxnChg chg="add del">
          <ac:chgData name="vidushi dadu" userId="8f6edd75c0a5619a" providerId="LiveId" clId="{4A1D7BB4-DB2B-401C-9583-309F517E6E8F}" dt="2020-10-10T02:51:42.682" v="4338"/>
          <ac:cxnSpMkLst>
            <pc:docMk/>
            <pc:sldMk cId="847373998" sldId="1328"/>
            <ac:cxnSpMk id="118" creationId="{AFB39F0D-F40A-4A0A-98FF-3309850B717B}"/>
          </ac:cxnSpMkLst>
        </pc:cxnChg>
        <pc:cxnChg chg="add del">
          <ac:chgData name="vidushi dadu" userId="8f6edd75c0a5619a" providerId="LiveId" clId="{4A1D7BB4-DB2B-401C-9583-309F517E6E8F}" dt="2020-10-10T02:51:42.682" v="4338"/>
          <ac:cxnSpMkLst>
            <pc:docMk/>
            <pc:sldMk cId="847373998" sldId="1328"/>
            <ac:cxnSpMk id="121" creationId="{649AD660-4720-4D19-90C0-8F5AC1555E2A}"/>
          </ac:cxnSpMkLst>
        </pc:cxnChg>
        <pc:cxnChg chg="add del">
          <ac:chgData name="vidushi dadu" userId="8f6edd75c0a5619a" providerId="LiveId" clId="{4A1D7BB4-DB2B-401C-9583-309F517E6E8F}" dt="2020-10-10T02:51:42.682" v="4338"/>
          <ac:cxnSpMkLst>
            <pc:docMk/>
            <pc:sldMk cId="847373998" sldId="1328"/>
            <ac:cxnSpMk id="133" creationId="{A0ADF89E-C941-4CB2-8554-A3E1BD12A041}"/>
          </ac:cxnSpMkLst>
        </pc:cxnChg>
        <pc:cxnChg chg="add mod">
          <ac:chgData name="vidushi dadu" userId="8f6edd75c0a5619a" providerId="LiveId" clId="{4A1D7BB4-DB2B-401C-9583-309F517E6E8F}" dt="2020-10-10T02:51:52.078" v="4452" actId="1037"/>
          <ac:cxnSpMkLst>
            <pc:docMk/>
            <pc:sldMk cId="847373998" sldId="1328"/>
            <ac:cxnSpMk id="150" creationId="{4FFDA05A-C08C-4984-A160-4BE4F99FB7B6}"/>
          </ac:cxnSpMkLst>
        </pc:cxnChg>
        <pc:cxnChg chg="add mod">
          <ac:chgData name="vidushi dadu" userId="8f6edd75c0a5619a" providerId="LiveId" clId="{4A1D7BB4-DB2B-401C-9583-309F517E6E8F}" dt="2020-10-10T02:51:52.078" v="4452" actId="1037"/>
          <ac:cxnSpMkLst>
            <pc:docMk/>
            <pc:sldMk cId="847373998" sldId="1328"/>
            <ac:cxnSpMk id="151" creationId="{54DAF8B7-C21C-4CE4-A555-B4BF0D59D551}"/>
          </ac:cxnSpMkLst>
        </pc:cxnChg>
        <pc:cxnChg chg="add mod">
          <ac:chgData name="vidushi dadu" userId="8f6edd75c0a5619a" providerId="LiveId" clId="{4A1D7BB4-DB2B-401C-9583-309F517E6E8F}" dt="2020-10-10T02:51:52.078" v="4452" actId="1037"/>
          <ac:cxnSpMkLst>
            <pc:docMk/>
            <pc:sldMk cId="847373998" sldId="1328"/>
            <ac:cxnSpMk id="152" creationId="{B05EAC61-AA5D-44E5-9686-8A2F6C0303A6}"/>
          </ac:cxnSpMkLst>
        </pc:cxnChg>
        <pc:cxnChg chg="add mod">
          <ac:chgData name="vidushi dadu" userId="8f6edd75c0a5619a" providerId="LiveId" clId="{4A1D7BB4-DB2B-401C-9583-309F517E6E8F}" dt="2020-10-10T02:51:52.078" v="4452" actId="1037"/>
          <ac:cxnSpMkLst>
            <pc:docMk/>
            <pc:sldMk cId="847373998" sldId="1328"/>
            <ac:cxnSpMk id="153" creationId="{D1D881E3-45F3-4BF0-B884-FE17F9DF9DB1}"/>
          </ac:cxnSpMkLst>
        </pc:cxnChg>
        <pc:cxnChg chg="add mod">
          <ac:chgData name="vidushi dadu" userId="8f6edd75c0a5619a" providerId="LiveId" clId="{4A1D7BB4-DB2B-401C-9583-309F517E6E8F}" dt="2020-10-10T02:51:52.078" v="4452" actId="1037"/>
          <ac:cxnSpMkLst>
            <pc:docMk/>
            <pc:sldMk cId="847373998" sldId="1328"/>
            <ac:cxnSpMk id="155" creationId="{E3158300-AF3E-4D53-9414-191517581AF2}"/>
          </ac:cxnSpMkLst>
        </pc:cxnChg>
        <pc:cxnChg chg="add mod">
          <ac:chgData name="vidushi dadu" userId="8f6edd75c0a5619a" providerId="LiveId" clId="{4A1D7BB4-DB2B-401C-9583-309F517E6E8F}" dt="2020-10-10T02:51:52.078" v="4452" actId="1037"/>
          <ac:cxnSpMkLst>
            <pc:docMk/>
            <pc:sldMk cId="847373998" sldId="1328"/>
            <ac:cxnSpMk id="156" creationId="{4D971E7B-1AA3-4242-98F7-C6D3FBD5B244}"/>
          </ac:cxnSpMkLst>
        </pc:cxnChg>
        <pc:cxnChg chg="add mod">
          <ac:chgData name="vidushi dadu" userId="8f6edd75c0a5619a" providerId="LiveId" clId="{4A1D7BB4-DB2B-401C-9583-309F517E6E8F}" dt="2020-10-10T02:51:52.078" v="4452" actId="1037"/>
          <ac:cxnSpMkLst>
            <pc:docMk/>
            <pc:sldMk cId="847373998" sldId="1328"/>
            <ac:cxnSpMk id="157" creationId="{1AEF5C35-7E10-45E0-8AE6-2B11E59DCDA0}"/>
          </ac:cxnSpMkLst>
        </pc:cxnChg>
        <pc:cxnChg chg="add mod">
          <ac:chgData name="vidushi dadu" userId="8f6edd75c0a5619a" providerId="LiveId" clId="{4A1D7BB4-DB2B-401C-9583-309F517E6E8F}" dt="2020-10-10T02:51:52.078" v="4452" actId="1037"/>
          <ac:cxnSpMkLst>
            <pc:docMk/>
            <pc:sldMk cId="847373998" sldId="1328"/>
            <ac:cxnSpMk id="158" creationId="{0DFD0F85-0FD0-41EC-9ED5-0E589B0DA919}"/>
          </ac:cxnSpMkLst>
        </pc:cxnChg>
        <pc:cxnChg chg="add mod">
          <ac:chgData name="vidushi dadu" userId="8f6edd75c0a5619a" providerId="LiveId" clId="{4A1D7BB4-DB2B-401C-9583-309F517E6E8F}" dt="2020-10-10T02:51:52.078" v="4452" actId="1037"/>
          <ac:cxnSpMkLst>
            <pc:docMk/>
            <pc:sldMk cId="847373998" sldId="1328"/>
            <ac:cxnSpMk id="159" creationId="{3DC6BE08-A991-4675-B412-55A8C8CBDAAE}"/>
          </ac:cxnSpMkLst>
        </pc:cxnChg>
        <pc:cxnChg chg="add mod">
          <ac:chgData name="vidushi dadu" userId="8f6edd75c0a5619a" providerId="LiveId" clId="{4A1D7BB4-DB2B-401C-9583-309F517E6E8F}" dt="2020-10-10T02:51:52.078" v="4452" actId="1037"/>
          <ac:cxnSpMkLst>
            <pc:docMk/>
            <pc:sldMk cId="847373998" sldId="1328"/>
            <ac:cxnSpMk id="162" creationId="{647B7932-3860-4D1C-B474-C02CCC7543F1}"/>
          </ac:cxnSpMkLst>
        </pc:cxnChg>
        <pc:cxnChg chg="add mod">
          <ac:chgData name="vidushi dadu" userId="8f6edd75c0a5619a" providerId="LiveId" clId="{4A1D7BB4-DB2B-401C-9583-309F517E6E8F}" dt="2020-10-10T02:51:52.078" v="4452" actId="1037"/>
          <ac:cxnSpMkLst>
            <pc:docMk/>
            <pc:sldMk cId="847373998" sldId="1328"/>
            <ac:cxnSpMk id="174" creationId="{18C1C8C7-8429-4FEB-A58D-2D5A10FD98C7}"/>
          </ac:cxnSpMkLst>
        </pc:cxnChg>
        <pc:cxnChg chg="add">
          <ac:chgData name="vidushi dadu" userId="8f6edd75c0a5619a" providerId="LiveId" clId="{4A1D7BB4-DB2B-401C-9583-309F517E6E8F}" dt="2020-10-10T02:52:53.441" v="4568"/>
          <ac:cxnSpMkLst>
            <pc:docMk/>
            <pc:sldMk cId="847373998" sldId="1328"/>
            <ac:cxnSpMk id="197" creationId="{FF8B47C2-F462-4D0C-A193-805F544CC3EF}"/>
          </ac:cxnSpMkLst>
        </pc:cxnChg>
        <pc:cxnChg chg="add">
          <ac:chgData name="vidushi dadu" userId="8f6edd75c0a5619a" providerId="LiveId" clId="{4A1D7BB4-DB2B-401C-9583-309F517E6E8F}" dt="2020-10-10T02:52:53.441" v="4568"/>
          <ac:cxnSpMkLst>
            <pc:docMk/>
            <pc:sldMk cId="847373998" sldId="1328"/>
            <ac:cxnSpMk id="201" creationId="{78239A89-1D1E-4B7E-AA35-0223DFE07236}"/>
          </ac:cxnSpMkLst>
        </pc:cxnChg>
      </pc:sldChg>
      <pc:sldChg chg="add del">
        <pc:chgData name="vidushi dadu" userId="8f6edd75c0a5619a" providerId="LiveId" clId="{4A1D7BB4-DB2B-401C-9583-309F517E6E8F}" dt="2020-10-11T08:36:37.970" v="4655"/>
        <pc:sldMkLst>
          <pc:docMk/>
          <pc:sldMk cId="1879064416" sldId="1328"/>
        </pc:sldMkLst>
      </pc:sldChg>
      <pc:sldChg chg="addSp delSp modSp add del modAnim">
        <pc:chgData name="vidushi dadu" userId="8f6edd75c0a5619a" providerId="LiveId" clId="{4A1D7BB4-DB2B-401C-9583-309F517E6E8F}" dt="2020-10-11T08:36:33.338" v="4653" actId="2696"/>
        <pc:sldMkLst>
          <pc:docMk/>
          <pc:sldMk cId="1898843910" sldId="1329"/>
        </pc:sldMkLst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7" creationId="{3EC245EA-507D-40CE-9AD5-BC0C2C00AAB6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9" creationId="{67494E2D-0D68-415F-BBC9-D3E0722E3AC6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10" creationId="{DF64D5E7-C5AD-456C-A9A3-D9BC301526BC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11" creationId="{B678D05E-971F-4874-B366-4BBB33405A40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14" creationId="{1411CC04-79A2-42E3-8319-16A800B23FC2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15" creationId="{23B441D9-3168-4D6D-85D5-19AB7050ED35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16" creationId="{2D9357FC-E7C0-4F56-8459-4CE3A2AEC5F0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18" creationId="{E45118D4-E679-42D4-8486-835A594F42D9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19" creationId="{A68A90F1-226B-449D-8A77-8F3D56949077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20" creationId="{74EBAE25-117F-4771-81CF-10A254B2635D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22" creationId="{BAEDFB82-3B8A-4798-AA1C-04460D00FCFF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24" creationId="{EF7244C9-4D70-4202-88E6-5F55E7F8B8FA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25" creationId="{DBE4C397-EEAC-4F09-B8C5-5D8BF8595458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26" creationId="{6504EAE4-4C2D-48F0-AA0D-9A649B021325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27" creationId="{675508F2-4348-4C18-86B9-2D7F050E2F5F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28" creationId="{456A08F7-6D9C-4C0A-A635-24EB4DB19E9D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29" creationId="{E915B177-1555-441B-9771-B1C094FC411A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30" creationId="{1A6FD89B-27EC-47E9-A6DA-DF6BD5035641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31" creationId="{2B2A7E88-F832-4A7D-9D8D-3E076F39E284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32" creationId="{57F155BF-8887-498E-8182-F9DAEE16D728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33" creationId="{D6A38E5B-1BAD-4468-82AD-83E925250394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34" creationId="{E929148A-E937-43E4-854F-2EDBDE51856D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35" creationId="{48E589A7-142C-495A-A5C6-D0CF24E3400E}"/>
          </ac:spMkLst>
        </pc:spChg>
        <pc:spChg chg="del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36" creationId="{B82D47B7-B15D-4CAA-8CDF-D28C375B85CC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74" creationId="{3EAE5294-4707-4090-B9F3-14BE1D645C16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75" creationId="{BBFA3DE3-010A-4D5A-A8BA-BE5CD14BD0F1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76" creationId="{253F39A5-94FC-4F06-9DC8-E116FC24D640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77" creationId="{B67844BD-5522-426C-ADBC-58630EEC3FF4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78" creationId="{9D28AFEE-F1C1-476D-889B-88483C324DCB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83" creationId="{DFAFA129-4EDA-4481-88F3-4EFE46154B92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89" creationId="{7F0D6002-4BC3-42D1-A8C1-26F33F32E088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90" creationId="{E8E16BA1-3990-4215-9B1E-6F544FC6B408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92" creationId="{CB85CB4D-9D35-4085-B6A4-477507312397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93" creationId="{449B179F-1A8D-47BF-83A9-CD476BF38CCD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94" creationId="{C144338F-17C1-4113-BCCD-1F6C46075D83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95" creationId="{25A15318-7895-435D-AAFE-6BC36BA04798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96" creationId="{44F6352B-F938-4B73-B366-8EF170C76162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97" creationId="{D6C32104-45AC-4089-903A-D8DD85EB82FA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98" creationId="{CEA5F6B5-CAE5-43C5-9BD9-A3B9CE9DC33C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99" creationId="{FA680C52-C16B-4089-903C-B88A57A1C1A3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100" creationId="{F713B29B-89E8-428F-9180-395E1B35F89E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101" creationId="{37C92F10-580E-4383-A8D5-9D44DCD2582E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102" creationId="{817D7883-E49F-465B-AAAB-5736AA039815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104" creationId="{397686C6-6DFF-4371-94C6-161299ED2790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105" creationId="{A62451E8-E2F0-4A2E-A642-7A92FB499325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106" creationId="{9AAFDDC1-97E3-40A1-9969-45DDF1EDFB9C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107" creationId="{9CFEFC86-64D8-42CC-A806-1F96062D2C8E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108" creationId="{F925D16B-806F-4DF9-A24A-A7BB4FCFA12C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109" creationId="{FE2E9270-0D10-4810-B817-3B4829B8004A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110" creationId="{00EDABA3-18D0-4034-A81E-F8761A648D76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111" creationId="{042C28C4-91A9-4A96-9782-E53A266A7F33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113" creationId="{753BE68F-153C-40F6-ADEE-FBCE34E81782}"/>
          </ac:spMkLst>
        </pc:spChg>
        <pc:spChg chg="add del">
          <ac:chgData name="vidushi dadu" userId="8f6edd75c0a5619a" providerId="LiveId" clId="{4A1D7BB4-DB2B-401C-9583-309F517E6E8F}" dt="2020-10-10T02:52:11.127" v="4456"/>
          <ac:spMkLst>
            <pc:docMk/>
            <pc:sldMk cId="1898843910" sldId="1329"/>
            <ac:spMk id="114" creationId="{92D02BE7-9977-45B4-A574-438F17D5F1CC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15" creationId="{74E26E71-8D48-4900-9CC4-8B3F4878ED60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16" creationId="{257BCBB5-E816-404E-BAAB-2B49BFA82715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17" creationId="{273DBAC1-80E0-471C-8567-343C6795B40B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18" creationId="{E94FE564-650F-4CCC-8432-AB0FCCA2F7E1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19" creationId="{1AE42C1F-BFB1-4F2F-953A-1FB855239E02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24" creationId="{E4E096FA-4869-4F9C-983E-BFB4F35C92BB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30" creationId="{ACDDD790-6A91-403E-8FD6-37F73B8EE313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31" creationId="{C98CFFFD-63BA-4E50-8EC8-2EB10759D2E9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33" creationId="{2AE98153-1067-4985-9097-2DE72CD1E6C7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34" creationId="{F7E20790-1D01-42F2-A66F-5D803369AC84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35" creationId="{A6BA532E-84A1-4A27-97D0-E4017566D26A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36" creationId="{00962765-69D2-4B5C-BD4F-BCA2473EC2C7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37" creationId="{4311B246-5B2C-49FC-9254-86D18EA9C58E}"/>
          </ac:spMkLst>
        </pc:spChg>
        <pc:spChg chg="add del mod">
          <ac:chgData name="vidushi dadu" userId="8f6edd75c0a5619a" providerId="LiveId" clId="{4A1D7BB4-DB2B-401C-9583-309F517E6E8F}" dt="2020-10-10T02:52:58.947" v="4569" actId="478"/>
          <ac:spMkLst>
            <pc:docMk/>
            <pc:sldMk cId="1898843910" sldId="1329"/>
            <ac:spMk id="138" creationId="{896335B8-B9A0-4A26-A8BC-681CBBCABCBE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39" creationId="{8E7B001C-AD6B-4564-A367-B6AA7D2EA388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40" creationId="{75071635-64EB-4A91-B34E-67FD331C41F2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41" creationId="{BC099ECC-9341-4FF4-B6DC-3478A537B78B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42" creationId="{3C2A8D10-5B9F-483F-8D74-7E916B7EA915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43" creationId="{11F8F08A-4C7C-4999-8AC3-CFDB4CD6688C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45" creationId="{BF271684-55B0-433C-B8F5-7E96853E06CD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46" creationId="{A606F740-AB9D-45D5-9903-066BF47A294F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47" creationId="{2BC49A74-E714-4092-9187-21504D8E8766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48" creationId="{88CE67B7-59F3-4AA9-A939-1C212C425D49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49" creationId="{1EC6D441-6949-40B1-BDEB-D9A6BE154381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54" creationId="{1C1054D4-5AB2-4253-8E3F-ED1C2D3926FC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60" creationId="{088C02A4-211F-43D6-8C18-AB94F98D063C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61" creationId="{7DF8858A-62BB-48C0-B0EF-B5DCF531FE86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63" creationId="{CC94306D-D1DF-47CF-8391-D2C7EEAC6641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64" creationId="{1834F73C-CBA8-4CBD-9B8A-E75F8CEE90C7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65" creationId="{A34D3C01-E056-44A0-92CB-8DD8E2778026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66" creationId="{99EE1614-D00F-4EB3-974B-985A6BD7FF31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67" creationId="{382CFEC4-8511-498A-9EAD-F968F6712420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68" creationId="{D33D8F9C-90F0-418E-A8DE-BA7DC0DC1F37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69" creationId="{2E08465A-4BA3-4217-A84E-D63B461829D5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70" creationId="{4E7BCD3A-0A22-4B30-811E-31225CF28898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71" creationId="{B40C1B13-BCC5-4BD8-A4E5-D5F65FF75FED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72" creationId="{998B69F6-C973-4ED8-ADBC-15A101168708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73" creationId="{579C6861-240B-47F3-8E16-D1E9473AFC18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75" creationId="{F257C3F3-2335-449A-92D6-224FDEB96479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76" creationId="{B619F94F-7112-467A-BB4A-02FFAB31A088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77" creationId="{6EF3ED8A-81F1-4292-B430-A1AD24C6BD55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78" creationId="{2F64A2D0-ACB7-4102-B880-19ACA94555B1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79" creationId="{D31DAB64-CE23-4C28-AD0C-4FFAA2A4137C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80" creationId="{02A91CDE-511E-40EA-BD5A-BC5F0DDBBA19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81" creationId="{CFE041AB-01D9-4EAE-ABFC-90E04E7EBD25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82" creationId="{821B59C7-4F5B-4E5E-A300-E121121205D9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83" creationId="{371DC1F5-8B86-488D-8302-2F6C9BDC9B1D}"/>
          </ac:spMkLst>
        </pc:spChg>
        <pc:spChg chg="del">
          <ac:chgData name="vidushi dadu" userId="8f6edd75c0a5619a" providerId="LiveId" clId="{4A1D7BB4-DB2B-401C-9583-309F517E6E8F}" dt="2020-10-10T02:52:07.720" v="4454" actId="478"/>
          <ac:spMkLst>
            <pc:docMk/>
            <pc:sldMk cId="1898843910" sldId="1329"/>
            <ac:spMk id="185" creationId="{2F2FE9D6-5373-4262-8B28-C331B019BF48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86" creationId="{B4AFB4E3-F9B2-4409-B46D-F45FC3945416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87" creationId="{CFD00000-1E92-471E-98DF-A646C6359212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88" creationId="{F80FD388-07B3-4F67-A1B1-54BB3B73B428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89" creationId="{9450DA6F-2BC0-4AC3-B761-E28AC1E9A5A8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90" creationId="{B5C60E69-B01F-4955-8AB8-5FCDB293982D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91" creationId="{0F079722-A9C8-4067-A182-D789723EB446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92" creationId="{B4DEC5DF-5EFF-4445-BE2B-1EFF04C7D381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93" creationId="{17D4C0CE-5468-4B08-A922-D44FA831A084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95" creationId="{149D2A54-B544-4643-A38F-5955E2D125FF}"/>
          </ac:spMkLst>
        </pc:spChg>
        <pc:spChg chg="add mod">
          <ac:chgData name="vidushi dadu" userId="8f6edd75c0a5619a" providerId="LiveId" clId="{4A1D7BB4-DB2B-401C-9583-309F517E6E8F}" dt="2020-10-10T02:52:22.113" v="4562" actId="1035"/>
          <ac:spMkLst>
            <pc:docMk/>
            <pc:sldMk cId="1898843910" sldId="1329"/>
            <ac:spMk id="196" creationId="{F26F4108-2BAE-4308-8A97-53089559D430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198" creationId="{84D17890-8FDC-4428-8B89-607371D721D4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00" creationId="{4577CD60-64EA-4D21-82E0-4928DC110DF3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01" creationId="{17819810-8E98-49F2-8C29-126E700AE4EA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02" creationId="{FCC9F3A9-338A-48EA-82BB-31595BD88374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05" creationId="{D56AEF0F-7F92-4AB8-A8C5-3E0B42928C7C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06" creationId="{91BD7587-45FB-416A-A743-489B1ACF298F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07" creationId="{67B00CBB-C90C-48CA-950D-6A4553DD174B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09" creationId="{5A5210A1-94FA-419A-922F-E2B29B9EE782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10" creationId="{F1A42479-B372-4472-AF3B-CA5ACAFCAF86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11" creationId="{F1597909-1540-4FCF-8AE4-4B52A7D3095F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13" creationId="{797D2B2C-A214-4BB4-8F13-32229C74077F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14" creationId="{587684B4-7B92-4BD8-B7A9-F47E9B331817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15" creationId="{FFA27B18-2647-4C65-A231-9FA702A28484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16" creationId="{365A8D62-AD8B-41DE-A2C6-02C4612617DE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17" creationId="{24C4C421-EC31-4DEB-A67D-2AB122EC1000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18" creationId="{0D8AD224-C445-4DBF-9FE6-E621B6EB2287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19" creationId="{2DC82BB9-533F-4D50-95EB-A6685F8E883F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20" creationId="{2F323910-B63E-4A29-86ED-8CD3472289C3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21" creationId="{82F9E392-5E2D-44F9-963E-968223B64F5D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22" creationId="{7E87DDAE-CC01-4892-885C-6BAD91D6083F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23" creationId="{91CE84F3-1B1D-4ECE-A806-65C1DBFD7DDF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24" creationId="{A0BCAB03-8080-4335-9EEE-D735505E56D3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25" creationId="{434F0A1D-E6AF-4C07-BE87-1E26366A5B1B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26" creationId="{B0BF1948-823E-4531-A08D-10B4E31AAFD6}"/>
          </ac:spMkLst>
        </pc:spChg>
        <pc:spChg chg="add">
          <ac:chgData name="vidushi dadu" userId="8f6edd75c0a5619a" providerId="LiveId" clId="{4A1D7BB4-DB2B-401C-9583-309F517E6E8F}" dt="2020-10-10T02:52:59.517" v="4570"/>
          <ac:spMkLst>
            <pc:docMk/>
            <pc:sldMk cId="1898843910" sldId="1329"/>
            <ac:spMk id="227" creationId="{0AC8D10E-0614-47A3-881A-BEE5BA0D878B}"/>
          </ac:spMkLst>
        </pc:spChg>
        <pc:graphicFrameChg chg="del">
          <ac:chgData name="vidushi dadu" userId="8f6edd75c0a5619a" providerId="LiveId" clId="{4A1D7BB4-DB2B-401C-9583-309F517E6E8F}" dt="2020-10-10T02:52:58.947" v="4569" actId="478"/>
          <ac:graphicFrameMkLst>
            <pc:docMk/>
            <pc:sldMk cId="1898843910" sldId="1329"/>
            <ac:graphicFrameMk id="6" creationId="{9B9B4AD0-177A-4BB6-A494-6B3017D83161}"/>
          </ac:graphicFrameMkLst>
        </pc:graphicFrameChg>
        <pc:graphicFrameChg chg="del">
          <ac:chgData name="vidushi dadu" userId="8f6edd75c0a5619a" providerId="LiveId" clId="{4A1D7BB4-DB2B-401C-9583-309F517E6E8F}" dt="2020-10-10T02:52:58.947" v="4569" actId="478"/>
          <ac:graphicFrameMkLst>
            <pc:docMk/>
            <pc:sldMk cId="1898843910" sldId="1329"/>
            <ac:graphicFrameMk id="8" creationId="{CE570CC2-D209-4585-AAF2-CDB46519C1F2}"/>
          </ac:graphicFrameMkLst>
        </pc:graphicFrameChg>
        <pc:graphicFrameChg chg="del">
          <ac:chgData name="vidushi dadu" userId="8f6edd75c0a5619a" providerId="LiveId" clId="{4A1D7BB4-DB2B-401C-9583-309F517E6E8F}" dt="2020-10-10T02:52:58.947" v="4569" actId="478"/>
          <ac:graphicFrameMkLst>
            <pc:docMk/>
            <pc:sldMk cId="1898843910" sldId="1329"/>
            <ac:graphicFrameMk id="12" creationId="{59150149-38B6-4875-9399-7491F0D99F09}"/>
          </ac:graphicFrameMkLst>
        </pc:graphicFrameChg>
        <pc:graphicFrameChg chg="del">
          <ac:chgData name="vidushi dadu" userId="8f6edd75c0a5619a" providerId="LiveId" clId="{4A1D7BB4-DB2B-401C-9583-309F517E6E8F}" dt="2020-10-10T02:52:58.947" v="4569" actId="478"/>
          <ac:graphicFrameMkLst>
            <pc:docMk/>
            <pc:sldMk cId="1898843910" sldId="1329"/>
            <ac:graphicFrameMk id="13" creationId="{0CDC774E-887B-436C-A103-A29CF558FFC2}"/>
          </ac:graphicFrameMkLst>
        </pc:graphicFrameChg>
        <pc:graphicFrameChg chg="add">
          <ac:chgData name="vidushi dadu" userId="8f6edd75c0a5619a" providerId="LiveId" clId="{4A1D7BB4-DB2B-401C-9583-309F517E6E8F}" dt="2020-10-10T02:52:59.517" v="4570"/>
          <ac:graphicFrameMkLst>
            <pc:docMk/>
            <pc:sldMk cId="1898843910" sldId="1329"/>
            <ac:graphicFrameMk id="197" creationId="{888028B1-E0C7-4C99-901A-BCE9986A891D}"/>
          </ac:graphicFrameMkLst>
        </pc:graphicFrameChg>
        <pc:graphicFrameChg chg="add">
          <ac:chgData name="vidushi dadu" userId="8f6edd75c0a5619a" providerId="LiveId" clId="{4A1D7BB4-DB2B-401C-9583-309F517E6E8F}" dt="2020-10-10T02:52:59.517" v="4570"/>
          <ac:graphicFrameMkLst>
            <pc:docMk/>
            <pc:sldMk cId="1898843910" sldId="1329"/>
            <ac:graphicFrameMk id="199" creationId="{40AC9286-7A6A-4335-814A-BE83085A4F63}"/>
          </ac:graphicFrameMkLst>
        </pc:graphicFrameChg>
        <pc:graphicFrameChg chg="add">
          <ac:chgData name="vidushi dadu" userId="8f6edd75c0a5619a" providerId="LiveId" clId="{4A1D7BB4-DB2B-401C-9583-309F517E6E8F}" dt="2020-10-10T02:52:59.517" v="4570"/>
          <ac:graphicFrameMkLst>
            <pc:docMk/>
            <pc:sldMk cId="1898843910" sldId="1329"/>
            <ac:graphicFrameMk id="203" creationId="{61A8BD67-3701-498E-89D9-01F07C056012}"/>
          </ac:graphicFrameMkLst>
        </pc:graphicFrameChg>
        <pc:graphicFrameChg chg="add">
          <ac:chgData name="vidushi dadu" userId="8f6edd75c0a5619a" providerId="LiveId" clId="{4A1D7BB4-DB2B-401C-9583-309F517E6E8F}" dt="2020-10-10T02:52:59.517" v="4570"/>
          <ac:graphicFrameMkLst>
            <pc:docMk/>
            <pc:sldMk cId="1898843910" sldId="1329"/>
            <ac:graphicFrameMk id="204" creationId="{BCA2BB02-B653-41E4-8D7E-3A3D7B408C50}"/>
          </ac:graphicFrameMkLst>
        </pc:graphicFrameChg>
        <pc:picChg chg="add del">
          <ac:chgData name="vidushi dadu" userId="8f6edd75c0a5619a" providerId="LiveId" clId="{4A1D7BB4-DB2B-401C-9583-309F517E6E8F}" dt="2020-10-10T02:52:11.127" v="4456"/>
          <ac:picMkLst>
            <pc:docMk/>
            <pc:sldMk cId="1898843910" sldId="1329"/>
            <ac:picMk id="112" creationId="{A0FDFE17-F79F-43DE-8A3F-AE6512334351}"/>
          </ac:picMkLst>
        </pc:picChg>
        <pc:picChg chg="del">
          <ac:chgData name="vidushi dadu" userId="8f6edd75c0a5619a" providerId="LiveId" clId="{4A1D7BB4-DB2B-401C-9583-309F517E6E8F}" dt="2020-10-10T02:52:07.720" v="4454" actId="478"/>
          <ac:picMkLst>
            <pc:docMk/>
            <pc:sldMk cId="1898843910" sldId="1329"/>
            <ac:picMk id="184" creationId="{946C010F-190A-46F2-B5D5-4645724AE8D6}"/>
          </ac:picMkLst>
        </pc:picChg>
        <pc:picChg chg="add mod">
          <ac:chgData name="vidushi dadu" userId="8f6edd75c0a5619a" providerId="LiveId" clId="{4A1D7BB4-DB2B-401C-9583-309F517E6E8F}" dt="2020-10-10T02:52:22.113" v="4562" actId="1035"/>
          <ac:picMkLst>
            <pc:docMk/>
            <pc:sldMk cId="1898843910" sldId="1329"/>
            <ac:picMk id="194" creationId="{419EC05C-FD2E-40D6-A358-084A12478E04}"/>
          </ac:picMkLst>
        </pc:picChg>
        <pc:cxnChg chg="del">
          <ac:chgData name="vidushi dadu" userId="8f6edd75c0a5619a" providerId="LiveId" clId="{4A1D7BB4-DB2B-401C-9583-309F517E6E8F}" dt="2020-10-10T02:52:58.947" v="4569" actId="478"/>
          <ac:cxnSpMkLst>
            <pc:docMk/>
            <pc:sldMk cId="1898843910" sldId="1329"/>
            <ac:cxnSpMk id="17" creationId="{2113FD8C-F8AF-4882-9E8A-212B5C513FFF}"/>
          </ac:cxnSpMkLst>
        </pc:cxnChg>
        <pc:cxnChg chg="del">
          <ac:chgData name="vidushi dadu" userId="8f6edd75c0a5619a" providerId="LiveId" clId="{4A1D7BB4-DB2B-401C-9583-309F517E6E8F}" dt="2020-10-10T02:52:58.947" v="4569" actId="478"/>
          <ac:cxnSpMkLst>
            <pc:docMk/>
            <pc:sldMk cId="1898843910" sldId="1329"/>
            <ac:cxnSpMk id="21" creationId="{E774776E-7E61-41DE-84CA-E2F234E10418}"/>
          </ac:cxnSpMkLst>
        </pc:cxnChg>
        <pc:cxnChg chg="add del">
          <ac:chgData name="vidushi dadu" userId="8f6edd75c0a5619a" providerId="LiveId" clId="{4A1D7BB4-DB2B-401C-9583-309F517E6E8F}" dt="2020-10-10T02:52:11.127" v="4456"/>
          <ac:cxnSpMkLst>
            <pc:docMk/>
            <pc:sldMk cId="1898843910" sldId="1329"/>
            <ac:cxnSpMk id="79" creationId="{97653799-6DDB-4197-B4B4-075176245F9A}"/>
          </ac:cxnSpMkLst>
        </pc:cxnChg>
        <pc:cxnChg chg="add del">
          <ac:chgData name="vidushi dadu" userId="8f6edd75c0a5619a" providerId="LiveId" clId="{4A1D7BB4-DB2B-401C-9583-309F517E6E8F}" dt="2020-10-10T02:52:11.127" v="4456"/>
          <ac:cxnSpMkLst>
            <pc:docMk/>
            <pc:sldMk cId="1898843910" sldId="1329"/>
            <ac:cxnSpMk id="80" creationId="{3DD3ECBC-0F2B-41F7-BF68-8CCAEC0D898D}"/>
          </ac:cxnSpMkLst>
        </pc:cxnChg>
        <pc:cxnChg chg="add del">
          <ac:chgData name="vidushi dadu" userId="8f6edd75c0a5619a" providerId="LiveId" clId="{4A1D7BB4-DB2B-401C-9583-309F517E6E8F}" dt="2020-10-10T02:52:11.127" v="4456"/>
          <ac:cxnSpMkLst>
            <pc:docMk/>
            <pc:sldMk cId="1898843910" sldId="1329"/>
            <ac:cxnSpMk id="81" creationId="{628BF6C4-7E4A-463E-9E59-7070417D42AC}"/>
          </ac:cxnSpMkLst>
        </pc:cxnChg>
        <pc:cxnChg chg="add del">
          <ac:chgData name="vidushi dadu" userId="8f6edd75c0a5619a" providerId="LiveId" clId="{4A1D7BB4-DB2B-401C-9583-309F517E6E8F}" dt="2020-10-10T02:52:11.127" v="4456"/>
          <ac:cxnSpMkLst>
            <pc:docMk/>
            <pc:sldMk cId="1898843910" sldId="1329"/>
            <ac:cxnSpMk id="82" creationId="{B15505CD-4B6B-4538-BA9F-BB71593AB282}"/>
          </ac:cxnSpMkLst>
        </pc:cxnChg>
        <pc:cxnChg chg="add del">
          <ac:chgData name="vidushi dadu" userId="8f6edd75c0a5619a" providerId="LiveId" clId="{4A1D7BB4-DB2B-401C-9583-309F517E6E8F}" dt="2020-10-10T02:52:11.127" v="4456"/>
          <ac:cxnSpMkLst>
            <pc:docMk/>
            <pc:sldMk cId="1898843910" sldId="1329"/>
            <ac:cxnSpMk id="84" creationId="{5702D570-EDD8-40ED-9F22-DBE18BA1A7EC}"/>
          </ac:cxnSpMkLst>
        </pc:cxnChg>
        <pc:cxnChg chg="add del">
          <ac:chgData name="vidushi dadu" userId="8f6edd75c0a5619a" providerId="LiveId" clId="{4A1D7BB4-DB2B-401C-9583-309F517E6E8F}" dt="2020-10-10T02:52:11.127" v="4456"/>
          <ac:cxnSpMkLst>
            <pc:docMk/>
            <pc:sldMk cId="1898843910" sldId="1329"/>
            <ac:cxnSpMk id="85" creationId="{C32CF98F-FB2E-48BA-B66B-AEC5BA979718}"/>
          </ac:cxnSpMkLst>
        </pc:cxnChg>
        <pc:cxnChg chg="add del">
          <ac:chgData name="vidushi dadu" userId="8f6edd75c0a5619a" providerId="LiveId" clId="{4A1D7BB4-DB2B-401C-9583-309F517E6E8F}" dt="2020-10-10T02:52:11.127" v="4456"/>
          <ac:cxnSpMkLst>
            <pc:docMk/>
            <pc:sldMk cId="1898843910" sldId="1329"/>
            <ac:cxnSpMk id="86" creationId="{9E7025D1-CF26-400B-8CD1-E99BD4DDD6D7}"/>
          </ac:cxnSpMkLst>
        </pc:cxnChg>
        <pc:cxnChg chg="add del">
          <ac:chgData name="vidushi dadu" userId="8f6edd75c0a5619a" providerId="LiveId" clId="{4A1D7BB4-DB2B-401C-9583-309F517E6E8F}" dt="2020-10-10T02:52:11.127" v="4456"/>
          <ac:cxnSpMkLst>
            <pc:docMk/>
            <pc:sldMk cId="1898843910" sldId="1329"/>
            <ac:cxnSpMk id="87" creationId="{AF4A5524-F57F-4E1D-B422-B238165AD40B}"/>
          </ac:cxnSpMkLst>
        </pc:cxnChg>
        <pc:cxnChg chg="add del">
          <ac:chgData name="vidushi dadu" userId="8f6edd75c0a5619a" providerId="LiveId" clId="{4A1D7BB4-DB2B-401C-9583-309F517E6E8F}" dt="2020-10-10T02:52:11.127" v="4456"/>
          <ac:cxnSpMkLst>
            <pc:docMk/>
            <pc:sldMk cId="1898843910" sldId="1329"/>
            <ac:cxnSpMk id="88" creationId="{B270F3CE-3142-48A2-A5E9-A5E685A2A1C9}"/>
          </ac:cxnSpMkLst>
        </pc:cxnChg>
        <pc:cxnChg chg="add del">
          <ac:chgData name="vidushi dadu" userId="8f6edd75c0a5619a" providerId="LiveId" clId="{4A1D7BB4-DB2B-401C-9583-309F517E6E8F}" dt="2020-10-10T02:52:11.127" v="4456"/>
          <ac:cxnSpMkLst>
            <pc:docMk/>
            <pc:sldMk cId="1898843910" sldId="1329"/>
            <ac:cxnSpMk id="91" creationId="{3BE8B4DF-CD2F-4029-80A0-61ACF983F78A}"/>
          </ac:cxnSpMkLst>
        </pc:cxnChg>
        <pc:cxnChg chg="add del">
          <ac:chgData name="vidushi dadu" userId="8f6edd75c0a5619a" providerId="LiveId" clId="{4A1D7BB4-DB2B-401C-9583-309F517E6E8F}" dt="2020-10-10T02:52:11.127" v="4456"/>
          <ac:cxnSpMkLst>
            <pc:docMk/>
            <pc:sldMk cId="1898843910" sldId="1329"/>
            <ac:cxnSpMk id="103" creationId="{2F11F5BB-2E18-472B-8279-72E35B2FAC09}"/>
          </ac:cxnSpMkLst>
        </pc:cxnChg>
        <pc:cxnChg chg="add mod">
          <ac:chgData name="vidushi dadu" userId="8f6edd75c0a5619a" providerId="LiveId" clId="{4A1D7BB4-DB2B-401C-9583-309F517E6E8F}" dt="2020-10-10T02:52:22.113" v="4562" actId="1035"/>
          <ac:cxnSpMkLst>
            <pc:docMk/>
            <pc:sldMk cId="1898843910" sldId="1329"/>
            <ac:cxnSpMk id="120" creationId="{01F88BF8-98FD-4597-BD17-4A8A7274406B}"/>
          </ac:cxnSpMkLst>
        </pc:cxnChg>
        <pc:cxnChg chg="add mod">
          <ac:chgData name="vidushi dadu" userId="8f6edd75c0a5619a" providerId="LiveId" clId="{4A1D7BB4-DB2B-401C-9583-309F517E6E8F}" dt="2020-10-10T02:52:22.113" v="4562" actId="1035"/>
          <ac:cxnSpMkLst>
            <pc:docMk/>
            <pc:sldMk cId="1898843910" sldId="1329"/>
            <ac:cxnSpMk id="121" creationId="{E27FF5CE-F6E5-4CF1-AAA5-87F503E70B6B}"/>
          </ac:cxnSpMkLst>
        </pc:cxnChg>
        <pc:cxnChg chg="add mod">
          <ac:chgData name="vidushi dadu" userId="8f6edd75c0a5619a" providerId="LiveId" clId="{4A1D7BB4-DB2B-401C-9583-309F517E6E8F}" dt="2020-10-10T02:52:22.113" v="4562" actId="1035"/>
          <ac:cxnSpMkLst>
            <pc:docMk/>
            <pc:sldMk cId="1898843910" sldId="1329"/>
            <ac:cxnSpMk id="122" creationId="{B8AC7228-35EE-4E34-83E1-AC2100F7ACAA}"/>
          </ac:cxnSpMkLst>
        </pc:cxnChg>
        <pc:cxnChg chg="add mod">
          <ac:chgData name="vidushi dadu" userId="8f6edd75c0a5619a" providerId="LiveId" clId="{4A1D7BB4-DB2B-401C-9583-309F517E6E8F}" dt="2020-10-10T02:52:22.113" v="4562" actId="1035"/>
          <ac:cxnSpMkLst>
            <pc:docMk/>
            <pc:sldMk cId="1898843910" sldId="1329"/>
            <ac:cxnSpMk id="123" creationId="{3CA7DB87-18FB-4595-AB98-08337D015C6C}"/>
          </ac:cxnSpMkLst>
        </pc:cxnChg>
        <pc:cxnChg chg="add mod">
          <ac:chgData name="vidushi dadu" userId="8f6edd75c0a5619a" providerId="LiveId" clId="{4A1D7BB4-DB2B-401C-9583-309F517E6E8F}" dt="2020-10-10T02:52:22.113" v="4562" actId="1035"/>
          <ac:cxnSpMkLst>
            <pc:docMk/>
            <pc:sldMk cId="1898843910" sldId="1329"/>
            <ac:cxnSpMk id="125" creationId="{2EED7ED8-3E2A-4516-AF04-6BE31AFE1D7D}"/>
          </ac:cxnSpMkLst>
        </pc:cxnChg>
        <pc:cxnChg chg="add mod">
          <ac:chgData name="vidushi dadu" userId="8f6edd75c0a5619a" providerId="LiveId" clId="{4A1D7BB4-DB2B-401C-9583-309F517E6E8F}" dt="2020-10-10T02:52:22.113" v="4562" actId="1035"/>
          <ac:cxnSpMkLst>
            <pc:docMk/>
            <pc:sldMk cId="1898843910" sldId="1329"/>
            <ac:cxnSpMk id="126" creationId="{39F1461F-7F99-4B80-8EFE-3427B5F91879}"/>
          </ac:cxnSpMkLst>
        </pc:cxnChg>
        <pc:cxnChg chg="add mod">
          <ac:chgData name="vidushi dadu" userId="8f6edd75c0a5619a" providerId="LiveId" clId="{4A1D7BB4-DB2B-401C-9583-309F517E6E8F}" dt="2020-10-10T02:52:22.113" v="4562" actId="1035"/>
          <ac:cxnSpMkLst>
            <pc:docMk/>
            <pc:sldMk cId="1898843910" sldId="1329"/>
            <ac:cxnSpMk id="127" creationId="{EB7F2770-5E99-4ED0-B368-427049290549}"/>
          </ac:cxnSpMkLst>
        </pc:cxnChg>
        <pc:cxnChg chg="add mod">
          <ac:chgData name="vidushi dadu" userId="8f6edd75c0a5619a" providerId="LiveId" clId="{4A1D7BB4-DB2B-401C-9583-309F517E6E8F}" dt="2020-10-10T02:52:22.113" v="4562" actId="1035"/>
          <ac:cxnSpMkLst>
            <pc:docMk/>
            <pc:sldMk cId="1898843910" sldId="1329"/>
            <ac:cxnSpMk id="128" creationId="{060399BA-5C01-4756-A5BC-EB90561A6081}"/>
          </ac:cxnSpMkLst>
        </pc:cxnChg>
        <pc:cxnChg chg="add del mod">
          <ac:chgData name="vidushi dadu" userId="8f6edd75c0a5619a" providerId="LiveId" clId="{4A1D7BB4-DB2B-401C-9583-309F517E6E8F}" dt="2020-10-10T02:52:58.947" v="4569" actId="478"/>
          <ac:cxnSpMkLst>
            <pc:docMk/>
            <pc:sldMk cId="1898843910" sldId="1329"/>
            <ac:cxnSpMk id="129" creationId="{F5D00C2B-08A3-48F2-8110-3F2B960A49B1}"/>
          </ac:cxnSpMkLst>
        </pc:cxnChg>
        <pc:cxnChg chg="add mod">
          <ac:chgData name="vidushi dadu" userId="8f6edd75c0a5619a" providerId="LiveId" clId="{4A1D7BB4-DB2B-401C-9583-309F517E6E8F}" dt="2020-10-10T02:52:22.113" v="4562" actId="1035"/>
          <ac:cxnSpMkLst>
            <pc:docMk/>
            <pc:sldMk cId="1898843910" sldId="1329"/>
            <ac:cxnSpMk id="132" creationId="{20DCF3B5-4B0E-4F38-998C-AD2A3BD1C245}"/>
          </ac:cxnSpMkLst>
        </pc:cxnChg>
        <pc:cxnChg chg="add mod">
          <ac:chgData name="vidushi dadu" userId="8f6edd75c0a5619a" providerId="LiveId" clId="{4A1D7BB4-DB2B-401C-9583-309F517E6E8F}" dt="2020-10-10T02:52:22.113" v="4562" actId="1035"/>
          <ac:cxnSpMkLst>
            <pc:docMk/>
            <pc:sldMk cId="1898843910" sldId="1329"/>
            <ac:cxnSpMk id="144" creationId="{D363BE7C-9A5B-4B1B-9900-CC827F98DDFE}"/>
          </ac:cxnSpMkLst>
        </pc:cxnChg>
        <pc:cxnChg chg="del mod">
          <ac:chgData name="vidushi dadu" userId="8f6edd75c0a5619a" providerId="LiveId" clId="{4A1D7BB4-DB2B-401C-9583-309F517E6E8F}" dt="2020-10-10T02:52:07.720" v="4454" actId="478"/>
          <ac:cxnSpMkLst>
            <pc:docMk/>
            <pc:sldMk cId="1898843910" sldId="1329"/>
            <ac:cxnSpMk id="150" creationId="{4FFDA05A-C08C-4984-A160-4BE4F99FB7B6}"/>
          </ac:cxnSpMkLst>
        </pc:cxnChg>
        <pc:cxnChg chg="del mod">
          <ac:chgData name="vidushi dadu" userId="8f6edd75c0a5619a" providerId="LiveId" clId="{4A1D7BB4-DB2B-401C-9583-309F517E6E8F}" dt="2020-10-10T02:52:07.720" v="4454" actId="478"/>
          <ac:cxnSpMkLst>
            <pc:docMk/>
            <pc:sldMk cId="1898843910" sldId="1329"/>
            <ac:cxnSpMk id="151" creationId="{54DAF8B7-C21C-4CE4-A555-B4BF0D59D551}"/>
          </ac:cxnSpMkLst>
        </pc:cxnChg>
        <pc:cxnChg chg="del mod">
          <ac:chgData name="vidushi dadu" userId="8f6edd75c0a5619a" providerId="LiveId" clId="{4A1D7BB4-DB2B-401C-9583-309F517E6E8F}" dt="2020-10-10T02:52:07.720" v="4454" actId="478"/>
          <ac:cxnSpMkLst>
            <pc:docMk/>
            <pc:sldMk cId="1898843910" sldId="1329"/>
            <ac:cxnSpMk id="152" creationId="{B05EAC61-AA5D-44E5-9686-8A2F6C0303A6}"/>
          </ac:cxnSpMkLst>
        </pc:cxnChg>
        <pc:cxnChg chg="del mod">
          <ac:chgData name="vidushi dadu" userId="8f6edd75c0a5619a" providerId="LiveId" clId="{4A1D7BB4-DB2B-401C-9583-309F517E6E8F}" dt="2020-10-10T02:52:07.720" v="4454" actId="478"/>
          <ac:cxnSpMkLst>
            <pc:docMk/>
            <pc:sldMk cId="1898843910" sldId="1329"/>
            <ac:cxnSpMk id="153" creationId="{D1D881E3-45F3-4BF0-B884-FE17F9DF9DB1}"/>
          </ac:cxnSpMkLst>
        </pc:cxnChg>
        <pc:cxnChg chg="del mod">
          <ac:chgData name="vidushi dadu" userId="8f6edd75c0a5619a" providerId="LiveId" clId="{4A1D7BB4-DB2B-401C-9583-309F517E6E8F}" dt="2020-10-10T02:52:07.720" v="4454" actId="478"/>
          <ac:cxnSpMkLst>
            <pc:docMk/>
            <pc:sldMk cId="1898843910" sldId="1329"/>
            <ac:cxnSpMk id="155" creationId="{E3158300-AF3E-4D53-9414-191517581AF2}"/>
          </ac:cxnSpMkLst>
        </pc:cxnChg>
        <pc:cxnChg chg="del mod">
          <ac:chgData name="vidushi dadu" userId="8f6edd75c0a5619a" providerId="LiveId" clId="{4A1D7BB4-DB2B-401C-9583-309F517E6E8F}" dt="2020-10-10T02:52:07.720" v="4454" actId="478"/>
          <ac:cxnSpMkLst>
            <pc:docMk/>
            <pc:sldMk cId="1898843910" sldId="1329"/>
            <ac:cxnSpMk id="156" creationId="{4D971E7B-1AA3-4242-98F7-C6D3FBD5B244}"/>
          </ac:cxnSpMkLst>
        </pc:cxnChg>
        <pc:cxnChg chg="del mod">
          <ac:chgData name="vidushi dadu" userId="8f6edd75c0a5619a" providerId="LiveId" clId="{4A1D7BB4-DB2B-401C-9583-309F517E6E8F}" dt="2020-10-10T02:52:07.720" v="4454" actId="478"/>
          <ac:cxnSpMkLst>
            <pc:docMk/>
            <pc:sldMk cId="1898843910" sldId="1329"/>
            <ac:cxnSpMk id="157" creationId="{1AEF5C35-7E10-45E0-8AE6-2B11E59DCDA0}"/>
          </ac:cxnSpMkLst>
        </pc:cxnChg>
        <pc:cxnChg chg="del mod">
          <ac:chgData name="vidushi dadu" userId="8f6edd75c0a5619a" providerId="LiveId" clId="{4A1D7BB4-DB2B-401C-9583-309F517E6E8F}" dt="2020-10-10T02:52:07.720" v="4454" actId="478"/>
          <ac:cxnSpMkLst>
            <pc:docMk/>
            <pc:sldMk cId="1898843910" sldId="1329"/>
            <ac:cxnSpMk id="158" creationId="{0DFD0F85-0FD0-41EC-9ED5-0E589B0DA919}"/>
          </ac:cxnSpMkLst>
        </pc:cxnChg>
        <pc:cxnChg chg="del mod">
          <ac:chgData name="vidushi dadu" userId="8f6edd75c0a5619a" providerId="LiveId" clId="{4A1D7BB4-DB2B-401C-9583-309F517E6E8F}" dt="2020-10-10T02:52:07.720" v="4454" actId="478"/>
          <ac:cxnSpMkLst>
            <pc:docMk/>
            <pc:sldMk cId="1898843910" sldId="1329"/>
            <ac:cxnSpMk id="159" creationId="{3DC6BE08-A991-4675-B412-55A8C8CBDAAE}"/>
          </ac:cxnSpMkLst>
        </pc:cxnChg>
        <pc:cxnChg chg="del mod">
          <ac:chgData name="vidushi dadu" userId="8f6edd75c0a5619a" providerId="LiveId" clId="{4A1D7BB4-DB2B-401C-9583-309F517E6E8F}" dt="2020-10-10T02:52:07.720" v="4454" actId="478"/>
          <ac:cxnSpMkLst>
            <pc:docMk/>
            <pc:sldMk cId="1898843910" sldId="1329"/>
            <ac:cxnSpMk id="162" creationId="{647B7932-3860-4D1C-B474-C02CCC7543F1}"/>
          </ac:cxnSpMkLst>
        </pc:cxnChg>
        <pc:cxnChg chg="del">
          <ac:chgData name="vidushi dadu" userId="8f6edd75c0a5619a" providerId="LiveId" clId="{4A1D7BB4-DB2B-401C-9583-309F517E6E8F}" dt="2020-10-10T02:52:07.720" v="4454" actId="478"/>
          <ac:cxnSpMkLst>
            <pc:docMk/>
            <pc:sldMk cId="1898843910" sldId="1329"/>
            <ac:cxnSpMk id="174" creationId="{18C1C8C7-8429-4FEB-A58D-2D5A10FD98C7}"/>
          </ac:cxnSpMkLst>
        </pc:cxnChg>
        <pc:cxnChg chg="add">
          <ac:chgData name="vidushi dadu" userId="8f6edd75c0a5619a" providerId="LiveId" clId="{4A1D7BB4-DB2B-401C-9583-309F517E6E8F}" dt="2020-10-10T02:52:59.517" v="4570"/>
          <ac:cxnSpMkLst>
            <pc:docMk/>
            <pc:sldMk cId="1898843910" sldId="1329"/>
            <ac:cxnSpMk id="208" creationId="{BD1B4116-9454-4E37-9D21-9D49244966B7}"/>
          </ac:cxnSpMkLst>
        </pc:cxnChg>
        <pc:cxnChg chg="add">
          <ac:chgData name="vidushi dadu" userId="8f6edd75c0a5619a" providerId="LiveId" clId="{4A1D7BB4-DB2B-401C-9583-309F517E6E8F}" dt="2020-10-10T02:52:59.517" v="4570"/>
          <ac:cxnSpMkLst>
            <pc:docMk/>
            <pc:sldMk cId="1898843910" sldId="1329"/>
            <ac:cxnSpMk id="212" creationId="{ED7CDFE2-EC83-4363-A9EE-C2F9CCAFF7ED}"/>
          </ac:cxnSpMkLst>
        </pc:cxnChg>
      </pc:sldChg>
      <pc:sldChg chg="add del modTransition">
        <pc:chgData name="vidushi dadu" userId="8f6edd75c0a5619a" providerId="LiveId" clId="{4A1D7BB4-DB2B-401C-9583-309F517E6E8F}" dt="2020-10-14T00:25:47.438" v="12912" actId="2696"/>
        <pc:sldMkLst>
          <pc:docMk/>
          <pc:sldMk cId="3284504576" sldId="1329"/>
        </pc:sldMkLst>
      </pc:sldChg>
      <pc:sldChg chg="add del">
        <pc:chgData name="vidushi dadu" userId="8f6edd75c0a5619a" providerId="LiveId" clId="{4A1D7BB4-DB2B-401C-9583-309F517E6E8F}" dt="2020-10-11T08:36:37.970" v="4655"/>
        <pc:sldMkLst>
          <pc:docMk/>
          <pc:sldMk cId="4080890446" sldId="1329"/>
        </pc:sldMkLst>
      </pc:sldChg>
      <pc:sldChg chg="add del modTransition">
        <pc:chgData name="vidushi dadu" userId="8f6edd75c0a5619a" providerId="LiveId" clId="{4A1D7BB4-DB2B-401C-9583-309F517E6E8F}" dt="2020-10-14T00:25:47.474" v="12913" actId="2696"/>
        <pc:sldMkLst>
          <pc:docMk/>
          <pc:sldMk cId="413725915" sldId="1330"/>
        </pc:sldMkLst>
      </pc:sldChg>
      <pc:sldChg chg="delSp modSp add del">
        <pc:chgData name="vidushi dadu" userId="8f6edd75c0a5619a" providerId="LiveId" clId="{4A1D7BB4-DB2B-401C-9583-309F517E6E8F}" dt="2020-10-11T08:43:50.269" v="4872" actId="2696"/>
        <pc:sldMkLst>
          <pc:docMk/>
          <pc:sldMk cId="2676288836" sldId="1330"/>
        </pc:sldMkLst>
        <pc:spChg chg="mod">
          <ac:chgData name="vidushi dadu" userId="8f6edd75c0a5619a" providerId="LiveId" clId="{4A1D7BB4-DB2B-401C-9583-309F517E6E8F}" dt="2020-10-10T05:13:40.214" v="4618" actId="20577"/>
          <ac:spMkLst>
            <pc:docMk/>
            <pc:sldMk cId="2676288836" sldId="1330"/>
            <ac:spMk id="2" creationId="{8C33B041-C746-4CBA-872E-594765AAC657}"/>
          </ac:spMkLst>
        </pc:spChg>
        <pc:spChg chg="del mod">
          <ac:chgData name="vidushi dadu" userId="8f6edd75c0a5619a" providerId="LiveId" clId="{4A1D7BB4-DB2B-401C-9583-309F517E6E8F}" dt="2020-10-10T05:13:44.105" v="4619" actId="478"/>
          <ac:spMkLst>
            <pc:docMk/>
            <pc:sldMk cId="2676288836" sldId="1330"/>
            <ac:spMk id="3" creationId="{1D36F64D-C8B8-46B8-988C-30BFF4F04D5B}"/>
          </ac:spMkLst>
        </pc:spChg>
      </pc:sldChg>
      <pc:sldChg chg="modSp add del">
        <pc:chgData name="vidushi dadu" userId="8f6edd75c0a5619a" providerId="LiveId" clId="{4A1D7BB4-DB2B-401C-9583-309F517E6E8F}" dt="2020-10-14T05:31:06.125" v="10258" actId="2696"/>
        <pc:sldMkLst>
          <pc:docMk/>
          <pc:sldMk cId="351684199" sldId="1331"/>
        </pc:sldMkLst>
        <pc:spChg chg="mod">
          <ac:chgData name="vidushi dadu" userId="8f6edd75c0a5619a" providerId="LiveId" clId="{4A1D7BB4-DB2B-401C-9583-309F517E6E8F}" dt="2020-10-10T05:14:29.200" v="4632" actId="20577"/>
          <ac:spMkLst>
            <pc:docMk/>
            <pc:sldMk cId="351684199" sldId="1331"/>
            <ac:spMk id="2" creationId="{8C33B041-C746-4CBA-872E-594765AAC657}"/>
          </ac:spMkLst>
        </pc:spChg>
      </pc:sldChg>
      <pc:sldChg chg="add del">
        <pc:chgData name="vidushi dadu" userId="8f6edd75c0a5619a" providerId="LiveId" clId="{4A1D7BB4-DB2B-401C-9583-309F517E6E8F}" dt="2020-10-14T00:25:47.623" v="12917" actId="2696"/>
        <pc:sldMkLst>
          <pc:docMk/>
          <pc:sldMk cId="4242802754" sldId="1331"/>
        </pc:sldMkLst>
      </pc:sldChg>
      <pc:sldChg chg="modSp add del">
        <pc:chgData name="vidushi dadu" userId="8f6edd75c0a5619a" providerId="LiveId" clId="{4A1D7BB4-DB2B-401C-9583-309F517E6E8F}" dt="2020-10-11T22:04:33.815" v="6092" actId="2696"/>
        <pc:sldMkLst>
          <pc:docMk/>
          <pc:sldMk cId="2231742663" sldId="1332"/>
        </pc:sldMkLst>
        <pc:spChg chg="mod">
          <ac:chgData name="vidushi dadu" userId="8f6edd75c0a5619a" providerId="LiveId" clId="{4A1D7BB4-DB2B-401C-9583-309F517E6E8F}" dt="2020-10-11T09:00:27.647" v="5502" actId="20577"/>
          <ac:spMkLst>
            <pc:docMk/>
            <pc:sldMk cId="2231742663" sldId="1332"/>
            <ac:spMk id="2" creationId="{8C33B041-C746-4CBA-872E-594765AAC657}"/>
          </ac:spMkLst>
        </pc:spChg>
      </pc:sldChg>
      <pc:sldChg chg="modSp add">
        <pc:chgData name="vidushi dadu" userId="8f6edd75c0a5619a" providerId="LiveId" clId="{4A1D7BB4-DB2B-401C-9583-309F517E6E8F}" dt="2020-10-17T02:29:26.725" v="17273" actId="20577"/>
        <pc:sldMkLst>
          <pc:docMk/>
          <pc:sldMk cId="2894214309" sldId="1332"/>
        </pc:sldMkLst>
        <pc:spChg chg="mod">
          <ac:chgData name="vidushi dadu" userId="8f6edd75c0a5619a" providerId="LiveId" clId="{4A1D7BB4-DB2B-401C-9583-309F517E6E8F}" dt="2020-10-17T02:29:03.054" v="17251" actId="20577"/>
          <ac:spMkLst>
            <pc:docMk/>
            <pc:sldMk cId="2894214309" sldId="1332"/>
            <ac:spMk id="2" creationId="{8C33B041-C746-4CBA-872E-594765AAC657}"/>
          </ac:spMkLst>
        </pc:spChg>
        <pc:spChg chg="mod">
          <ac:chgData name="vidushi dadu" userId="8f6edd75c0a5619a" providerId="LiveId" clId="{4A1D7BB4-DB2B-401C-9583-309F517E6E8F}" dt="2020-10-17T02:29:20.669" v="17255" actId="113"/>
          <ac:spMkLst>
            <pc:docMk/>
            <pc:sldMk cId="2894214309" sldId="1332"/>
            <ac:spMk id="5" creationId="{BB3607B2-B0F2-4DBB-A3FD-48A34EC7AF1D}"/>
          </ac:spMkLst>
        </pc:spChg>
        <pc:spChg chg="mod">
          <ac:chgData name="vidushi dadu" userId="8f6edd75c0a5619a" providerId="LiveId" clId="{4A1D7BB4-DB2B-401C-9583-309F517E6E8F}" dt="2020-10-17T02:29:26.725" v="17273" actId="20577"/>
          <ac:spMkLst>
            <pc:docMk/>
            <pc:sldMk cId="2894214309" sldId="1332"/>
            <ac:spMk id="6" creationId="{C1853DE6-203F-45D1-804D-A22813383EF4}"/>
          </ac:spMkLst>
        </pc:spChg>
      </pc:sldChg>
      <pc:sldChg chg="addSp delSp modSp add del">
        <pc:chgData name="vidushi dadu" userId="8f6edd75c0a5619a" providerId="LiveId" clId="{4A1D7BB4-DB2B-401C-9583-309F517E6E8F}" dt="2020-10-17T02:28:51.323" v="17248" actId="2696"/>
        <pc:sldMkLst>
          <pc:docMk/>
          <pc:sldMk cId="3105867596" sldId="1332"/>
        </pc:sldMkLst>
        <pc:spChg chg="mod">
          <ac:chgData name="vidushi dadu" userId="8f6edd75c0a5619a" providerId="LiveId" clId="{4A1D7BB4-DB2B-401C-9583-309F517E6E8F}" dt="2020-10-16T08:28:22.956" v="16596" actId="20577"/>
          <ac:spMkLst>
            <pc:docMk/>
            <pc:sldMk cId="3105867596" sldId="1332"/>
            <ac:spMk id="2" creationId="{8C33B041-C746-4CBA-872E-594765AAC657}"/>
          </ac:spMkLst>
        </pc:spChg>
        <pc:spChg chg="add del">
          <ac:chgData name="vidushi dadu" userId="8f6edd75c0a5619a" providerId="LiveId" clId="{4A1D7BB4-DB2B-401C-9583-309F517E6E8F}" dt="2020-10-14T21:24:58.687" v="14394" actId="478"/>
          <ac:spMkLst>
            <pc:docMk/>
            <pc:sldMk cId="3105867596" sldId="1332"/>
            <ac:spMk id="4" creationId="{B7B9D288-03F5-436C-B07F-F7FBE8667E12}"/>
          </ac:spMkLst>
        </pc:spChg>
        <pc:spChg chg="add mod">
          <ac:chgData name="vidushi dadu" userId="8f6edd75c0a5619a" providerId="LiveId" clId="{4A1D7BB4-DB2B-401C-9583-309F517E6E8F}" dt="2020-10-17T02:28:37.374" v="17247" actId="208"/>
          <ac:spMkLst>
            <pc:docMk/>
            <pc:sldMk cId="3105867596" sldId="1332"/>
            <ac:spMk id="5" creationId="{BB3607B2-B0F2-4DBB-A3FD-48A34EC7AF1D}"/>
          </ac:spMkLst>
        </pc:spChg>
        <pc:spChg chg="add mod">
          <ac:chgData name="vidushi dadu" userId="8f6edd75c0a5619a" providerId="LiveId" clId="{4A1D7BB4-DB2B-401C-9583-309F517E6E8F}" dt="2020-10-16T08:57:25.962" v="16953" actId="207"/>
          <ac:spMkLst>
            <pc:docMk/>
            <pc:sldMk cId="3105867596" sldId="1332"/>
            <ac:spMk id="6" creationId="{C1853DE6-203F-45D1-804D-A22813383EF4}"/>
          </ac:spMkLst>
        </pc:spChg>
      </pc:sldChg>
      <pc:sldChg chg="add del">
        <pc:chgData name="vidushi dadu" userId="8f6edd75c0a5619a" providerId="LiveId" clId="{4A1D7BB4-DB2B-401C-9583-309F517E6E8F}" dt="2020-10-14T00:25:47.640" v="12918" actId="2696"/>
        <pc:sldMkLst>
          <pc:docMk/>
          <pc:sldMk cId="2553136651" sldId="1334"/>
        </pc:sldMkLst>
      </pc:sldChg>
      <pc:sldChg chg="addSp modSp del">
        <pc:chgData name="vidushi dadu" userId="8f6edd75c0a5619a" providerId="LiveId" clId="{4A1D7BB4-DB2B-401C-9583-309F517E6E8F}" dt="2020-10-14T05:31:06.166" v="10259" actId="2696"/>
        <pc:sldMkLst>
          <pc:docMk/>
          <pc:sldMk cId="2600870203" sldId="1334"/>
        </pc:sldMkLst>
        <pc:spChg chg="add mod">
          <ac:chgData name="vidushi dadu" userId="8f6edd75c0a5619a" providerId="LiveId" clId="{4A1D7BB4-DB2B-401C-9583-309F517E6E8F}" dt="2020-10-11T08:56:43.884" v="5156" actId="14100"/>
          <ac:spMkLst>
            <pc:docMk/>
            <pc:sldMk cId="2600870203" sldId="1334"/>
            <ac:spMk id="4" creationId="{CD6D39C6-B281-402B-BE6E-E1BCE0BE87D3}"/>
          </ac:spMkLst>
        </pc:spChg>
      </pc:sldChg>
      <pc:sldChg chg="add del modTransition">
        <pc:chgData name="vidushi dadu" userId="8f6edd75c0a5619a" providerId="LiveId" clId="{4A1D7BB4-DB2B-401C-9583-309F517E6E8F}" dt="2020-10-14T00:25:47.544" v="12915" actId="2696"/>
        <pc:sldMkLst>
          <pc:docMk/>
          <pc:sldMk cId="2164203637" sldId="1335"/>
        </pc:sldMkLst>
      </pc:sldChg>
      <pc:sldChg chg="addSp modSp del">
        <pc:chgData name="vidushi dadu" userId="8f6edd75c0a5619a" providerId="LiveId" clId="{4A1D7BB4-DB2B-401C-9583-309F517E6E8F}" dt="2020-10-11T08:56:15.418" v="5149" actId="2696"/>
        <pc:sldMkLst>
          <pc:docMk/>
          <pc:sldMk cId="4010008867" sldId="1335"/>
        </pc:sldMkLst>
        <pc:spChg chg="add mod">
          <ac:chgData name="vidushi dadu" userId="8f6edd75c0a5619a" providerId="LiveId" clId="{4A1D7BB4-DB2B-401C-9583-309F517E6E8F}" dt="2020-10-11T08:55:51.434" v="5099" actId="207"/>
          <ac:spMkLst>
            <pc:docMk/>
            <pc:sldMk cId="4010008867" sldId="1335"/>
            <ac:spMk id="4" creationId="{7EA8A159-F072-45DB-8B52-E348EA7A0377}"/>
          </ac:spMkLst>
        </pc:spChg>
      </pc:sldChg>
      <pc:sldChg chg="addSp modSp del">
        <pc:chgData name="vidushi dadu" userId="8f6edd75c0a5619a" providerId="LiveId" clId="{4A1D7BB4-DB2B-401C-9583-309F517E6E8F}" dt="2020-10-14T05:31:06.263" v="10261" actId="2696"/>
        <pc:sldMkLst>
          <pc:docMk/>
          <pc:sldMk cId="629295085" sldId="1336"/>
        </pc:sldMkLst>
        <pc:spChg chg="add mod">
          <ac:chgData name="vidushi dadu" userId="8f6edd75c0a5619a" providerId="LiveId" clId="{4A1D7BB4-DB2B-401C-9583-309F517E6E8F}" dt="2020-10-11T08:57:44.056" v="5288" actId="20577"/>
          <ac:spMkLst>
            <pc:docMk/>
            <pc:sldMk cId="629295085" sldId="1336"/>
            <ac:spMk id="4" creationId="{AFF0D09B-92C8-4BE1-B5EE-F4A752771AB7}"/>
          </ac:spMkLst>
        </pc:spChg>
      </pc:sldChg>
      <pc:sldChg chg="add del">
        <pc:chgData name="vidushi dadu" userId="8f6edd75c0a5619a" providerId="LiveId" clId="{4A1D7BB4-DB2B-401C-9583-309F517E6E8F}" dt="2020-10-14T00:25:47.682" v="12920" actId="2696"/>
        <pc:sldMkLst>
          <pc:docMk/>
          <pc:sldMk cId="2250998906" sldId="1336"/>
        </pc:sldMkLst>
      </pc:sldChg>
      <pc:sldChg chg="addSp delSp modSp del">
        <pc:chgData name="vidushi dadu" userId="8f6edd75c0a5619a" providerId="LiveId" clId="{4A1D7BB4-DB2B-401C-9583-309F517E6E8F}" dt="2020-10-14T05:31:06.211" v="10260" actId="2696"/>
        <pc:sldMkLst>
          <pc:docMk/>
          <pc:sldMk cId="2748610266" sldId="1337"/>
        </pc:sldMkLst>
        <pc:spChg chg="add del">
          <ac:chgData name="vidushi dadu" userId="8f6edd75c0a5619a" providerId="LiveId" clId="{4A1D7BB4-DB2B-401C-9583-309F517E6E8F}" dt="2020-10-11T08:56:49.355" v="5158" actId="478"/>
          <ac:spMkLst>
            <pc:docMk/>
            <pc:sldMk cId="2748610266" sldId="1337"/>
            <ac:spMk id="4" creationId="{39671FB7-85DC-422A-8D49-3BADA430D463}"/>
          </ac:spMkLst>
        </pc:spChg>
        <pc:spChg chg="add mod">
          <ac:chgData name="vidushi dadu" userId="8f6edd75c0a5619a" providerId="LiveId" clId="{4A1D7BB4-DB2B-401C-9583-309F517E6E8F}" dt="2020-10-11T08:57:01.301" v="5204" actId="20577"/>
          <ac:spMkLst>
            <pc:docMk/>
            <pc:sldMk cId="2748610266" sldId="1337"/>
            <ac:spMk id="5" creationId="{4F4C516C-CD6D-474F-9413-FB8A4EC9E71C}"/>
          </ac:spMkLst>
        </pc:spChg>
      </pc:sldChg>
      <pc:sldChg chg="add del">
        <pc:chgData name="vidushi dadu" userId="8f6edd75c0a5619a" providerId="LiveId" clId="{4A1D7BB4-DB2B-401C-9583-309F517E6E8F}" dt="2020-10-14T00:25:47.657" v="12919" actId="2696"/>
        <pc:sldMkLst>
          <pc:docMk/>
          <pc:sldMk cId="2989638049" sldId="1337"/>
        </pc:sldMkLst>
      </pc:sldChg>
      <pc:sldChg chg="addSp delSp modSp add modAnim">
        <pc:chgData name="vidushi dadu" userId="8f6edd75c0a5619a" providerId="LiveId" clId="{4A1D7BB4-DB2B-401C-9583-309F517E6E8F}" dt="2020-10-17T02:26:33.293" v="17199" actId="27636"/>
        <pc:sldMkLst>
          <pc:docMk/>
          <pc:sldMk cId="1112826206" sldId="1338"/>
        </pc:sldMkLst>
        <pc:spChg chg="mod">
          <ac:chgData name="vidushi dadu" userId="8f6edd75c0a5619a" providerId="LiveId" clId="{4A1D7BB4-DB2B-401C-9583-309F517E6E8F}" dt="2020-10-14T00:29:54.015" v="13234" actId="20577"/>
          <ac:spMkLst>
            <pc:docMk/>
            <pc:sldMk cId="1112826206" sldId="1338"/>
            <ac:spMk id="2" creationId="{B81D7929-7908-45FB-898E-C0D7B99E2FA8}"/>
          </ac:spMkLst>
        </pc:spChg>
        <pc:spChg chg="mod">
          <ac:chgData name="vidushi dadu" userId="8f6edd75c0a5619a" providerId="LiveId" clId="{4A1D7BB4-DB2B-401C-9583-309F517E6E8F}" dt="2020-10-17T02:26:33.293" v="17199" actId="27636"/>
          <ac:spMkLst>
            <pc:docMk/>
            <pc:sldMk cId="1112826206" sldId="1338"/>
            <ac:spMk id="3" creationId="{E25F9575-C643-4780-9021-9EB66ACB8BAF}"/>
          </ac:spMkLst>
        </pc:spChg>
        <pc:spChg chg="del">
          <ac:chgData name="vidushi dadu" userId="8f6edd75c0a5619a" providerId="LiveId" clId="{4A1D7BB4-DB2B-401C-9583-309F517E6E8F}" dt="2020-10-11T09:01:07.300" v="5551" actId="478"/>
          <ac:spMkLst>
            <pc:docMk/>
            <pc:sldMk cId="1112826206" sldId="1338"/>
            <ac:spMk id="6" creationId="{7C113776-8C53-4F20-819B-069C9223A1EE}"/>
          </ac:spMkLst>
        </pc:spChg>
        <pc:spChg chg="add mod">
          <ac:chgData name="vidushi dadu" userId="8f6edd75c0a5619a" providerId="LiveId" clId="{4A1D7BB4-DB2B-401C-9583-309F517E6E8F}" dt="2020-10-14T21:42:47.581" v="14594" actId="1035"/>
          <ac:spMkLst>
            <pc:docMk/>
            <pc:sldMk cId="1112826206" sldId="1338"/>
            <ac:spMk id="9" creationId="{EAF2881D-E993-4435-85AD-6A0D80B423B1}"/>
          </ac:spMkLst>
        </pc:spChg>
        <pc:spChg chg="del mod">
          <ac:chgData name="vidushi dadu" userId="8f6edd75c0a5619a" providerId="LiveId" clId="{4A1D7BB4-DB2B-401C-9583-309F517E6E8F}" dt="2020-10-14T03:22:09.770" v="13628" actId="478"/>
          <ac:spMkLst>
            <pc:docMk/>
            <pc:sldMk cId="1112826206" sldId="1338"/>
            <ac:spMk id="10" creationId="{F5FEDFD8-E83D-4344-BCD5-534AB0D8DCEF}"/>
          </ac:spMkLst>
        </pc:spChg>
        <pc:spChg chg="mod">
          <ac:chgData name="vidushi dadu" userId="8f6edd75c0a5619a" providerId="LiveId" clId="{4A1D7BB4-DB2B-401C-9583-309F517E6E8F}" dt="2020-10-14T21:42:47.581" v="14594" actId="1035"/>
          <ac:spMkLst>
            <pc:docMk/>
            <pc:sldMk cId="1112826206" sldId="1338"/>
            <ac:spMk id="11" creationId="{F35A1E0B-0997-4EE7-850F-B46F2548F784}"/>
          </ac:spMkLst>
        </pc:spChg>
        <pc:spChg chg="del">
          <ac:chgData name="vidushi dadu" userId="8f6edd75c0a5619a" providerId="LiveId" clId="{4A1D7BB4-DB2B-401C-9583-309F517E6E8F}" dt="2020-10-11T09:01:07.300" v="5551" actId="478"/>
          <ac:spMkLst>
            <pc:docMk/>
            <pc:sldMk cId="1112826206" sldId="1338"/>
            <ac:spMk id="12" creationId="{BEBCC459-E12D-4336-AB42-CD06030D236D}"/>
          </ac:spMkLst>
        </pc:spChg>
        <pc:spChg chg="add mod">
          <ac:chgData name="vidushi dadu" userId="8f6edd75c0a5619a" providerId="LiveId" clId="{4A1D7BB4-DB2B-401C-9583-309F517E6E8F}" dt="2020-10-14T21:42:47.581" v="14594" actId="1035"/>
          <ac:spMkLst>
            <pc:docMk/>
            <pc:sldMk cId="1112826206" sldId="1338"/>
            <ac:spMk id="13" creationId="{E5E92BE4-D395-4CD5-94CE-B0AC523040A1}"/>
          </ac:spMkLst>
        </pc:spChg>
        <pc:spChg chg="add mod">
          <ac:chgData name="vidushi dadu" userId="8f6edd75c0a5619a" providerId="LiveId" clId="{4A1D7BB4-DB2B-401C-9583-309F517E6E8F}" dt="2020-10-14T03:29:27.875" v="13900" actId="164"/>
          <ac:spMkLst>
            <pc:docMk/>
            <pc:sldMk cId="1112826206" sldId="1338"/>
            <ac:spMk id="32" creationId="{24A584FA-BDFF-4C46-9C89-75A4CD73A80A}"/>
          </ac:spMkLst>
        </pc:spChg>
        <pc:spChg chg="add mod">
          <ac:chgData name="vidushi dadu" userId="8f6edd75c0a5619a" providerId="LiveId" clId="{4A1D7BB4-DB2B-401C-9583-309F517E6E8F}" dt="2020-10-14T03:29:27.875" v="13900" actId="164"/>
          <ac:spMkLst>
            <pc:docMk/>
            <pc:sldMk cId="1112826206" sldId="1338"/>
            <ac:spMk id="33" creationId="{BB7D6D57-6E15-47EA-9A3B-B2BCB4E5ADB2}"/>
          </ac:spMkLst>
        </pc:spChg>
        <pc:spChg chg="add mod">
          <ac:chgData name="vidushi dadu" userId="8f6edd75c0a5619a" providerId="LiveId" clId="{4A1D7BB4-DB2B-401C-9583-309F517E6E8F}" dt="2020-10-14T03:29:27.875" v="13900" actId="164"/>
          <ac:spMkLst>
            <pc:docMk/>
            <pc:sldMk cId="1112826206" sldId="1338"/>
            <ac:spMk id="34" creationId="{A70AC218-4250-4F8D-A6D6-F83C49BC50A2}"/>
          </ac:spMkLst>
        </pc:spChg>
        <pc:spChg chg="add mod">
          <ac:chgData name="vidushi dadu" userId="8f6edd75c0a5619a" providerId="LiveId" clId="{4A1D7BB4-DB2B-401C-9583-309F517E6E8F}" dt="2020-10-14T03:29:27.875" v="13900" actId="164"/>
          <ac:spMkLst>
            <pc:docMk/>
            <pc:sldMk cId="1112826206" sldId="1338"/>
            <ac:spMk id="35" creationId="{403BDEC5-8822-43E0-B316-DC24589C482C}"/>
          </ac:spMkLst>
        </pc:spChg>
        <pc:spChg chg="mod topLvl">
          <ac:chgData name="vidushi dadu" userId="8f6edd75c0a5619a" providerId="LiveId" clId="{4A1D7BB4-DB2B-401C-9583-309F517E6E8F}" dt="2020-10-14T21:42:47.581" v="14594" actId="1035"/>
          <ac:spMkLst>
            <pc:docMk/>
            <pc:sldMk cId="1112826206" sldId="1338"/>
            <ac:spMk id="49" creationId="{2A56F3FB-D969-40E7-84CE-0A00DF78ECF0}"/>
          </ac:spMkLst>
        </pc:spChg>
        <pc:spChg chg="mod topLvl">
          <ac:chgData name="vidushi dadu" userId="8f6edd75c0a5619a" providerId="LiveId" clId="{4A1D7BB4-DB2B-401C-9583-309F517E6E8F}" dt="2020-10-14T21:42:47.581" v="14594" actId="1035"/>
          <ac:spMkLst>
            <pc:docMk/>
            <pc:sldMk cId="1112826206" sldId="1338"/>
            <ac:spMk id="50" creationId="{BED56E4A-2536-4EDE-8439-8204DABFF277}"/>
          </ac:spMkLst>
        </pc:spChg>
        <pc:spChg chg="mod topLvl">
          <ac:chgData name="vidushi dadu" userId="8f6edd75c0a5619a" providerId="LiveId" clId="{4A1D7BB4-DB2B-401C-9583-309F517E6E8F}" dt="2020-10-14T21:42:47.581" v="14594" actId="1035"/>
          <ac:spMkLst>
            <pc:docMk/>
            <pc:sldMk cId="1112826206" sldId="1338"/>
            <ac:spMk id="51" creationId="{EE83ECDC-4F85-40F5-B2A1-AB34CE0D9F0B}"/>
          </ac:spMkLst>
        </pc:spChg>
        <pc:spChg chg="mod topLvl">
          <ac:chgData name="vidushi dadu" userId="8f6edd75c0a5619a" providerId="LiveId" clId="{4A1D7BB4-DB2B-401C-9583-309F517E6E8F}" dt="2020-10-14T21:42:47.581" v="14594" actId="1035"/>
          <ac:spMkLst>
            <pc:docMk/>
            <pc:sldMk cId="1112826206" sldId="1338"/>
            <ac:spMk id="52" creationId="{4D9C270E-78DC-4CD0-B28C-1F49A3DA7A88}"/>
          </ac:spMkLst>
        </pc:spChg>
        <pc:spChg chg="add mod">
          <ac:chgData name="vidushi dadu" userId="8f6edd75c0a5619a" providerId="LiveId" clId="{4A1D7BB4-DB2B-401C-9583-309F517E6E8F}" dt="2020-10-14T21:42:47.581" v="14594" actId="1035"/>
          <ac:spMkLst>
            <pc:docMk/>
            <pc:sldMk cId="1112826206" sldId="1338"/>
            <ac:spMk id="75" creationId="{DA6C6910-12DE-427E-AA39-7C871105D05F}"/>
          </ac:spMkLst>
        </pc:spChg>
        <pc:spChg chg="add mod">
          <ac:chgData name="vidushi dadu" userId="8f6edd75c0a5619a" providerId="LiveId" clId="{4A1D7BB4-DB2B-401C-9583-309F517E6E8F}" dt="2020-10-14T21:42:47.581" v="14594" actId="1035"/>
          <ac:spMkLst>
            <pc:docMk/>
            <pc:sldMk cId="1112826206" sldId="1338"/>
            <ac:spMk id="80" creationId="{0818DA48-4695-47A1-97AB-2099C412913A}"/>
          </ac:spMkLst>
        </pc:spChg>
        <pc:spChg chg="add mod">
          <ac:chgData name="vidushi dadu" userId="8f6edd75c0a5619a" providerId="LiveId" clId="{4A1D7BB4-DB2B-401C-9583-309F517E6E8F}" dt="2020-10-14T21:42:47.581" v="14594" actId="1035"/>
          <ac:spMkLst>
            <pc:docMk/>
            <pc:sldMk cId="1112826206" sldId="1338"/>
            <ac:spMk id="81" creationId="{76EBE1CE-43E0-4E61-83ED-144B545837FE}"/>
          </ac:spMkLst>
        </pc:spChg>
        <pc:spChg chg="add mod">
          <ac:chgData name="vidushi dadu" userId="8f6edd75c0a5619a" providerId="LiveId" clId="{4A1D7BB4-DB2B-401C-9583-309F517E6E8F}" dt="2020-10-14T21:42:47.581" v="14594" actId="1035"/>
          <ac:spMkLst>
            <pc:docMk/>
            <pc:sldMk cId="1112826206" sldId="1338"/>
            <ac:spMk id="85" creationId="{D842F608-CA2B-4E51-8BBD-CA806D4D752E}"/>
          </ac:spMkLst>
        </pc:spChg>
        <pc:grpChg chg="add mod">
          <ac:chgData name="vidushi dadu" userId="8f6edd75c0a5619a" providerId="LiveId" clId="{4A1D7BB4-DB2B-401C-9583-309F517E6E8F}" dt="2020-10-14T03:29:27.875" v="13900" actId="164"/>
          <ac:grpSpMkLst>
            <pc:docMk/>
            <pc:sldMk cId="1112826206" sldId="1338"/>
            <ac:grpSpMk id="12" creationId="{90069D19-9AB0-48E9-8800-5FA88014DA05}"/>
          </ac:grpSpMkLst>
        </pc:grpChg>
        <pc:grpChg chg="add mod">
          <ac:chgData name="vidushi dadu" userId="8f6edd75c0a5619a" providerId="LiveId" clId="{4A1D7BB4-DB2B-401C-9583-309F517E6E8F}" dt="2020-10-14T21:42:47.581" v="14594" actId="1035"/>
          <ac:grpSpMkLst>
            <pc:docMk/>
            <pc:sldMk cId="1112826206" sldId="1338"/>
            <ac:grpSpMk id="46" creationId="{E126CDFC-0B35-41CD-9B8C-9FAEE283A8AF}"/>
          </ac:grpSpMkLst>
        </pc:grpChg>
        <pc:grpChg chg="add del mod">
          <ac:chgData name="vidushi dadu" userId="8f6edd75c0a5619a" providerId="LiveId" clId="{4A1D7BB4-DB2B-401C-9583-309F517E6E8F}" dt="2020-10-14T03:29:37.045" v="13903" actId="165"/>
          <ac:grpSpMkLst>
            <pc:docMk/>
            <pc:sldMk cId="1112826206" sldId="1338"/>
            <ac:grpSpMk id="47" creationId="{3BCCB48B-5BAC-4CC3-B223-C24124D208AD}"/>
          </ac:grpSpMkLst>
        </pc:grpChg>
        <pc:grpChg chg="mod topLvl">
          <ac:chgData name="vidushi dadu" userId="8f6edd75c0a5619a" providerId="LiveId" clId="{4A1D7BB4-DB2B-401C-9583-309F517E6E8F}" dt="2020-10-14T21:42:47.581" v="14594" actId="1035"/>
          <ac:grpSpMkLst>
            <pc:docMk/>
            <pc:sldMk cId="1112826206" sldId="1338"/>
            <ac:grpSpMk id="48" creationId="{FB05D545-6600-41BC-B3D0-F3D8707D375D}"/>
          </ac:grpSpMkLst>
        </pc:grpChg>
        <pc:cxnChg chg="del mod">
          <ac:chgData name="vidushi dadu" userId="8f6edd75c0a5619a" providerId="LiveId" clId="{4A1D7BB4-DB2B-401C-9583-309F517E6E8F}" dt="2020-10-14T03:28:50.212" v="13887"/>
          <ac:cxnSpMkLst>
            <pc:docMk/>
            <pc:sldMk cId="1112826206" sldId="1338"/>
            <ac:cxnSpMk id="26" creationId="{F8C3BE17-3978-48D3-A5B2-ADAB4AEF5F93}"/>
          </ac:cxnSpMkLst>
        </pc:cxnChg>
        <pc:cxnChg chg="del">
          <ac:chgData name="vidushi dadu" userId="8f6edd75c0a5619a" providerId="LiveId" clId="{4A1D7BB4-DB2B-401C-9583-309F517E6E8F}" dt="2020-10-14T03:28:53.817" v="13889"/>
          <ac:cxnSpMkLst>
            <pc:docMk/>
            <pc:sldMk cId="1112826206" sldId="1338"/>
            <ac:cxnSpMk id="27" creationId="{78D8CFE9-97DC-4AFA-AE5C-28299540F4F6}"/>
          </ac:cxnSpMkLst>
        </pc:cxnChg>
        <pc:cxnChg chg="add mod">
          <ac:chgData name="vidushi dadu" userId="8f6edd75c0a5619a" providerId="LiveId" clId="{4A1D7BB4-DB2B-401C-9583-309F517E6E8F}" dt="2020-10-14T03:29:27.875" v="13900" actId="164"/>
          <ac:cxnSpMkLst>
            <pc:docMk/>
            <pc:sldMk cId="1112826206" sldId="1338"/>
            <ac:cxnSpMk id="36" creationId="{D131B0F8-D245-425B-A3C2-970CA207DA4E}"/>
          </ac:cxnSpMkLst>
        </pc:cxnChg>
        <pc:cxnChg chg="add mod">
          <ac:chgData name="vidushi dadu" userId="8f6edd75c0a5619a" providerId="LiveId" clId="{4A1D7BB4-DB2B-401C-9583-309F517E6E8F}" dt="2020-10-14T03:29:27.875" v="13900" actId="164"/>
          <ac:cxnSpMkLst>
            <pc:docMk/>
            <pc:sldMk cId="1112826206" sldId="1338"/>
            <ac:cxnSpMk id="37" creationId="{723D3ECC-CF08-4023-B233-28EE1752B0C9}"/>
          </ac:cxnSpMkLst>
        </pc:cxnChg>
        <pc:cxnChg chg="add mod">
          <ac:chgData name="vidushi dadu" userId="8f6edd75c0a5619a" providerId="LiveId" clId="{4A1D7BB4-DB2B-401C-9583-309F517E6E8F}" dt="2020-10-14T03:29:27.875" v="13900" actId="164"/>
          <ac:cxnSpMkLst>
            <pc:docMk/>
            <pc:sldMk cId="1112826206" sldId="1338"/>
            <ac:cxnSpMk id="43" creationId="{CAD7EF6F-AC8E-4482-BD2B-CDD9495AFB7C}"/>
          </ac:cxnSpMkLst>
        </pc:cxnChg>
        <pc:cxnChg chg="del mod topLvl">
          <ac:chgData name="vidushi dadu" userId="8f6edd75c0a5619a" providerId="LiveId" clId="{4A1D7BB4-DB2B-401C-9583-309F517E6E8F}" dt="2020-10-14T03:29:41.096" v="13904" actId="478"/>
          <ac:cxnSpMkLst>
            <pc:docMk/>
            <pc:sldMk cId="1112826206" sldId="1338"/>
            <ac:cxnSpMk id="53" creationId="{FD9FBFEA-EBBC-400A-A81F-0A5E236DB061}"/>
          </ac:cxnSpMkLst>
        </pc:cxnChg>
        <pc:cxnChg chg="del mod topLvl">
          <ac:chgData name="vidushi dadu" userId="8f6edd75c0a5619a" providerId="LiveId" clId="{4A1D7BB4-DB2B-401C-9583-309F517E6E8F}" dt="2020-10-14T03:29:41.096" v="13904" actId="478"/>
          <ac:cxnSpMkLst>
            <pc:docMk/>
            <pc:sldMk cId="1112826206" sldId="1338"/>
            <ac:cxnSpMk id="54" creationId="{2FD944CB-B85A-4775-A120-3AAC0EC82524}"/>
          </ac:cxnSpMkLst>
        </pc:cxnChg>
        <pc:cxnChg chg="del mod topLvl">
          <ac:chgData name="vidushi dadu" userId="8f6edd75c0a5619a" providerId="LiveId" clId="{4A1D7BB4-DB2B-401C-9583-309F517E6E8F}" dt="2020-10-14T03:29:41.096" v="13904" actId="478"/>
          <ac:cxnSpMkLst>
            <pc:docMk/>
            <pc:sldMk cId="1112826206" sldId="1338"/>
            <ac:cxnSpMk id="55" creationId="{D7B7075D-418A-4778-8B89-C5947244247E}"/>
          </ac:cxnSpMkLst>
        </pc:cxnChg>
        <pc:cxnChg chg="add mod">
          <ac:chgData name="vidushi dadu" userId="8f6edd75c0a5619a" providerId="LiveId" clId="{4A1D7BB4-DB2B-401C-9583-309F517E6E8F}" dt="2020-10-14T21:42:47.581" v="14594" actId="1035"/>
          <ac:cxnSpMkLst>
            <pc:docMk/>
            <pc:sldMk cId="1112826206" sldId="1338"/>
            <ac:cxnSpMk id="72" creationId="{873937D1-3945-4882-BB55-1FFE49AF79BE}"/>
          </ac:cxnSpMkLst>
        </pc:cxnChg>
        <pc:cxnChg chg="add mod">
          <ac:chgData name="vidushi dadu" userId="8f6edd75c0a5619a" providerId="LiveId" clId="{4A1D7BB4-DB2B-401C-9583-309F517E6E8F}" dt="2020-10-14T21:42:47.581" v="14594" actId="1035"/>
          <ac:cxnSpMkLst>
            <pc:docMk/>
            <pc:sldMk cId="1112826206" sldId="1338"/>
            <ac:cxnSpMk id="76" creationId="{27215C99-5661-4BA1-B9DE-198E4DA4E0B8}"/>
          </ac:cxnSpMkLst>
        </pc:cxnChg>
        <pc:cxnChg chg="add mod">
          <ac:chgData name="vidushi dadu" userId="8f6edd75c0a5619a" providerId="LiveId" clId="{4A1D7BB4-DB2B-401C-9583-309F517E6E8F}" dt="2020-10-14T21:42:47.581" v="14594" actId="1035"/>
          <ac:cxnSpMkLst>
            <pc:docMk/>
            <pc:sldMk cId="1112826206" sldId="1338"/>
            <ac:cxnSpMk id="82" creationId="{C04B316C-5915-4FDD-94DD-904F8C7DF035}"/>
          </ac:cxnSpMkLst>
        </pc:cxnChg>
      </pc:sldChg>
      <pc:sldChg chg="add del">
        <pc:chgData name="vidushi dadu" userId="8f6edd75c0a5619a" providerId="LiveId" clId="{4A1D7BB4-DB2B-401C-9583-309F517E6E8F}" dt="2020-10-11T08:42:04.311" v="4860" actId="2696"/>
        <pc:sldMkLst>
          <pc:docMk/>
          <pc:sldMk cId="1724299109" sldId="1338"/>
        </pc:sldMkLst>
      </pc:sldChg>
      <pc:sldChg chg="add del">
        <pc:chgData name="vidushi dadu" userId="8f6edd75c0a5619a" providerId="LiveId" clId="{4A1D7BB4-DB2B-401C-9583-309F517E6E8F}" dt="2020-10-11T08:49:44.546" v="4951" actId="2696"/>
        <pc:sldMkLst>
          <pc:docMk/>
          <pc:sldMk cId="1809241142" sldId="1338"/>
        </pc:sldMkLst>
      </pc:sldChg>
      <pc:sldChg chg="modSp add del">
        <pc:chgData name="vidushi dadu" userId="8f6edd75c0a5619a" providerId="LiveId" clId="{4A1D7BB4-DB2B-401C-9583-309F517E6E8F}" dt="2020-10-11T08:40:04.013" v="4856" actId="2696"/>
        <pc:sldMkLst>
          <pc:docMk/>
          <pc:sldMk cId="2008043979" sldId="1338"/>
        </pc:sldMkLst>
        <pc:spChg chg="mod">
          <ac:chgData name="vidushi dadu" userId="8f6edd75c0a5619a" providerId="LiveId" clId="{4A1D7BB4-DB2B-401C-9583-309F517E6E8F}" dt="2020-10-11T08:37:20.038" v="4709" actId="20577"/>
          <ac:spMkLst>
            <pc:docMk/>
            <pc:sldMk cId="2008043979" sldId="1338"/>
            <ac:spMk id="2" creationId="{F2D92064-8C56-4192-97F8-9323E0D33D83}"/>
          </ac:spMkLst>
        </pc:spChg>
      </pc:sldChg>
      <pc:sldChg chg="addSp delSp modSp add modAnim">
        <pc:chgData name="vidushi dadu" userId="8f6edd75c0a5619a" providerId="LiveId" clId="{4A1D7BB4-DB2B-401C-9583-309F517E6E8F}" dt="2020-10-17T13:33:17.595" v="18639" actId="14100"/>
        <pc:sldMkLst>
          <pc:docMk/>
          <pc:sldMk cId="121360115" sldId="1339"/>
        </pc:sldMkLst>
        <pc:spChg chg="mod">
          <ac:chgData name="vidushi dadu" userId="8f6edd75c0a5619a" providerId="LiveId" clId="{4A1D7BB4-DB2B-401C-9583-309F517E6E8F}" dt="2020-10-16T08:19:15.826" v="16340" actId="20577"/>
          <ac:spMkLst>
            <pc:docMk/>
            <pc:sldMk cId="121360115" sldId="1339"/>
            <ac:spMk id="2" creationId="{4453F9E5-165D-405F-B80D-0CAF687FA5DC}"/>
          </ac:spMkLst>
        </pc:spChg>
        <pc:spChg chg="add del mod">
          <ac:chgData name="vidushi dadu" userId="8f6edd75c0a5619a" providerId="LiveId" clId="{4A1D7BB4-DB2B-401C-9583-309F517E6E8F}" dt="2020-10-11T19:59:32.269" v="5997" actId="478"/>
          <ac:spMkLst>
            <pc:docMk/>
            <pc:sldMk cId="121360115" sldId="1339"/>
            <ac:spMk id="3" creationId="{460F8690-9497-4F59-999A-ABC3940FC75B}"/>
          </ac:spMkLst>
        </pc:spChg>
        <pc:spChg chg="mod">
          <ac:chgData name="vidushi dadu" userId="8f6edd75c0a5619a" providerId="LiveId" clId="{4A1D7BB4-DB2B-401C-9583-309F517E6E8F}" dt="2020-10-16T23:36:39.609" v="18060" actId="113"/>
          <ac:spMkLst>
            <pc:docMk/>
            <pc:sldMk cId="121360115" sldId="1339"/>
            <ac:spMk id="4" creationId="{0093E836-ECA2-44F2-A895-D4C1446C9633}"/>
          </ac:spMkLst>
        </pc:spChg>
        <pc:spChg chg="add mod">
          <ac:chgData name="vidushi dadu" userId="8f6edd75c0a5619a" providerId="LiveId" clId="{4A1D7BB4-DB2B-401C-9583-309F517E6E8F}" dt="2020-10-17T13:33:17.595" v="18639" actId="14100"/>
          <ac:spMkLst>
            <pc:docMk/>
            <pc:sldMk cId="121360115" sldId="1339"/>
            <ac:spMk id="5" creationId="{6943B143-2642-4B41-AAB8-6312A1933975}"/>
          </ac:spMkLst>
        </pc:spChg>
        <pc:spChg chg="add mod">
          <ac:chgData name="vidushi dadu" userId="8f6edd75c0a5619a" providerId="LiveId" clId="{4A1D7BB4-DB2B-401C-9583-309F517E6E8F}" dt="2020-10-16T23:47:46.103" v="18450" actId="1076"/>
          <ac:spMkLst>
            <pc:docMk/>
            <pc:sldMk cId="121360115" sldId="1339"/>
            <ac:spMk id="6" creationId="{01043F69-CA45-4768-B3A0-7BD311E2767A}"/>
          </ac:spMkLst>
        </pc:spChg>
        <pc:spChg chg="add mod">
          <ac:chgData name="vidushi dadu" userId="8f6edd75c0a5619a" providerId="LiveId" clId="{4A1D7BB4-DB2B-401C-9583-309F517E6E8F}" dt="2020-10-16T23:56:16.044" v="18514" actId="692"/>
          <ac:spMkLst>
            <pc:docMk/>
            <pc:sldMk cId="121360115" sldId="1339"/>
            <ac:spMk id="55" creationId="{26764C89-F745-4949-A840-7CB188D06E4E}"/>
          </ac:spMkLst>
        </pc:spChg>
        <pc:spChg chg="add del mod">
          <ac:chgData name="vidushi dadu" userId="8f6edd75c0a5619a" providerId="LiveId" clId="{4A1D7BB4-DB2B-401C-9583-309F517E6E8F}" dt="2020-10-16T23:45:02.997" v="18431"/>
          <ac:spMkLst>
            <pc:docMk/>
            <pc:sldMk cId="121360115" sldId="1339"/>
            <ac:spMk id="56" creationId="{4D5160FC-0BF5-45F4-8132-BA8159CD0698}"/>
          </ac:spMkLst>
        </pc:spChg>
        <pc:spChg chg="add mod">
          <ac:chgData name="vidushi dadu" userId="8f6edd75c0a5619a" providerId="LiveId" clId="{4A1D7BB4-DB2B-401C-9583-309F517E6E8F}" dt="2020-10-16T23:40:48.580" v="18367" actId="1076"/>
          <ac:spMkLst>
            <pc:docMk/>
            <pc:sldMk cId="121360115" sldId="1339"/>
            <ac:spMk id="57" creationId="{CD7D9EE1-C9B9-42A1-A0AD-E6FFD2646BE0}"/>
          </ac:spMkLst>
        </pc:spChg>
        <pc:spChg chg="add mod">
          <ac:chgData name="vidushi dadu" userId="8f6edd75c0a5619a" providerId="LiveId" clId="{4A1D7BB4-DB2B-401C-9583-309F517E6E8F}" dt="2020-10-16T23:41:09.077" v="18371" actId="14100"/>
          <ac:spMkLst>
            <pc:docMk/>
            <pc:sldMk cId="121360115" sldId="1339"/>
            <ac:spMk id="58" creationId="{B9D0FDDD-8708-41D3-B9E2-7C771DFDA0CC}"/>
          </ac:spMkLst>
        </pc:spChg>
        <pc:spChg chg="mod">
          <ac:chgData name="vidushi dadu" userId="8f6edd75c0a5619a" providerId="LiveId" clId="{4A1D7BB4-DB2B-401C-9583-309F517E6E8F}" dt="2020-10-11T19:53:38.909" v="5926" actId="20577"/>
          <ac:spMkLst>
            <pc:docMk/>
            <pc:sldMk cId="121360115" sldId="1339"/>
            <ac:spMk id="61" creationId="{32FE52C8-DE85-441D-B66D-980FAD6ACCC9}"/>
          </ac:spMkLst>
        </pc:spChg>
        <pc:spChg chg="add mod">
          <ac:chgData name="vidushi dadu" userId="8f6edd75c0a5619a" providerId="LiveId" clId="{4A1D7BB4-DB2B-401C-9583-309F517E6E8F}" dt="2020-10-16T23:45:50.949" v="18437" actId="1076"/>
          <ac:spMkLst>
            <pc:docMk/>
            <pc:sldMk cId="121360115" sldId="1339"/>
            <ac:spMk id="96" creationId="{E2014171-022B-4859-B657-D802F4620789}"/>
          </ac:spMkLst>
        </pc:spChg>
        <pc:spChg chg="mod">
          <ac:chgData name="vidushi dadu" userId="8f6edd75c0a5619a" providerId="LiveId" clId="{4A1D7BB4-DB2B-401C-9583-309F517E6E8F}" dt="2020-10-16T23:55:31.096" v="18508" actId="1076"/>
          <ac:spMkLst>
            <pc:docMk/>
            <pc:sldMk cId="121360115" sldId="1339"/>
            <ac:spMk id="108" creationId="{717CDD16-C10E-4D82-A8FB-A4290C5FD3EB}"/>
          </ac:spMkLst>
        </pc:spChg>
        <pc:spChg chg="mod">
          <ac:chgData name="vidushi dadu" userId="8f6edd75c0a5619a" providerId="LiveId" clId="{4A1D7BB4-DB2B-401C-9583-309F517E6E8F}" dt="2020-10-14T00:17:44.680" v="12495" actId="20577"/>
          <ac:spMkLst>
            <pc:docMk/>
            <pc:sldMk cId="121360115" sldId="1339"/>
            <ac:spMk id="111" creationId="{F0044E4E-CCF5-4A56-849E-1BB835A5D7CB}"/>
          </ac:spMkLst>
        </pc:spChg>
        <pc:spChg chg="mod">
          <ac:chgData name="vidushi dadu" userId="8f6edd75c0a5619a" providerId="LiveId" clId="{4A1D7BB4-DB2B-401C-9583-309F517E6E8F}" dt="2020-10-14T00:17:52.881" v="12501" actId="20577"/>
          <ac:spMkLst>
            <pc:docMk/>
            <pc:sldMk cId="121360115" sldId="1339"/>
            <ac:spMk id="125" creationId="{F65FE007-A0A9-47DA-937F-0811306A22C7}"/>
          </ac:spMkLst>
        </pc:spChg>
        <pc:spChg chg="del">
          <ac:chgData name="vidushi dadu" userId="8f6edd75c0a5619a" providerId="LiveId" clId="{4A1D7BB4-DB2B-401C-9583-309F517E6E8F}" dt="2020-10-16T23:55:26.321" v="18507" actId="478"/>
          <ac:spMkLst>
            <pc:docMk/>
            <pc:sldMk cId="121360115" sldId="1339"/>
            <ac:spMk id="126" creationId="{6BC2A0CF-CC54-45EB-8EA3-DC3549E51B2F}"/>
          </ac:spMkLst>
        </pc:spChg>
        <pc:spChg chg="mod">
          <ac:chgData name="vidushi dadu" userId="8f6edd75c0a5619a" providerId="LiveId" clId="{4A1D7BB4-DB2B-401C-9583-309F517E6E8F}" dt="2020-10-16T08:48:11.348" v="16808" actId="20577"/>
          <ac:spMkLst>
            <pc:docMk/>
            <pc:sldMk cId="121360115" sldId="1339"/>
            <ac:spMk id="129" creationId="{D56006A6-FB24-4F07-B20D-07E21C4EF7F0}"/>
          </ac:spMkLst>
        </pc:spChg>
        <pc:spChg chg="mod">
          <ac:chgData name="vidushi dadu" userId="8f6edd75c0a5619a" providerId="LiveId" clId="{4A1D7BB4-DB2B-401C-9583-309F517E6E8F}" dt="2020-10-16T23:42:34.449" v="18393" actId="20577"/>
          <ac:spMkLst>
            <pc:docMk/>
            <pc:sldMk cId="121360115" sldId="1339"/>
            <ac:spMk id="131" creationId="{5F72A712-5CC5-496A-910B-D4E660EB2C0C}"/>
          </ac:spMkLst>
        </pc:spChg>
        <pc:spChg chg="mod">
          <ac:chgData name="vidushi dadu" userId="8f6edd75c0a5619a" providerId="LiveId" clId="{4A1D7BB4-DB2B-401C-9583-309F517E6E8F}" dt="2020-10-16T23:43:26.381" v="18408" actId="1076"/>
          <ac:spMkLst>
            <pc:docMk/>
            <pc:sldMk cId="121360115" sldId="1339"/>
            <ac:spMk id="136" creationId="{56159A8A-2348-4CD3-AF98-A6F0BA53A2EF}"/>
          </ac:spMkLst>
        </pc:spChg>
        <pc:spChg chg="mod">
          <ac:chgData name="vidushi dadu" userId="8f6edd75c0a5619a" providerId="LiveId" clId="{4A1D7BB4-DB2B-401C-9583-309F517E6E8F}" dt="2020-10-14T00:17:35.410" v="12491" actId="20577"/>
          <ac:spMkLst>
            <pc:docMk/>
            <pc:sldMk cId="121360115" sldId="1339"/>
            <ac:spMk id="138" creationId="{A9998568-B267-45D4-BF79-9668BF7FA5A1}"/>
          </ac:spMkLst>
        </pc:spChg>
        <pc:spChg chg="mod">
          <ac:chgData name="vidushi dadu" userId="8f6edd75c0a5619a" providerId="LiveId" clId="{4A1D7BB4-DB2B-401C-9583-309F517E6E8F}" dt="2020-10-14T00:17:26.664" v="12487" actId="20577"/>
          <ac:spMkLst>
            <pc:docMk/>
            <pc:sldMk cId="121360115" sldId="1339"/>
            <ac:spMk id="140" creationId="{94399DBE-F45E-46E0-AAB9-0129EA9FE11B}"/>
          </ac:spMkLst>
        </pc:spChg>
        <pc:spChg chg="mod">
          <ac:chgData name="vidushi dadu" userId="8f6edd75c0a5619a" providerId="LiveId" clId="{4A1D7BB4-DB2B-401C-9583-309F517E6E8F}" dt="2020-10-16T08:48:22.612" v="16814" actId="20577"/>
          <ac:spMkLst>
            <pc:docMk/>
            <pc:sldMk cId="121360115" sldId="1339"/>
            <ac:spMk id="143" creationId="{16E47942-5927-433D-9A57-2403D755F571}"/>
          </ac:spMkLst>
        </pc:spChg>
        <pc:spChg chg="mod">
          <ac:chgData name="vidushi dadu" userId="8f6edd75c0a5619a" providerId="LiveId" clId="{4A1D7BB4-DB2B-401C-9583-309F517E6E8F}" dt="2020-10-16T23:35:07.353" v="18058" actId="20577"/>
          <ac:spMkLst>
            <pc:docMk/>
            <pc:sldMk cId="121360115" sldId="1339"/>
            <ac:spMk id="151" creationId="{65376A60-EA6D-47CF-88BB-98B73033788E}"/>
          </ac:spMkLst>
        </pc:spChg>
        <pc:spChg chg="del">
          <ac:chgData name="vidushi dadu" userId="8f6edd75c0a5619a" providerId="LiveId" clId="{4A1D7BB4-DB2B-401C-9583-309F517E6E8F}" dt="2020-10-16T23:46:12.830" v="18439" actId="478"/>
          <ac:spMkLst>
            <pc:docMk/>
            <pc:sldMk cId="121360115" sldId="1339"/>
            <ac:spMk id="156" creationId="{462E423C-A72A-4B4A-8796-4541B358AC42}"/>
          </ac:spMkLst>
        </pc:spChg>
        <pc:spChg chg="mod">
          <ac:chgData name="vidushi dadu" userId="8f6edd75c0a5619a" providerId="LiveId" clId="{4A1D7BB4-DB2B-401C-9583-309F517E6E8F}" dt="2020-10-16T23:44:12.796" v="18423" actId="20577"/>
          <ac:spMkLst>
            <pc:docMk/>
            <pc:sldMk cId="121360115" sldId="1339"/>
            <ac:spMk id="157" creationId="{3FD26837-851F-47BB-AC44-0F266814289C}"/>
          </ac:spMkLst>
        </pc:spChg>
        <pc:spChg chg="mod">
          <ac:chgData name="vidushi dadu" userId="8f6edd75c0a5619a" providerId="LiveId" clId="{4A1D7BB4-DB2B-401C-9583-309F517E6E8F}" dt="2020-10-16T23:44:32.366" v="18429" actId="1076"/>
          <ac:spMkLst>
            <pc:docMk/>
            <pc:sldMk cId="121360115" sldId="1339"/>
            <ac:spMk id="158" creationId="{9EA32D86-D2FA-44B3-A9AD-8853A25C499B}"/>
          </ac:spMkLst>
        </pc:spChg>
        <pc:grpChg chg="del">
          <ac:chgData name="vidushi dadu" userId="8f6edd75c0a5619a" providerId="LiveId" clId="{4A1D7BB4-DB2B-401C-9583-309F517E6E8F}" dt="2020-10-11T19:59:25.307" v="5995" actId="478"/>
          <ac:grpSpMkLst>
            <pc:docMk/>
            <pc:sldMk cId="121360115" sldId="1339"/>
            <ac:grpSpMk id="31" creationId="{7D4649A2-3DB7-4BB9-8CA2-3F1D50C32DB6}"/>
          </ac:grpSpMkLst>
        </pc:grpChg>
        <pc:grpChg chg="add del">
          <ac:chgData name="vidushi dadu" userId="8f6edd75c0a5619a" providerId="LiveId" clId="{4A1D7BB4-DB2B-401C-9583-309F517E6E8F}" dt="2020-10-11T20:00:03.543" v="6002" actId="478"/>
          <ac:grpSpMkLst>
            <pc:docMk/>
            <pc:sldMk cId="121360115" sldId="1339"/>
            <ac:grpSpMk id="47" creationId="{4F998259-0456-4B76-BC90-EA589A4C6574}"/>
          </ac:grpSpMkLst>
        </pc:grpChg>
        <pc:grpChg chg="add mod">
          <ac:chgData name="vidushi dadu" userId="8f6edd75c0a5619a" providerId="LiveId" clId="{4A1D7BB4-DB2B-401C-9583-309F517E6E8F}" dt="2020-10-16T23:44:27.996" v="18428" actId="1076"/>
          <ac:grpSpMkLst>
            <pc:docMk/>
            <pc:sldMk cId="121360115" sldId="1339"/>
            <ac:grpSpMk id="105" creationId="{6C59AD54-149C-4DC8-8214-94B810B02631}"/>
          </ac:grpSpMkLst>
        </pc:grp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5" creationId="{A436BB5A-55A0-4BE8-AF92-6A6CFDBB1B74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10" creationId="{3DBA209A-1468-4B33-976D-B038A1B18105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11" creationId="{37531091-6289-4719-93E0-73482E7B9726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12" creationId="{A2747F17-9B29-4D92-9AF8-0656330FB5B7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13" creationId="{CCA6C7FC-1B61-4891-A5FA-1772661E91E6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16" creationId="{5E69DE9C-F1DF-4BEC-B88D-FB0ECF051874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18" creationId="{845C7DE4-3B3D-41AF-8571-4F9C41C3DABD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25" creationId="{F4B1F805-73CA-4A60-8C44-C4B7E46A41EC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27" creationId="{FF06930C-4ABB-4B6A-851C-F4178E2E1227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29" creationId="{8676CC24-1B19-49E4-836F-0CAE4D76AEAC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48" creationId="{C93C7CD8-B6A7-4D7E-A9EC-6F76A956A42D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52" creationId="{1B347A63-132D-4882-B864-D6EE2814DBE4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55" creationId="{B8F1FC5D-0717-4688-ADA4-ADFC37BEC1B2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56" creationId="{90EE9368-FE3F-4C9B-BE4B-B931A45D828B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57" creationId="{0119285C-7A63-436B-8B2A-83A97F899D30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59" creationId="{67AC5729-7E60-45ED-B212-4F4B4B757BF2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60" creationId="{9615D8F5-D08D-497C-B222-6D25502601BF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62" creationId="{93749F2C-1D30-4665-B0D2-43E61547D3C1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63" creationId="{CA5626D4-7C44-4845-94DF-9B203CA836C8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69" creationId="{76557B70-4EC5-40EC-9823-3C22EE387C52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74" creationId="{1FF1E2B8-4DFC-4B36-960B-9983CAFE1858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80" creationId="{1E4916B6-201D-448C-91B0-75F54A55403F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82" creationId="{20144707-4958-426D-83A0-C44DAB7569CD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84" creationId="{4275F25A-0E46-43E8-8F03-81B073E920CB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86" creationId="{16A04474-3520-4D80-916A-184196CCE28B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89" creationId="{F2E42A33-D430-42FA-8CB1-93C8488EE004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90" creationId="{5F7D4A55-540B-4A6D-8A32-8294CE7FF211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91" creationId="{8AF3EB23-9DF7-4D7D-A189-4E7D5F261AF5}"/>
          </ac:cxnSpMkLst>
        </pc:cxnChg>
        <pc:cxnChg chg="add mod">
          <ac:chgData name="vidushi dadu" userId="8f6edd75c0a5619a" providerId="LiveId" clId="{4A1D7BB4-DB2B-401C-9583-309F517E6E8F}" dt="2020-10-16T23:44:34.878" v="18430" actId="14100"/>
          <ac:cxnSpMkLst>
            <pc:docMk/>
            <pc:sldMk cId="121360115" sldId="1339"/>
            <ac:cxnSpMk id="91" creationId="{BD2A4C98-95D6-4FE8-8A2C-0F28234112BB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93" creationId="{68E91F46-8519-4498-A832-05EBECBFF31E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94" creationId="{EF5D9A10-DC81-4F82-9A5D-D2090A1389E7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96" creationId="{35B66DA3-DBC4-4BF9-92F6-22CB5FED64AC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97" creationId="{7A38FF93-4F28-4335-830C-03DBAB09DDF6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100" creationId="{F91960C2-88F2-4ABE-BB70-6A695FC42398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101" creationId="{0081A62F-5E7E-426E-AD6C-3FEB11A7F3B6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102" creationId="{FFE4B80B-5EC8-4E38-8AB8-49326E56EAA1}"/>
          </ac:cxnSpMkLst>
        </pc:cxnChg>
        <pc:cxnChg chg="mod">
          <ac:chgData name="vidushi dadu" userId="8f6edd75c0a5619a" providerId="LiveId" clId="{4A1D7BB4-DB2B-401C-9583-309F517E6E8F}" dt="2020-10-11T20:00:03.543" v="6002" actId="478"/>
          <ac:cxnSpMkLst>
            <pc:docMk/>
            <pc:sldMk cId="121360115" sldId="1339"/>
            <ac:cxnSpMk id="103" creationId="{181837FE-7FE4-4DFA-A32D-BD2D95FEBD00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107" creationId="{4365C8E5-EA23-48DC-95E1-468E4655C49B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110" creationId="{800CB042-50A9-4ED3-8886-829317890B03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114" creationId="{C7A4DCAE-58DC-40DE-9765-BDE7D1DFF726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117" creationId="{DA4CCB89-E202-4AF2-8EB5-3D5528D06901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123" creationId="{3979DC9B-87E9-4FF4-8A48-F97B8785DAA3}"/>
          </ac:cxnSpMkLst>
        </pc:cxnChg>
        <pc:cxnChg chg="mod">
          <ac:chgData name="vidushi dadu" userId="8f6edd75c0a5619a" providerId="LiveId" clId="{4A1D7BB4-DB2B-401C-9583-309F517E6E8F}" dt="2020-10-16T23:42:55.973" v="18399" actId="14100"/>
          <ac:cxnSpMkLst>
            <pc:docMk/>
            <pc:sldMk cId="121360115" sldId="1339"/>
            <ac:cxnSpMk id="124" creationId="{CB6B3F3C-7F3F-4753-BD47-3BA9C6AB719B}"/>
          </ac:cxnSpMkLst>
        </pc:cxnChg>
        <pc:cxnChg chg="mod">
          <ac:chgData name="vidushi dadu" userId="8f6edd75c0a5619a" providerId="LiveId" clId="{4A1D7BB4-DB2B-401C-9583-309F517E6E8F}" dt="2020-10-11T19:59:25.307" v="5995" actId="478"/>
          <ac:cxnSpMkLst>
            <pc:docMk/>
            <pc:sldMk cId="121360115" sldId="1339"/>
            <ac:cxnSpMk id="127" creationId="{67C33643-9713-442B-AA13-CECE44B536ED}"/>
          </ac:cxnSpMkLst>
        </pc:cxnChg>
        <pc:cxnChg chg="mod">
          <ac:chgData name="vidushi dadu" userId="8f6edd75c0a5619a" providerId="LiveId" clId="{4A1D7BB4-DB2B-401C-9583-309F517E6E8F}" dt="2020-10-16T23:43:18.525" v="18406" actId="1076"/>
          <ac:cxnSpMkLst>
            <pc:docMk/>
            <pc:sldMk cId="121360115" sldId="1339"/>
            <ac:cxnSpMk id="132" creationId="{71DB8910-6DB4-4792-9A84-B7A7BB86ADD1}"/>
          </ac:cxnSpMkLst>
        </pc:cxnChg>
        <pc:cxnChg chg="del mod">
          <ac:chgData name="vidushi dadu" userId="8f6edd75c0a5619a" providerId="LiveId" clId="{4A1D7BB4-DB2B-401C-9583-309F517E6E8F}" dt="2020-10-16T23:43:46.260" v="18414" actId="478"/>
          <ac:cxnSpMkLst>
            <pc:docMk/>
            <pc:sldMk cId="121360115" sldId="1339"/>
            <ac:cxnSpMk id="133" creationId="{A46015FD-3BE9-49C5-A39C-1C0C0265A40E}"/>
          </ac:cxnSpMkLst>
        </pc:cxnChg>
        <pc:cxnChg chg="mod">
          <ac:chgData name="vidushi dadu" userId="8f6edd75c0a5619a" providerId="LiveId" clId="{4A1D7BB4-DB2B-401C-9583-309F517E6E8F}" dt="2020-10-16T23:43:38.981" v="18412" actId="14100"/>
          <ac:cxnSpMkLst>
            <pc:docMk/>
            <pc:sldMk cId="121360115" sldId="1339"/>
            <ac:cxnSpMk id="134" creationId="{98039AC6-CA56-4364-A73D-A40668E71516}"/>
          </ac:cxnSpMkLst>
        </pc:cxnChg>
        <pc:cxnChg chg="mod">
          <ac:chgData name="vidushi dadu" userId="8f6edd75c0a5619a" providerId="LiveId" clId="{4A1D7BB4-DB2B-401C-9583-309F517E6E8F}" dt="2020-10-16T23:42:02.909" v="18382" actId="1076"/>
          <ac:cxnSpMkLst>
            <pc:docMk/>
            <pc:sldMk cId="121360115" sldId="1339"/>
            <ac:cxnSpMk id="135" creationId="{A09CD7E5-3FF0-49B8-BFAA-C9BDAA61D48A}"/>
          </ac:cxnSpMkLst>
        </pc:cxnChg>
        <pc:cxnChg chg="mod">
          <ac:chgData name="vidushi dadu" userId="8f6edd75c0a5619a" providerId="LiveId" clId="{4A1D7BB4-DB2B-401C-9583-309F517E6E8F}" dt="2020-10-16T23:43:21.093" v="18407" actId="14100"/>
          <ac:cxnSpMkLst>
            <pc:docMk/>
            <pc:sldMk cId="121360115" sldId="1339"/>
            <ac:cxnSpMk id="137" creationId="{F50C3746-FA84-4DA5-AD20-58010C353DBD}"/>
          </ac:cxnSpMkLst>
        </pc:cxnChg>
        <pc:cxnChg chg="mod">
          <ac:chgData name="vidushi dadu" userId="8f6edd75c0a5619a" providerId="LiveId" clId="{4A1D7BB4-DB2B-401C-9583-309F517E6E8F}" dt="2020-10-16T23:44:32.366" v="18429" actId="1076"/>
          <ac:cxnSpMkLst>
            <pc:docMk/>
            <pc:sldMk cId="121360115" sldId="1339"/>
            <ac:cxnSpMk id="139" creationId="{C4607F36-830D-4559-8B52-B68E16902C52}"/>
          </ac:cxnSpMkLst>
        </pc:cxnChg>
        <pc:cxnChg chg="mod">
          <ac:chgData name="vidushi dadu" userId="8f6edd75c0a5619a" providerId="LiveId" clId="{4A1D7BB4-DB2B-401C-9583-309F517E6E8F}" dt="2020-10-16T23:55:31.096" v="18508" actId="1076"/>
          <ac:cxnSpMkLst>
            <pc:docMk/>
            <pc:sldMk cId="121360115" sldId="1339"/>
            <ac:cxnSpMk id="150" creationId="{1B485DF5-368C-4170-A8ED-D228271B82AB}"/>
          </ac:cxnSpMkLst>
        </pc:cxnChg>
        <pc:cxnChg chg="mod">
          <ac:chgData name="vidushi dadu" userId="8f6edd75c0a5619a" providerId="LiveId" clId="{4A1D7BB4-DB2B-401C-9583-309F517E6E8F}" dt="2020-10-16T23:43:34.150" v="18410" actId="14100"/>
          <ac:cxnSpMkLst>
            <pc:docMk/>
            <pc:sldMk cId="121360115" sldId="1339"/>
            <ac:cxnSpMk id="159" creationId="{F9C097EC-84D6-4D04-8066-35AD747B6545}"/>
          </ac:cxnSpMkLst>
        </pc:cxnChg>
        <pc:cxnChg chg="mod">
          <ac:chgData name="vidushi dadu" userId="8f6edd75c0a5619a" providerId="LiveId" clId="{4A1D7BB4-DB2B-401C-9583-309F517E6E8F}" dt="2020-10-16T23:42:07.654" v="18383" actId="14100"/>
          <ac:cxnSpMkLst>
            <pc:docMk/>
            <pc:sldMk cId="121360115" sldId="1339"/>
            <ac:cxnSpMk id="160" creationId="{757B05B2-78E2-4730-B535-FDA06BC742B7}"/>
          </ac:cxnSpMkLst>
        </pc:cxnChg>
      </pc:sldChg>
      <pc:sldChg chg="delSp modSp add del">
        <pc:chgData name="vidushi dadu" userId="8f6edd75c0a5619a" providerId="LiveId" clId="{4A1D7BB4-DB2B-401C-9583-309F517E6E8F}" dt="2020-10-11T19:50:37.445" v="5887" actId="2696"/>
        <pc:sldMkLst>
          <pc:docMk/>
          <pc:sldMk cId="1299463268" sldId="1339"/>
        </pc:sldMkLst>
        <pc:cxnChg chg="del mod">
          <ac:chgData name="vidushi dadu" userId="8f6edd75c0a5619a" providerId="LiveId" clId="{4A1D7BB4-DB2B-401C-9583-309F517E6E8F}" dt="2020-10-11T19:50:27.940" v="5886" actId="478"/>
          <ac:cxnSpMkLst>
            <pc:docMk/>
            <pc:sldMk cId="1299463268" sldId="1339"/>
            <ac:cxnSpMk id="84" creationId="{4275F25A-0E46-43E8-8F03-81B073E920CB}"/>
          </ac:cxnSpMkLst>
        </pc:cxnChg>
      </pc:sldChg>
      <pc:sldChg chg="add del">
        <pc:chgData name="vidushi dadu" userId="8f6edd75c0a5619a" providerId="LiveId" clId="{4A1D7BB4-DB2B-401C-9583-309F517E6E8F}" dt="2020-10-11T08:49:44.552" v="4952" actId="2696"/>
        <pc:sldMkLst>
          <pc:docMk/>
          <pc:sldMk cId="1892750855" sldId="1339"/>
        </pc:sldMkLst>
      </pc:sldChg>
      <pc:sldChg chg="addSp delSp modSp add del">
        <pc:chgData name="vidushi dadu" userId="8f6edd75c0a5619a" providerId="LiveId" clId="{4A1D7BB4-DB2B-401C-9583-309F517E6E8F}" dt="2020-10-11T20:00:39.192" v="6088" actId="2696"/>
        <pc:sldMkLst>
          <pc:docMk/>
          <pc:sldMk cId="968921300" sldId="1340"/>
        </pc:sldMkLst>
        <pc:spChg chg="del mod">
          <ac:chgData name="vidushi dadu" userId="8f6edd75c0a5619a" providerId="LiveId" clId="{4A1D7BB4-DB2B-401C-9583-309F517E6E8F}" dt="2020-10-11T19:59:43.328" v="5999" actId="478"/>
          <ac:spMkLst>
            <pc:docMk/>
            <pc:sldMk cId="968921300" sldId="1340"/>
            <ac:spMk id="2" creationId="{4453F9E5-165D-405F-B80D-0CAF687FA5DC}"/>
          </ac:spMkLst>
        </pc:spChg>
        <pc:spChg chg="mod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3" creationId="{460F8690-9497-4F59-999A-ABC3940FC75B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8" creationId="{9568346C-7BAE-4B4F-8CCC-F2B410830BE1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9" creationId="{1005120D-F43B-46EA-96BD-B623AAA428AE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15" creationId="{2EF76933-9371-4AAB-982E-AEDD5B303068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30" creationId="{97224BD1-01FB-4E83-903C-2F6E1714BD24}"/>
          </ac:spMkLst>
        </pc:spChg>
        <pc:spChg chg="add del mod">
          <ac:chgData name="vidushi dadu" userId="8f6edd75c0a5619a" providerId="LiveId" clId="{4A1D7BB4-DB2B-401C-9583-309F517E6E8F}" dt="2020-10-11T19:59:47.194" v="6000" actId="478"/>
          <ac:spMkLst>
            <pc:docMk/>
            <pc:sldMk cId="968921300" sldId="1340"/>
            <ac:spMk id="37" creationId="{31B8923C-9695-45DB-A4FB-6D6451AE796D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40" creationId="{9B12D1E4-01D2-4C4A-BA5E-A90A99472975}"/>
          </ac:spMkLst>
        </pc:spChg>
        <pc:spChg chg="add mod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47" creationId="{47B88D12-D41B-40D2-8C0F-C398DDC53BDA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51" creationId="{7CDB3E70-E76B-47AA-8F50-ACC47D1DA0F7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53" creationId="{B1376865-DA6A-49A7-9B34-50DEF1AD39FB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54" creationId="{B5CBD008-C07A-48EA-8668-2A5BEFF728EF}"/>
          </ac:spMkLst>
        </pc:spChg>
        <pc:spChg chg="add mod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57" creationId="{C44FCD7E-E237-4F09-AF3F-3939818D3724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61" creationId="{32FE52C8-DE85-441D-B66D-980FAD6ACCC9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73" creationId="{8C9B4BF3-9DA5-46AC-AFDC-53AEAA42B30A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78" creationId="{58BD2D31-B851-4A93-B0C5-8131FB8CB196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87" creationId="{D8169072-591D-4079-959C-A12D35CA76C5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92" creationId="{B5A28592-5C8C-4231-9946-FF68AF8FD474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98" creationId="{9E5D8674-D1CC-45AC-A0C6-10CBFFAE3EE9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106" creationId="{FF9763B0-F65E-467A-8FDA-1A5D32A3710C}"/>
          </ac:spMkLst>
        </pc:spChg>
        <pc:spChg chg="mod topLvl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122" creationId="{24BC9D8D-1569-40DD-8033-C842E9C60D2D}"/>
          </ac:spMkLst>
        </pc:spChg>
        <pc:spChg chg="mod">
          <ac:chgData name="vidushi dadu" userId="8f6edd75c0a5619a" providerId="LiveId" clId="{4A1D7BB4-DB2B-401C-9583-309F517E6E8F}" dt="2020-10-11T19:59:53.223" v="6001" actId="164"/>
          <ac:spMkLst>
            <pc:docMk/>
            <pc:sldMk cId="968921300" sldId="1340"/>
            <ac:spMk id="126" creationId="{6BC2A0CF-CC54-45EB-8EA3-DC3549E51B2F}"/>
          </ac:spMkLst>
        </pc:spChg>
        <pc:grpChg chg="del">
          <ac:chgData name="vidushi dadu" userId="8f6edd75c0a5619a" providerId="LiveId" clId="{4A1D7BB4-DB2B-401C-9583-309F517E6E8F}" dt="2020-10-11T19:54:25.832" v="5933" actId="165"/>
          <ac:grpSpMkLst>
            <pc:docMk/>
            <pc:sldMk cId="968921300" sldId="1340"/>
            <ac:grpSpMk id="31" creationId="{7D4649A2-3DB7-4BB9-8CA2-3F1D50C32DB6}"/>
          </ac:grpSpMkLst>
        </pc:grpChg>
        <pc:grpChg chg="add mod">
          <ac:chgData name="vidushi dadu" userId="8f6edd75c0a5619a" providerId="LiveId" clId="{4A1D7BB4-DB2B-401C-9583-309F517E6E8F}" dt="2020-10-11T19:59:53.223" v="6001" actId="164"/>
          <ac:grpSpMkLst>
            <pc:docMk/>
            <pc:sldMk cId="968921300" sldId="1340"/>
            <ac:grpSpMk id="38" creationId="{1ED0F022-2B40-4439-810E-39EC566A3131}"/>
          </ac:grpSpMkLst>
        </pc:grp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5" creationId="{A436BB5A-55A0-4BE8-AF92-6A6CFDBB1B74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10" creationId="{3DBA209A-1468-4B33-976D-B038A1B18105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11" creationId="{37531091-6289-4719-93E0-73482E7B9726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12" creationId="{A2747F17-9B29-4D92-9AF8-0656330FB5B7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13" creationId="{CCA6C7FC-1B61-4891-A5FA-1772661E91E6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16" creationId="{5E69DE9C-F1DF-4BEC-B88D-FB0ECF051874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18" creationId="{845C7DE4-3B3D-41AF-8571-4F9C41C3DABD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25" creationId="{F4B1F805-73CA-4A60-8C44-C4B7E46A41EC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27" creationId="{FF06930C-4ABB-4B6A-851C-F4178E2E1227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29" creationId="{8676CC24-1B19-49E4-836F-0CAE4D76AEAC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48" creationId="{C93C7CD8-B6A7-4D7E-A9EC-6F76A956A42D}"/>
          </ac:cxnSpMkLst>
        </pc:cxnChg>
        <pc:cxnChg chg="add mod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60" creationId="{FA04ADCE-BA42-48CC-B12D-39AA0222B577}"/>
          </ac:cxnSpMkLst>
        </pc:cxnChg>
        <pc:cxnChg chg="add mod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64" creationId="{01EF71B2-D57C-4082-BB95-CC6B83533B22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74" creationId="{1FF1E2B8-4DFC-4B36-960B-9983CAFE1858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75" creationId="{6729AD21-8C7D-4D61-B57F-6B0B4A73AEBA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76" creationId="{9EA614A2-C5B5-4173-A4D8-68D5D832D6B5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77" creationId="{CA6B4942-FB85-4E56-8C66-116C061984DE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84" creationId="{4275F25A-0E46-43E8-8F03-81B073E920CB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89" creationId="{F2E42A33-D430-42FA-8CB1-93C8488EE004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101" creationId="{0081A62F-5E7E-426E-AD6C-3FEB11A7F3B6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107" creationId="{4365C8E5-EA23-48DC-95E1-468E4655C49B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110" creationId="{800CB042-50A9-4ED3-8886-829317890B03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114" creationId="{C7A4DCAE-58DC-40DE-9765-BDE7D1DFF726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117" creationId="{DA4CCB89-E202-4AF2-8EB5-3D5528D06901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123" creationId="{3979DC9B-87E9-4FF4-8A48-F97B8785DAA3}"/>
          </ac:cxnSpMkLst>
        </pc:cxnChg>
        <pc:cxnChg chg="mod topLvl">
          <ac:chgData name="vidushi dadu" userId="8f6edd75c0a5619a" providerId="LiveId" clId="{4A1D7BB4-DB2B-401C-9583-309F517E6E8F}" dt="2020-10-11T19:59:53.223" v="6001" actId="164"/>
          <ac:cxnSpMkLst>
            <pc:docMk/>
            <pc:sldMk cId="968921300" sldId="1340"/>
            <ac:cxnSpMk id="127" creationId="{67C33643-9713-442B-AA13-CECE44B536ED}"/>
          </ac:cxnSpMkLst>
        </pc:cxnChg>
      </pc:sldChg>
      <pc:sldChg chg="add del">
        <pc:chgData name="vidushi dadu" userId="8f6edd75c0a5619a" providerId="LiveId" clId="{4A1D7BB4-DB2B-401C-9583-309F517E6E8F}" dt="2020-10-11T19:54:05.963" v="5929" actId="2696"/>
        <pc:sldMkLst>
          <pc:docMk/>
          <pc:sldMk cId="2284864878" sldId="1340"/>
        </pc:sldMkLst>
      </pc:sldChg>
      <pc:sldChg chg="add del modTransition">
        <pc:chgData name="vidushi dadu" userId="8f6edd75c0a5619a" providerId="LiveId" clId="{4A1D7BB4-DB2B-401C-9583-309F517E6E8F}" dt="2020-10-14T00:25:47.600" v="12916" actId="2696"/>
        <pc:sldMkLst>
          <pc:docMk/>
          <pc:sldMk cId="742479164" sldId="1341"/>
        </pc:sldMkLst>
      </pc:sldChg>
      <pc:sldChg chg="add del">
        <pc:chgData name="vidushi dadu" userId="8f6edd75c0a5619a" providerId="LiveId" clId="{4A1D7BB4-DB2B-401C-9583-309F517E6E8F}" dt="2020-10-11T19:54:18.219" v="5932" actId="2696"/>
        <pc:sldMkLst>
          <pc:docMk/>
          <pc:sldMk cId="1339195383" sldId="1341"/>
        </pc:sldMkLst>
      </pc:sldChg>
      <pc:sldChg chg="modSp add del">
        <pc:chgData name="vidushi dadu" userId="8f6edd75c0a5619a" providerId="LiveId" clId="{4A1D7BB4-DB2B-401C-9583-309F517E6E8F}" dt="2020-10-16T08:46:25.029" v="16788" actId="2696"/>
        <pc:sldMkLst>
          <pc:docMk/>
          <pc:sldMk cId="3255447928" sldId="1342"/>
        </pc:sldMkLst>
        <pc:spChg chg="mod">
          <ac:chgData name="vidushi dadu" userId="8f6edd75c0a5619a" providerId="LiveId" clId="{4A1D7BB4-DB2B-401C-9583-309F517E6E8F}" dt="2020-10-12T06:37:18.526" v="6150" actId="20577"/>
          <ac:spMkLst>
            <pc:docMk/>
            <pc:sldMk cId="3255447928" sldId="1342"/>
            <ac:spMk id="2" creationId="{9CB7BDF6-34A0-48EB-9FD5-42BB2F829A6E}"/>
          </ac:spMkLst>
        </pc:spChg>
        <pc:spChg chg="mod">
          <ac:chgData name="vidushi dadu" userId="8f6edd75c0a5619a" providerId="LiveId" clId="{4A1D7BB4-DB2B-401C-9583-309F517E6E8F}" dt="2020-10-16T08:13:45.692" v="16067"/>
          <ac:spMkLst>
            <pc:docMk/>
            <pc:sldMk cId="3255447928" sldId="1342"/>
            <ac:spMk id="3" creationId="{0D709E71-26CA-4932-B280-B1ECE993F7CB}"/>
          </ac:spMkLst>
        </pc:spChg>
      </pc:sldChg>
      <pc:sldChg chg="addSp modSp add del modAnim">
        <pc:chgData name="vidushi dadu" userId="8f6edd75c0a5619a" providerId="LiveId" clId="{4A1D7BB4-DB2B-401C-9583-309F517E6E8F}" dt="2020-10-16T08:06:35.957" v="15804" actId="2696"/>
        <pc:sldMkLst>
          <pc:docMk/>
          <pc:sldMk cId="786520018" sldId="1343"/>
        </pc:sldMkLst>
        <pc:spChg chg="mod">
          <ac:chgData name="vidushi dadu" userId="8f6edd75c0a5619a" providerId="LiveId" clId="{4A1D7BB4-DB2B-401C-9583-309F517E6E8F}" dt="2020-10-12T07:34:58.837" v="8523" actId="20577"/>
          <ac:spMkLst>
            <pc:docMk/>
            <pc:sldMk cId="786520018" sldId="1343"/>
            <ac:spMk id="2" creationId="{B290E57C-6AE9-4589-B637-F9601EDDAA3B}"/>
          </ac:spMkLst>
        </pc:spChg>
        <pc:spChg chg="mod">
          <ac:chgData name="vidushi dadu" userId="8f6edd75c0a5619a" providerId="LiveId" clId="{4A1D7BB4-DB2B-401C-9583-309F517E6E8F}" dt="2020-10-13T23:19:25.645" v="10881" actId="207"/>
          <ac:spMkLst>
            <pc:docMk/>
            <pc:sldMk cId="786520018" sldId="1343"/>
            <ac:spMk id="9" creationId="{C0273280-38D3-4F51-A66E-DA1FF0C041E3}"/>
          </ac:spMkLst>
        </pc:spChg>
        <pc:spChg chg="mod">
          <ac:chgData name="vidushi dadu" userId="8f6edd75c0a5619a" providerId="LiveId" clId="{4A1D7BB4-DB2B-401C-9583-309F517E6E8F}" dt="2020-10-13T23:19:59.160" v="10886" actId="20577"/>
          <ac:spMkLst>
            <pc:docMk/>
            <pc:sldMk cId="786520018" sldId="1343"/>
            <ac:spMk id="11" creationId="{EA48A89A-86CA-43AA-8533-52DDDCE07AFA}"/>
          </ac:spMkLst>
        </pc:spChg>
        <pc:spChg chg="add mod">
          <ac:chgData name="vidushi dadu" userId="8f6edd75c0a5619a" providerId="LiveId" clId="{4A1D7BB4-DB2B-401C-9583-309F517E6E8F}" dt="2020-10-13T23:24:39.919" v="11120" actId="1038"/>
          <ac:spMkLst>
            <pc:docMk/>
            <pc:sldMk cId="786520018" sldId="1343"/>
            <ac:spMk id="27" creationId="{11328609-6834-40A9-8DA0-3EC576B5FD83}"/>
          </ac:spMkLst>
        </pc:spChg>
        <pc:grpChg chg="mod">
          <ac:chgData name="vidushi dadu" userId="8f6edd75c0a5619a" providerId="LiveId" clId="{4A1D7BB4-DB2B-401C-9583-309F517E6E8F}" dt="2020-10-13T23:24:26.646" v="11092" actId="1076"/>
          <ac:grpSpMkLst>
            <pc:docMk/>
            <pc:sldMk cId="786520018" sldId="1343"/>
            <ac:grpSpMk id="10" creationId="{9ACD244C-4009-4325-BD10-904BDE3020C9}"/>
          </ac:grpSpMkLst>
        </pc:grpChg>
        <pc:graphicFrameChg chg="add mod modGraphic">
          <ac:chgData name="vidushi dadu" userId="8f6edd75c0a5619a" providerId="LiveId" clId="{4A1D7BB4-DB2B-401C-9583-309F517E6E8F}" dt="2020-10-13T23:24:39.919" v="11120" actId="1038"/>
          <ac:graphicFrameMkLst>
            <pc:docMk/>
            <pc:sldMk cId="786520018" sldId="1343"/>
            <ac:graphicFrameMk id="7" creationId="{9F0E6B0D-721E-42E0-B877-5047BCFA9641}"/>
          </ac:graphicFrameMkLst>
        </pc:graphicFrameChg>
        <pc:graphicFrameChg chg="add mod modGraphic">
          <ac:chgData name="vidushi dadu" userId="8f6edd75c0a5619a" providerId="LiveId" clId="{4A1D7BB4-DB2B-401C-9583-309F517E6E8F}" dt="2020-10-13T23:24:39.919" v="11120" actId="1038"/>
          <ac:graphicFrameMkLst>
            <pc:docMk/>
            <pc:sldMk cId="786520018" sldId="1343"/>
            <ac:graphicFrameMk id="14" creationId="{5E60A20A-4211-4C12-BFD1-57978CA9D28C}"/>
          </ac:graphicFrameMkLst>
        </pc:graphicFrameChg>
        <pc:cxnChg chg="add mod">
          <ac:chgData name="vidushi dadu" userId="8f6edd75c0a5619a" providerId="LiveId" clId="{4A1D7BB4-DB2B-401C-9583-309F517E6E8F}" dt="2020-10-13T23:24:39.919" v="11120" actId="1038"/>
          <ac:cxnSpMkLst>
            <pc:docMk/>
            <pc:sldMk cId="786520018" sldId="1343"/>
            <ac:cxnSpMk id="17" creationId="{330A608E-CFDC-4F64-8D1E-5FAB97EE2C11}"/>
          </ac:cxnSpMkLst>
        </pc:cxnChg>
        <pc:cxnChg chg="add mod">
          <ac:chgData name="vidushi dadu" userId="8f6edd75c0a5619a" providerId="LiveId" clId="{4A1D7BB4-DB2B-401C-9583-309F517E6E8F}" dt="2020-10-13T23:24:39.919" v="11120" actId="1038"/>
          <ac:cxnSpMkLst>
            <pc:docMk/>
            <pc:sldMk cId="786520018" sldId="1343"/>
            <ac:cxnSpMk id="18" creationId="{807AD9A0-276E-4EF3-A00E-1ACF7FB6A18E}"/>
          </ac:cxnSpMkLst>
        </pc:cxnChg>
        <pc:cxnChg chg="add mod">
          <ac:chgData name="vidushi dadu" userId="8f6edd75c0a5619a" providerId="LiveId" clId="{4A1D7BB4-DB2B-401C-9583-309F517E6E8F}" dt="2020-10-13T23:24:39.919" v="11120" actId="1038"/>
          <ac:cxnSpMkLst>
            <pc:docMk/>
            <pc:sldMk cId="786520018" sldId="1343"/>
            <ac:cxnSpMk id="21" creationId="{21232C72-FE26-4748-B003-AFB564E64470}"/>
          </ac:cxnSpMkLst>
        </pc:cxnChg>
        <pc:cxnChg chg="add mod">
          <ac:chgData name="vidushi dadu" userId="8f6edd75c0a5619a" providerId="LiveId" clId="{4A1D7BB4-DB2B-401C-9583-309F517E6E8F}" dt="2020-10-13T23:24:39.919" v="11120" actId="1038"/>
          <ac:cxnSpMkLst>
            <pc:docMk/>
            <pc:sldMk cId="786520018" sldId="1343"/>
            <ac:cxnSpMk id="24" creationId="{211F3032-63AC-41B4-8CFC-D3E428343351}"/>
          </ac:cxnSpMkLst>
        </pc:cxnChg>
      </pc:sldChg>
      <pc:sldChg chg="add del">
        <pc:chgData name="vidushi dadu" userId="8f6edd75c0a5619a" providerId="LiveId" clId="{4A1D7BB4-DB2B-401C-9583-309F517E6E8F}" dt="2020-10-16T08:08:27.154" v="15849" actId="2696"/>
        <pc:sldMkLst>
          <pc:docMk/>
          <pc:sldMk cId="951426608" sldId="1343"/>
        </pc:sldMkLst>
      </pc:sldChg>
      <pc:sldChg chg="modSp add del">
        <pc:chgData name="vidushi dadu" userId="8f6edd75c0a5619a" providerId="LiveId" clId="{4A1D7BB4-DB2B-401C-9583-309F517E6E8F}" dt="2020-10-12T07:04:30.416" v="7534" actId="2696"/>
        <pc:sldMkLst>
          <pc:docMk/>
          <pc:sldMk cId="1980661545" sldId="1343"/>
        </pc:sldMkLst>
        <pc:spChg chg="mod">
          <ac:chgData name="vidushi dadu" userId="8f6edd75c0a5619a" providerId="LiveId" clId="{4A1D7BB4-DB2B-401C-9583-309F517E6E8F}" dt="2020-10-12T06:44:06.246" v="6520" actId="20577"/>
          <ac:spMkLst>
            <pc:docMk/>
            <pc:sldMk cId="1980661545" sldId="1343"/>
            <ac:spMk id="2" creationId="{B290E57C-6AE9-4589-B637-F9601EDDAA3B}"/>
          </ac:spMkLst>
        </pc:spChg>
      </pc:sldChg>
      <pc:sldChg chg="addSp modSp add del">
        <pc:chgData name="vidushi dadu" userId="8f6edd75c0a5619a" providerId="LiveId" clId="{4A1D7BB4-DB2B-401C-9583-309F517E6E8F}" dt="2020-10-12T07:34:46.837" v="8519" actId="2696"/>
        <pc:sldMkLst>
          <pc:docMk/>
          <pc:sldMk cId="2379994333" sldId="1343"/>
        </pc:sldMkLst>
        <pc:spChg chg="mod">
          <ac:chgData name="vidushi dadu" userId="8f6edd75c0a5619a" providerId="LiveId" clId="{4A1D7BB4-DB2B-401C-9583-309F517E6E8F}" dt="2020-10-12T07:34:44.975" v="8518" actId="20577"/>
          <ac:spMkLst>
            <pc:docMk/>
            <pc:sldMk cId="2379994333" sldId="1343"/>
            <ac:spMk id="2" creationId="{B290E57C-6AE9-4589-B637-F9601EDDAA3B}"/>
          </ac:spMkLst>
        </pc:spChg>
        <pc:spChg chg="mod">
          <ac:chgData name="vidushi dadu" userId="8f6edd75c0a5619a" providerId="LiveId" clId="{4A1D7BB4-DB2B-401C-9583-309F517E6E8F}" dt="2020-10-12T07:04:46.004" v="7554" actId="2711"/>
          <ac:spMkLst>
            <pc:docMk/>
            <pc:sldMk cId="2379994333" sldId="1343"/>
            <ac:spMk id="3" creationId="{8EC2ABBC-6B76-4C64-B681-8DE5937F7134}"/>
          </ac:spMkLst>
        </pc:spChg>
        <pc:spChg chg="add mod">
          <ac:chgData name="vidushi dadu" userId="8f6edd75c0a5619a" providerId="LiveId" clId="{4A1D7BB4-DB2B-401C-9583-309F517E6E8F}" dt="2020-10-12T07:07:44.534" v="7574" actId="164"/>
          <ac:spMkLst>
            <pc:docMk/>
            <pc:sldMk cId="2379994333" sldId="1343"/>
            <ac:spMk id="4" creationId="{E2FCA78A-5BB0-4F42-A500-4F0A3B7133B7}"/>
          </ac:spMkLst>
        </pc:spChg>
        <pc:spChg chg="add mod">
          <ac:chgData name="vidushi dadu" userId="8f6edd75c0a5619a" providerId="LiveId" clId="{4A1D7BB4-DB2B-401C-9583-309F517E6E8F}" dt="2020-10-12T07:07:44.534" v="7574" actId="164"/>
          <ac:spMkLst>
            <pc:docMk/>
            <pc:sldMk cId="2379994333" sldId="1343"/>
            <ac:spMk id="5" creationId="{05F56A13-1D49-4981-98C4-346C171882A8}"/>
          </ac:spMkLst>
        </pc:spChg>
        <pc:spChg chg="add mod">
          <ac:chgData name="vidushi dadu" userId="8f6edd75c0a5619a" providerId="LiveId" clId="{4A1D7BB4-DB2B-401C-9583-309F517E6E8F}" dt="2020-10-12T07:10:39.957" v="7798" actId="1076"/>
          <ac:spMkLst>
            <pc:docMk/>
            <pc:sldMk cId="2379994333" sldId="1343"/>
            <ac:spMk id="9" creationId="{C0273280-38D3-4F51-A66E-DA1FF0C041E3}"/>
          </ac:spMkLst>
        </pc:spChg>
        <pc:spChg chg="add mod">
          <ac:chgData name="vidushi dadu" userId="8f6edd75c0a5619a" providerId="LiveId" clId="{4A1D7BB4-DB2B-401C-9583-309F517E6E8F}" dt="2020-10-12T07:10:37.814" v="7797" actId="1076"/>
          <ac:spMkLst>
            <pc:docMk/>
            <pc:sldMk cId="2379994333" sldId="1343"/>
            <ac:spMk id="11" creationId="{EA48A89A-86CA-43AA-8533-52DDDCE07AFA}"/>
          </ac:spMkLst>
        </pc:spChg>
        <pc:spChg chg="add mod">
          <ac:chgData name="vidushi dadu" userId="8f6edd75c0a5619a" providerId="LiveId" clId="{4A1D7BB4-DB2B-401C-9583-309F517E6E8F}" dt="2020-10-12T07:11:00.511" v="7827" actId="1076"/>
          <ac:spMkLst>
            <pc:docMk/>
            <pc:sldMk cId="2379994333" sldId="1343"/>
            <ac:spMk id="12" creationId="{4734A3DF-3628-4780-B2A3-8AA643CB7D63}"/>
          </ac:spMkLst>
        </pc:spChg>
        <pc:grpChg chg="add mod">
          <ac:chgData name="vidushi dadu" userId="8f6edd75c0a5619a" providerId="LiveId" clId="{4A1D7BB4-DB2B-401C-9583-309F517E6E8F}" dt="2020-10-12T07:07:47.829" v="7575" actId="1076"/>
          <ac:grpSpMkLst>
            <pc:docMk/>
            <pc:sldMk cId="2379994333" sldId="1343"/>
            <ac:grpSpMk id="10" creationId="{9ACD244C-4009-4325-BD10-904BDE3020C9}"/>
          </ac:grpSpMkLst>
        </pc:grpChg>
        <pc:cxnChg chg="add mod">
          <ac:chgData name="vidushi dadu" userId="8f6edd75c0a5619a" providerId="LiveId" clId="{4A1D7BB4-DB2B-401C-9583-309F517E6E8F}" dt="2020-10-12T07:07:44.534" v="7574" actId="164"/>
          <ac:cxnSpMkLst>
            <pc:docMk/>
            <pc:sldMk cId="2379994333" sldId="1343"/>
            <ac:cxnSpMk id="6" creationId="{5A4431EB-47DB-43AD-992F-4F092BF53D20}"/>
          </ac:cxnSpMkLst>
        </pc:cxnChg>
      </pc:sldChg>
      <pc:sldChg chg="modSp add">
        <pc:chgData name="vidushi dadu" userId="8f6edd75c0a5619a" providerId="LiveId" clId="{4A1D7BB4-DB2B-401C-9583-309F517E6E8F}" dt="2020-10-16T08:08:33.258" v="15851" actId="20577"/>
        <pc:sldMkLst>
          <pc:docMk/>
          <pc:sldMk cId="2808600673" sldId="1343"/>
        </pc:sldMkLst>
        <pc:spChg chg="mod">
          <ac:chgData name="vidushi dadu" userId="8f6edd75c0a5619a" providerId="LiveId" clId="{4A1D7BB4-DB2B-401C-9583-309F517E6E8F}" dt="2020-10-16T08:08:33.258" v="15851" actId="20577"/>
          <ac:spMkLst>
            <pc:docMk/>
            <pc:sldMk cId="2808600673" sldId="1343"/>
            <ac:spMk id="2" creationId="{B290E57C-6AE9-4589-B637-F9601EDDAA3B}"/>
          </ac:spMkLst>
        </pc:spChg>
      </pc:sldChg>
      <pc:sldChg chg="add del">
        <pc:chgData name="vidushi dadu" userId="8f6edd75c0a5619a" providerId="LiveId" clId="{4A1D7BB4-DB2B-401C-9583-309F517E6E8F}" dt="2020-10-16T08:31:09.416" v="16757" actId="2696"/>
        <pc:sldMkLst>
          <pc:docMk/>
          <pc:sldMk cId="176089571" sldId="1344"/>
        </pc:sldMkLst>
      </pc:sldChg>
      <pc:sldChg chg="modSp add del">
        <pc:chgData name="vidushi dadu" userId="8f6edd75c0a5619a" providerId="LiveId" clId="{4A1D7BB4-DB2B-401C-9583-309F517E6E8F}" dt="2020-10-12T06:45:52.733" v="6597" actId="2696"/>
        <pc:sldMkLst>
          <pc:docMk/>
          <pc:sldMk cId="2767116837" sldId="1344"/>
        </pc:sldMkLst>
        <pc:spChg chg="mod">
          <ac:chgData name="vidushi dadu" userId="8f6edd75c0a5619a" providerId="LiveId" clId="{4A1D7BB4-DB2B-401C-9583-309F517E6E8F}" dt="2020-10-12T06:45:32.319" v="6595" actId="20577"/>
          <ac:spMkLst>
            <pc:docMk/>
            <pc:sldMk cId="2767116837" sldId="1344"/>
            <ac:spMk id="2" creationId="{6A3FE57D-7EDC-44D7-8B13-A90DA5C8CB94}"/>
          </ac:spMkLst>
        </pc:spChg>
      </pc:sldChg>
      <pc:sldChg chg="addSp delSp modSp add del modTransition">
        <pc:chgData name="vidushi dadu" userId="8f6edd75c0a5619a" providerId="LiveId" clId="{4A1D7BB4-DB2B-401C-9583-309F517E6E8F}" dt="2020-10-16T04:17:52.746" v="14887" actId="2696"/>
        <pc:sldMkLst>
          <pc:docMk/>
          <pc:sldMk cId="3036404017" sldId="1344"/>
        </pc:sldMkLst>
        <pc:spChg chg="mod">
          <ac:chgData name="vidushi dadu" userId="8f6edd75c0a5619a" providerId="LiveId" clId="{4A1D7BB4-DB2B-401C-9583-309F517E6E8F}" dt="2020-10-12T07:34:55.901" v="8522" actId="20577"/>
          <ac:spMkLst>
            <pc:docMk/>
            <pc:sldMk cId="3036404017" sldId="1344"/>
            <ac:spMk id="2" creationId="{6A3FE57D-7EDC-44D7-8B13-A90DA5C8CB94}"/>
          </ac:spMkLst>
        </pc:spChg>
        <pc:spChg chg="del">
          <ac:chgData name="vidushi dadu" userId="8f6edd75c0a5619a" providerId="LiveId" clId="{4A1D7BB4-DB2B-401C-9583-309F517E6E8F}" dt="2020-10-12T06:46:04.478" v="6600" actId="478"/>
          <ac:spMkLst>
            <pc:docMk/>
            <pc:sldMk cId="3036404017" sldId="1344"/>
            <ac:spMk id="3" creationId="{BAAE7A0E-3FEB-4814-AAFA-ADE47D0E19DD}"/>
          </ac:spMkLst>
        </pc:spChg>
        <pc:spChg chg="add mod">
          <ac:chgData name="vidushi dadu" userId="8f6edd75c0a5619a" providerId="LiveId" clId="{4A1D7BB4-DB2B-401C-9583-309F517E6E8F}" dt="2020-10-12T06:51:22.785" v="6865" actId="1037"/>
          <ac:spMkLst>
            <pc:docMk/>
            <pc:sldMk cId="3036404017" sldId="1344"/>
            <ac:spMk id="4" creationId="{652FD516-21F6-4059-BE45-A24BC597771F}"/>
          </ac:spMkLst>
        </pc:spChg>
        <pc:spChg chg="add mod">
          <ac:chgData name="vidushi dadu" userId="8f6edd75c0a5619a" providerId="LiveId" clId="{4A1D7BB4-DB2B-401C-9583-309F517E6E8F}" dt="2020-10-12T06:51:22.785" v="6865" actId="1037"/>
          <ac:spMkLst>
            <pc:docMk/>
            <pc:sldMk cId="3036404017" sldId="1344"/>
            <ac:spMk id="5" creationId="{54B591B6-2842-4255-9C15-E01A9EAF04D8}"/>
          </ac:spMkLst>
        </pc:spChg>
        <pc:spChg chg="add mod">
          <ac:chgData name="vidushi dadu" userId="8f6edd75c0a5619a" providerId="LiveId" clId="{4A1D7BB4-DB2B-401C-9583-309F517E6E8F}" dt="2020-10-12T06:51:22.785" v="6865" actId="1037"/>
          <ac:spMkLst>
            <pc:docMk/>
            <pc:sldMk cId="3036404017" sldId="1344"/>
            <ac:spMk id="10" creationId="{60D811ED-7237-4CCF-95BB-03673663550F}"/>
          </ac:spMkLst>
        </pc:spChg>
        <pc:spChg chg="add mod">
          <ac:chgData name="vidushi dadu" userId="8f6edd75c0a5619a" providerId="LiveId" clId="{4A1D7BB4-DB2B-401C-9583-309F517E6E8F}" dt="2020-10-12T06:51:22.785" v="6865" actId="1037"/>
          <ac:spMkLst>
            <pc:docMk/>
            <pc:sldMk cId="3036404017" sldId="1344"/>
            <ac:spMk id="11" creationId="{CC21916A-561A-43C6-8F59-67AAF2926713}"/>
          </ac:spMkLst>
        </pc:spChg>
        <pc:spChg chg="add mod">
          <ac:chgData name="vidushi dadu" userId="8f6edd75c0a5619a" providerId="LiveId" clId="{4A1D7BB4-DB2B-401C-9583-309F517E6E8F}" dt="2020-10-12T06:51:22.785" v="6865" actId="1037"/>
          <ac:spMkLst>
            <pc:docMk/>
            <pc:sldMk cId="3036404017" sldId="1344"/>
            <ac:spMk id="15" creationId="{7C6AD750-C56F-4201-9E7F-13179125C4F9}"/>
          </ac:spMkLst>
        </pc:spChg>
        <pc:spChg chg="add mod">
          <ac:chgData name="vidushi dadu" userId="8f6edd75c0a5619a" providerId="LiveId" clId="{4A1D7BB4-DB2B-401C-9583-309F517E6E8F}" dt="2020-10-12T06:51:22.785" v="6865" actId="1037"/>
          <ac:spMkLst>
            <pc:docMk/>
            <pc:sldMk cId="3036404017" sldId="1344"/>
            <ac:spMk id="24" creationId="{ABA42EC2-EFDB-46FE-B123-44330618D3CB}"/>
          </ac:spMkLst>
        </pc:spChg>
        <pc:spChg chg="add mod">
          <ac:chgData name="vidushi dadu" userId="8f6edd75c0a5619a" providerId="LiveId" clId="{4A1D7BB4-DB2B-401C-9583-309F517E6E8F}" dt="2020-10-12T06:51:22.785" v="6865" actId="1037"/>
          <ac:spMkLst>
            <pc:docMk/>
            <pc:sldMk cId="3036404017" sldId="1344"/>
            <ac:spMk id="27" creationId="{8042EE9C-464C-4214-B3A8-FDE237DD6BBA}"/>
          </ac:spMkLst>
        </pc:spChg>
        <pc:spChg chg="add mod">
          <ac:chgData name="vidushi dadu" userId="8f6edd75c0a5619a" providerId="LiveId" clId="{4A1D7BB4-DB2B-401C-9583-309F517E6E8F}" dt="2020-10-12T06:52:28.885" v="6896" actId="1076"/>
          <ac:spMkLst>
            <pc:docMk/>
            <pc:sldMk cId="3036404017" sldId="1344"/>
            <ac:spMk id="28" creationId="{0EDB49DA-045A-4F41-9C18-FBFA233B8FC5}"/>
          </ac:spMkLst>
        </pc:spChg>
        <pc:spChg chg="add mod">
          <ac:chgData name="vidushi dadu" userId="8f6edd75c0a5619a" providerId="LiveId" clId="{4A1D7BB4-DB2B-401C-9583-309F517E6E8F}" dt="2020-10-12T06:51:35.101" v="6885" actId="1076"/>
          <ac:spMkLst>
            <pc:docMk/>
            <pc:sldMk cId="3036404017" sldId="1344"/>
            <ac:spMk id="29" creationId="{56F3508C-4C61-49D2-9657-17652C52378E}"/>
          </ac:spMkLst>
        </pc:spChg>
        <pc:spChg chg="add mod">
          <ac:chgData name="vidushi dadu" userId="8f6edd75c0a5619a" providerId="LiveId" clId="{4A1D7BB4-DB2B-401C-9583-309F517E6E8F}" dt="2020-10-12T06:51:37.349" v="6886" actId="1076"/>
          <ac:spMkLst>
            <pc:docMk/>
            <pc:sldMk cId="3036404017" sldId="1344"/>
            <ac:spMk id="30" creationId="{A9A95E7A-9117-4163-85C7-BE6E9384ED5F}"/>
          </ac:spMkLst>
        </pc:spChg>
        <pc:spChg chg="add mod">
          <ac:chgData name="vidushi dadu" userId="8f6edd75c0a5619a" providerId="LiveId" clId="{4A1D7BB4-DB2B-401C-9583-309F517E6E8F}" dt="2020-10-12T06:51:15.833" v="6852" actId="20577"/>
          <ac:spMkLst>
            <pc:docMk/>
            <pc:sldMk cId="3036404017" sldId="1344"/>
            <ac:spMk id="31" creationId="{EDD0818E-DEC2-49B9-947D-CF5FD48E0DB4}"/>
          </ac:spMkLst>
        </pc:spChg>
        <pc:spChg chg="add mod">
          <ac:chgData name="vidushi dadu" userId="8f6edd75c0a5619a" providerId="LiveId" clId="{4A1D7BB4-DB2B-401C-9583-309F517E6E8F}" dt="2020-10-12T06:54:44.050" v="7064" actId="1038"/>
          <ac:spMkLst>
            <pc:docMk/>
            <pc:sldMk cId="3036404017" sldId="1344"/>
            <ac:spMk id="38" creationId="{D5032B15-D20D-4E4C-A001-E1D923C50F91}"/>
          </ac:spMkLst>
        </pc:spChg>
        <pc:spChg chg="add mod">
          <ac:chgData name="vidushi dadu" userId="8f6edd75c0a5619a" providerId="LiveId" clId="{4A1D7BB4-DB2B-401C-9583-309F517E6E8F}" dt="2020-10-12T06:54:48.285" v="7065" actId="1076"/>
          <ac:spMkLst>
            <pc:docMk/>
            <pc:sldMk cId="3036404017" sldId="1344"/>
            <ac:spMk id="39" creationId="{1DC3AC16-7F1E-49A7-8CF8-1209FAFF7D83}"/>
          </ac:spMkLst>
        </pc:spChg>
        <pc:spChg chg="add mod">
          <ac:chgData name="vidushi dadu" userId="8f6edd75c0a5619a" providerId="LiveId" clId="{4A1D7BB4-DB2B-401C-9583-309F517E6E8F}" dt="2020-10-12T06:54:52.693" v="7066" actId="1076"/>
          <ac:spMkLst>
            <pc:docMk/>
            <pc:sldMk cId="3036404017" sldId="1344"/>
            <ac:spMk id="40" creationId="{1283655A-FCFB-4003-AFE5-F3AE3E192297}"/>
          </ac:spMkLst>
        </pc:spChg>
        <pc:spChg chg="add mod">
          <ac:chgData name="vidushi dadu" userId="8f6edd75c0a5619a" providerId="LiveId" clId="{4A1D7BB4-DB2B-401C-9583-309F517E6E8F}" dt="2020-10-12T06:55:28.318" v="7096" actId="1076"/>
          <ac:spMkLst>
            <pc:docMk/>
            <pc:sldMk cId="3036404017" sldId="1344"/>
            <ac:spMk id="41" creationId="{B7B050FB-5EBD-48FC-9A21-4E19BEAB6300}"/>
          </ac:spMkLst>
        </pc:spChg>
        <pc:spChg chg="add mod">
          <ac:chgData name="vidushi dadu" userId="8f6edd75c0a5619a" providerId="LiveId" clId="{4A1D7BB4-DB2B-401C-9583-309F517E6E8F}" dt="2020-10-12T06:55:25.750" v="7095" actId="1076"/>
          <ac:spMkLst>
            <pc:docMk/>
            <pc:sldMk cId="3036404017" sldId="1344"/>
            <ac:spMk id="42" creationId="{7E64B741-FBFD-4D81-ABEA-18318B1AB5FE}"/>
          </ac:spMkLst>
        </pc:spChg>
        <pc:spChg chg="add mod">
          <ac:chgData name="vidushi dadu" userId="8f6edd75c0a5619a" providerId="LiveId" clId="{4A1D7BB4-DB2B-401C-9583-309F517E6E8F}" dt="2020-10-12T06:56:30.122" v="7116" actId="164"/>
          <ac:spMkLst>
            <pc:docMk/>
            <pc:sldMk cId="3036404017" sldId="1344"/>
            <ac:spMk id="44" creationId="{7997FDC2-0CB6-44C9-82D1-9BECB3098B01}"/>
          </ac:spMkLst>
        </pc:spChg>
        <pc:spChg chg="add mod">
          <ac:chgData name="vidushi dadu" userId="8f6edd75c0a5619a" providerId="LiveId" clId="{4A1D7BB4-DB2B-401C-9583-309F517E6E8F}" dt="2020-10-12T06:56:59.070" v="7127" actId="20577"/>
          <ac:spMkLst>
            <pc:docMk/>
            <pc:sldMk cId="3036404017" sldId="1344"/>
            <ac:spMk id="46" creationId="{2EF85D27-1197-492A-B7D3-45EF01C91333}"/>
          </ac:spMkLst>
        </pc:spChg>
        <pc:spChg chg="add mod">
          <ac:chgData name="vidushi dadu" userId="8f6edd75c0a5619a" providerId="LiveId" clId="{4A1D7BB4-DB2B-401C-9583-309F517E6E8F}" dt="2020-10-12T06:57:16.901" v="7134" actId="113"/>
          <ac:spMkLst>
            <pc:docMk/>
            <pc:sldMk cId="3036404017" sldId="1344"/>
            <ac:spMk id="47" creationId="{5DEF6A2D-EE71-4CEA-A95C-D9F559D463FE}"/>
          </ac:spMkLst>
        </pc:spChg>
        <pc:spChg chg="add mod">
          <ac:chgData name="vidushi dadu" userId="8f6edd75c0a5619a" providerId="LiveId" clId="{4A1D7BB4-DB2B-401C-9583-309F517E6E8F}" dt="2020-10-12T06:59:49.613" v="7327" actId="14100"/>
          <ac:spMkLst>
            <pc:docMk/>
            <pc:sldMk cId="3036404017" sldId="1344"/>
            <ac:spMk id="48" creationId="{918D510C-9CAA-46AF-8B4A-5E6C70867214}"/>
          </ac:spMkLst>
        </pc:spChg>
        <pc:spChg chg="add mod">
          <ac:chgData name="vidushi dadu" userId="8f6edd75c0a5619a" providerId="LiveId" clId="{4A1D7BB4-DB2B-401C-9583-309F517E6E8F}" dt="2020-10-12T07:00:01.773" v="7328" actId="113"/>
          <ac:spMkLst>
            <pc:docMk/>
            <pc:sldMk cId="3036404017" sldId="1344"/>
            <ac:spMk id="49" creationId="{5FC1FD2D-5559-4753-89A3-9E84C71A6815}"/>
          </ac:spMkLst>
        </pc:spChg>
        <pc:spChg chg="mod">
          <ac:chgData name="vidushi dadu" userId="8f6edd75c0a5619a" providerId="LiveId" clId="{4A1D7BB4-DB2B-401C-9583-309F517E6E8F}" dt="2020-10-12T07:00:08.797" v="7329" actId="20577"/>
          <ac:spMkLst>
            <pc:docMk/>
            <pc:sldMk cId="3036404017" sldId="1344"/>
            <ac:spMk id="58" creationId="{B5F44327-0E57-4932-8989-B46D64737DB9}"/>
          </ac:spMkLst>
        </pc:spChg>
        <pc:spChg chg="mod">
          <ac:chgData name="vidushi dadu" userId="8f6edd75c0a5619a" providerId="LiveId" clId="{4A1D7BB4-DB2B-401C-9583-309F517E6E8F}" dt="2020-10-12T07:00:12.077" v="7330" actId="20577"/>
          <ac:spMkLst>
            <pc:docMk/>
            <pc:sldMk cId="3036404017" sldId="1344"/>
            <ac:spMk id="59" creationId="{A77825E9-01B5-4860-9A17-929A34E40222}"/>
          </ac:spMkLst>
        </pc:spChg>
        <pc:spChg chg="mod">
          <ac:chgData name="vidushi dadu" userId="8f6edd75c0a5619a" providerId="LiveId" clId="{4A1D7BB4-DB2B-401C-9583-309F517E6E8F}" dt="2020-10-12T07:00:20.085" v="7332" actId="113"/>
          <ac:spMkLst>
            <pc:docMk/>
            <pc:sldMk cId="3036404017" sldId="1344"/>
            <ac:spMk id="60" creationId="{A5AB06C7-C490-4DF3-9201-BC6635EA27A7}"/>
          </ac:spMkLst>
        </pc:spChg>
        <pc:spChg chg="mod">
          <ac:chgData name="vidushi dadu" userId="8f6edd75c0a5619a" providerId="LiveId" clId="{4A1D7BB4-DB2B-401C-9583-309F517E6E8F}" dt="2020-10-12T07:00:34.309" v="7341" actId="14100"/>
          <ac:spMkLst>
            <pc:docMk/>
            <pc:sldMk cId="3036404017" sldId="1344"/>
            <ac:spMk id="61" creationId="{1C566282-DA9F-4151-B187-F2B726EFC5B6}"/>
          </ac:spMkLst>
        </pc:spChg>
        <pc:spChg chg="mod">
          <ac:chgData name="vidushi dadu" userId="8f6edd75c0a5619a" providerId="LiveId" clId="{4A1D7BB4-DB2B-401C-9583-309F517E6E8F}" dt="2020-10-12T07:00:27.001" v="7334" actId="113"/>
          <ac:spMkLst>
            <pc:docMk/>
            <pc:sldMk cId="3036404017" sldId="1344"/>
            <ac:spMk id="62" creationId="{55CE76B0-8BF7-4C0F-9804-D36EC2590C85}"/>
          </ac:spMkLst>
        </pc:spChg>
        <pc:spChg chg="mod">
          <ac:chgData name="vidushi dadu" userId="8f6edd75c0a5619a" providerId="LiveId" clId="{4A1D7BB4-DB2B-401C-9583-309F517E6E8F}" dt="2020-10-12T07:00:43.918" v="7343" actId="20577"/>
          <ac:spMkLst>
            <pc:docMk/>
            <pc:sldMk cId="3036404017" sldId="1344"/>
            <ac:spMk id="64" creationId="{FCC71F5E-75A8-4441-A0BA-B00CCA08D51F}"/>
          </ac:spMkLst>
        </pc:spChg>
        <pc:spChg chg="mod">
          <ac:chgData name="vidushi dadu" userId="8f6edd75c0a5619a" providerId="LiveId" clId="{4A1D7BB4-DB2B-401C-9583-309F517E6E8F}" dt="2020-10-12T07:00:57.351" v="7348" actId="20577"/>
          <ac:spMkLst>
            <pc:docMk/>
            <pc:sldMk cId="3036404017" sldId="1344"/>
            <ac:spMk id="65" creationId="{167093A5-E43D-4F27-BA92-912F58C85EE1}"/>
          </ac:spMkLst>
        </pc:spChg>
        <pc:spChg chg="mod">
          <ac:chgData name="vidushi dadu" userId="8f6edd75c0a5619a" providerId="LiveId" clId="{4A1D7BB4-DB2B-401C-9583-309F517E6E8F}" dt="2020-10-12T07:01:02.125" v="7349" actId="113"/>
          <ac:spMkLst>
            <pc:docMk/>
            <pc:sldMk cId="3036404017" sldId="1344"/>
            <ac:spMk id="66" creationId="{DB61FC81-7387-4EA2-8256-A2097F861BAC}"/>
          </ac:spMkLst>
        </pc:spChg>
        <pc:spChg chg="mod">
          <ac:chgData name="vidushi dadu" userId="8f6edd75c0a5619a" providerId="LiveId" clId="{4A1D7BB4-DB2B-401C-9583-309F517E6E8F}" dt="2020-10-12T07:01:12.782" v="7359" actId="14100"/>
          <ac:spMkLst>
            <pc:docMk/>
            <pc:sldMk cId="3036404017" sldId="1344"/>
            <ac:spMk id="67" creationId="{50226A90-12D6-4376-B0FE-A3B5CED143B4}"/>
          </ac:spMkLst>
        </pc:spChg>
        <pc:spChg chg="mod">
          <ac:chgData name="vidushi dadu" userId="8f6edd75c0a5619a" providerId="LiveId" clId="{4A1D7BB4-DB2B-401C-9583-309F517E6E8F}" dt="2020-10-12T07:01:04.881" v="7350" actId="113"/>
          <ac:spMkLst>
            <pc:docMk/>
            <pc:sldMk cId="3036404017" sldId="1344"/>
            <ac:spMk id="68" creationId="{B8930829-20CE-4237-A2F5-9DC1031EE1E3}"/>
          </ac:spMkLst>
        </pc:spChg>
        <pc:spChg chg="mod">
          <ac:chgData name="vidushi dadu" userId="8f6edd75c0a5619a" providerId="LiveId" clId="{4A1D7BB4-DB2B-401C-9583-309F517E6E8F}" dt="2020-10-12T07:01:23.958" v="7365" actId="14100"/>
          <ac:spMkLst>
            <pc:docMk/>
            <pc:sldMk cId="3036404017" sldId="1344"/>
            <ac:spMk id="70" creationId="{F3C65F26-29B7-4880-AE27-31C678E62048}"/>
          </ac:spMkLst>
        </pc:spChg>
        <pc:spChg chg="mod">
          <ac:chgData name="vidushi dadu" userId="8f6edd75c0a5619a" providerId="LiveId" clId="{4A1D7BB4-DB2B-401C-9583-309F517E6E8F}" dt="2020-10-12T07:01:29.845" v="7369" actId="14100"/>
          <ac:spMkLst>
            <pc:docMk/>
            <pc:sldMk cId="3036404017" sldId="1344"/>
            <ac:spMk id="71" creationId="{783D32EE-6601-48F0-AE53-5AC03957DF7C}"/>
          </ac:spMkLst>
        </pc:spChg>
        <pc:spChg chg="mod">
          <ac:chgData name="vidushi dadu" userId="8f6edd75c0a5619a" providerId="LiveId" clId="{4A1D7BB4-DB2B-401C-9583-309F517E6E8F}" dt="2020-10-12T07:01:33.493" v="7370" actId="20577"/>
          <ac:spMkLst>
            <pc:docMk/>
            <pc:sldMk cId="3036404017" sldId="1344"/>
            <ac:spMk id="72" creationId="{257E5887-B86F-4CA5-9D3C-D5B4660875C9}"/>
          </ac:spMkLst>
        </pc:spChg>
        <pc:spChg chg="mod">
          <ac:chgData name="vidushi dadu" userId="8f6edd75c0a5619a" providerId="LiveId" clId="{4A1D7BB4-DB2B-401C-9583-309F517E6E8F}" dt="2020-10-12T07:01:43.022" v="7378" actId="14100"/>
          <ac:spMkLst>
            <pc:docMk/>
            <pc:sldMk cId="3036404017" sldId="1344"/>
            <ac:spMk id="73" creationId="{36390323-1002-4ABF-84E1-12131A81C314}"/>
          </ac:spMkLst>
        </pc:spChg>
        <pc:spChg chg="mod">
          <ac:chgData name="vidushi dadu" userId="8f6edd75c0a5619a" providerId="LiveId" clId="{4A1D7BB4-DB2B-401C-9583-309F517E6E8F}" dt="2020-10-12T07:01:52.710" v="7380" actId="113"/>
          <ac:spMkLst>
            <pc:docMk/>
            <pc:sldMk cId="3036404017" sldId="1344"/>
            <ac:spMk id="74" creationId="{BCF2CD73-0ADC-4EF6-97F7-0A4C08F3A985}"/>
          </ac:spMkLst>
        </pc:spChg>
        <pc:spChg chg="add mod">
          <ac:chgData name="vidushi dadu" userId="8f6edd75c0a5619a" providerId="LiveId" clId="{4A1D7BB4-DB2B-401C-9583-309F517E6E8F}" dt="2020-10-13T23:02:45.586" v="10561" actId="164"/>
          <ac:spMkLst>
            <pc:docMk/>
            <pc:sldMk cId="3036404017" sldId="1344"/>
            <ac:spMk id="81" creationId="{E355B695-522D-4D5A-9B6C-3C85A5C227EC}"/>
          </ac:spMkLst>
        </pc:spChg>
        <pc:spChg chg="add mod">
          <ac:chgData name="vidushi dadu" userId="8f6edd75c0a5619a" providerId="LiveId" clId="{4A1D7BB4-DB2B-401C-9583-309F517E6E8F}" dt="2020-10-13T23:02:45.586" v="10561" actId="164"/>
          <ac:spMkLst>
            <pc:docMk/>
            <pc:sldMk cId="3036404017" sldId="1344"/>
            <ac:spMk id="82" creationId="{B66C18FE-5441-45A7-8EA3-BFF9287A6534}"/>
          </ac:spMkLst>
        </pc:spChg>
        <pc:spChg chg="add mod">
          <ac:chgData name="vidushi dadu" userId="8f6edd75c0a5619a" providerId="LiveId" clId="{4A1D7BB4-DB2B-401C-9583-309F517E6E8F}" dt="2020-10-12T07:02:34.165" v="7420" actId="1076"/>
          <ac:spMkLst>
            <pc:docMk/>
            <pc:sldMk cId="3036404017" sldId="1344"/>
            <ac:spMk id="85" creationId="{0EC79596-28B7-4F0F-9851-F2B3A69E0157}"/>
          </ac:spMkLst>
        </pc:spChg>
        <pc:spChg chg="add mod">
          <ac:chgData name="vidushi dadu" userId="8f6edd75c0a5619a" providerId="LiveId" clId="{4A1D7BB4-DB2B-401C-9583-309F517E6E8F}" dt="2020-10-12T07:03:50.334" v="7474" actId="1076"/>
          <ac:spMkLst>
            <pc:docMk/>
            <pc:sldMk cId="3036404017" sldId="1344"/>
            <ac:spMk id="92" creationId="{7C2608CD-0DE3-42E6-8572-D1A78F8A7B1A}"/>
          </ac:spMkLst>
        </pc:spChg>
        <pc:spChg chg="add mod">
          <ac:chgData name="vidushi dadu" userId="8f6edd75c0a5619a" providerId="LiveId" clId="{4A1D7BB4-DB2B-401C-9583-309F517E6E8F}" dt="2020-10-12T07:04:19.645" v="7533" actId="1076"/>
          <ac:spMkLst>
            <pc:docMk/>
            <pc:sldMk cId="3036404017" sldId="1344"/>
            <ac:spMk id="98" creationId="{1555F90C-FA75-480B-A8EB-AF9226C11097}"/>
          </ac:spMkLst>
        </pc:spChg>
        <pc:grpChg chg="add mod">
          <ac:chgData name="vidushi dadu" userId="8f6edd75c0a5619a" providerId="LiveId" clId="{4A1D7BB4-DB2B-401C-9583-309F517E6E8F}" dt="2020-10-13T23:02:45.586" v="10561" actId="164"/>
          <ac:grpSpMkLst>
            <pc:docMk/>
            <pc:sldMk cId="3036404017" sldId="1344"/>
            <ac:grpSpMk id="3" creationId="{4A181AA2-B3A5-4C19-813A-BFC9ECE4B0E9}"/>
          </ac:grpSpMkLst>
        </pc:grpChg>
        <pc:grpChg chg="add mod">
          <ac:chgData name="vidushi dadu" userId="8f6edd75c0a5619a" providerId="LiveId" clId="{4A1D7BB4-DB2B-401C-9583-309F517E6E8F}" dt="2020-10-12T06:56:30.122" v="7116" actId="164"/>
          <ac:grpSpMkLst>
            <pc:docMk/>
            <pc:sldMk cId="3036404017" sldId="1344"/>
            <ac:grpSpMk id="50" creationId="{B0FB98E8-7D2C-4722-BAFB-F56165EA44A5}"/>
          </ac:grpSpMkLst>
        </pc:grpChg>
        <pc:grpChg chg="add del mod">
          <ac:chgData name="vidushi dadu" userId="8f6edd75c0a5619a" providerId="LiveId" clId="{4A1D7BB4-DB2B-401C-9583-309F517E6E8F}" dt="2020-10-12T07:01:57.287" v="7381" actId="478"/>
          <ac:grpSpMkLst>
            <pc:docMk/>
            <pc:sldMk cId="3036404017" sldId="1344"/>
            <ac:grpSpMk id="51" creationId="{AA74EE13-1064-4114-9806-FE5529CFF702}"/>
          </ac:grpSpMkLst>
        </pc:grpChg>
        <pc:grpChg chg="add mod">
          <ac:chgData name="vidushi dadu" userId="8f6edd75c0a5619a" providerId="LiveId" clId="{4A1D7BB4-DB2B-401C-9583-309F517E6E8F}" dt="2020-10-12T06:56:47.301" v="7125" actId="1076"/>
          <ac:grpSpMkLst>
            <pc:docMk/>
            <pc:sldMk cId="3036404017" sldId="1344"/>
            <ac:grpSpMk id="57" creationId="{B458B12A-DEF3-4A94-B9C5-9346EB712408}"/>
          </ac:grpSpMkLst>
        </pc:grpChg>
        <pc:grpChg chg="add mod">
          <ac:chgData name="vidushi dadu" userId="8f6edd75c0a5619a" providerId="LiveId" clId="{4A1D7BB4-DB2B-401C-9583-309F517E6E8F}" dt="2020-10-12T06:56:42.366" v="7124" actId="1076"/>
          <ac:grpSpMkLst>
            <pc:docMk/>
            <pc:sldMk cId="3036404017" sldId="1344"/>
            <ac:grpSpMk id="63" creationId="{28C3FAF7-3785-4129-BE1D-F9968E06F589}"/>
          </ac:grpSpMkLst>
        </pc:grpChg>
        <pc:grpChg chg="add mod">
          <ac:chgData name="vidushi dadu" userId="8f6edd75c0a5619a" providerId="LiveId" clId="{4A1D7BB4-DB2B-401C-9583-309F517E6E8F}" dt="2020-10-12T06:56:38.590" v="7123" actId="1076"/>
          <ac:grpSpMkLst>
            <pc:docMk/>
            <pc:sldMk cId="3036404017" sldId="1344"/>
            <ac:grpSpMk id="69" creationId="{E157D762-E6D0-4874-AEE1-32C604C8DE2B}"/>
          </ac:grpSpMkLst>
        </pc:grpChg>
        <pc:grpChg chg="add del mod">
          <ac:chgData name="vidushi dadu" userId="8f6edd75c0a5619a" providerId="LiveId" clId="{4A1D7BB4-DB2B-401C-9583-309F517E6E8F}" dt="2020-10-12T07:01:57.287" v="7381" actId="478"/>
          <ac:grpSpMkLst>
            <pc:docMk/>
            <pc:sldMk cId="3036404017" sldId="1344"/>
            <ac:grpSpMk id="75" creationId="{B17658F6-8162-4AFE-B46A-66EA819B0C5F}"/>
          </ac:grpSpMkLst>
        </pc:grpChg>
        <pc:graphicFrameChg chg="add del">
          <ac:chgData name="vidushi dadu" userId="8f6edd75c0a5619a" providerId="LiveId" clId="{4A1D7BB4-DB2B-401C-9583-309F517E6E8F}" dt="2020-10-12T06:48:04.692" v="6740" actId="478"/>
          <ac:graphicFrameMkLst>
            <pc:docMk/>
            <pc:sldMk cId="3036404017" sldId="1344"/>
            <ac:graphicFrameMk id="25" creationId="{4F48034C-F45E-4F7B-B44A-59B7DF15D342}"/>
          </ac:graphicFrameMkLst>
        </pc:graphicFrameChg>
        <pc:graphicFrameChg chg="add del mod">
          <ac:chgData name="vidushi dadu" userId="8f6edd75c0a5619a" providerId="LiveId" clId="{4A1D7BB4-DB2B-401C-9583-309F517E6E8F}" dt="2020-10-12T06:51:46.931" v="6888"/>
          <ac:graphicFrameMkLst>
            <pc:docMk/>
            <pc:sldMk cId="3036404017" sldId="1344"/>
            <ac:graphicFrameMk id="26" creationId="{E8393AB1-2849-4129-90E8-C9B8BE42A451}"/>
          </ac:graphicFrameMkLst>
        </pc:graphicFrameChg>
        <pc:graphicFrameChg chg="add modGraphic">
          <ac:chgData name="vidushi dadu" userId="8f6edd75c0a5619a" providerId="LiveId" clId="{4A1D7BB4-DB2B-401C-9583-309F517E6E8F}" dt="2020-10-12T06:59:31.573" v="7318" actId="20577"/>
          <ac:graphicFrameMkLst>
            <pc:docMk/>
            <pc:sldMk cId="3036404017" sldId="1344"/>
            <ac:graphicFrameMk id="32" creationId="{E8575009-3006-4069-84AF-921638548D7C}"/>
          </ac:graphicFrameMkLst>
        </pc:graphicFrameChg>
        <pc:cxnChg chg="add mod">
          <ac:chgData name="vidushi dadu" userId="8f6edd75c0a5619a" providerId="LiveId" clId="{4A1D7BB4-DB2B-401C-9583-309F517E6E8F}" dt="2020-10-12T06:51:22.785" v="6865" actId="1037"/>
          <ac:cxnSpMkLst>
            <pc:docMk/>
            <pc:sldMk cId="3036404017" sldId="1344"/>
            <ac:cxnSpMk id="6" creationId="{28E60555-7602-4889-842F-CA132B9DF801}"/>
          </ac:cxnSpMkLst>
        </pc:cxnChg>
        <pc:cxnChg chg="add mod">
          <ac:chgData name="vidushi dadu" userId="8f6edd75c0a5619a" providerId="LiveId" clId="{4A1D7BB4-DB2B-401C-9583-309F517E6E8F}" dt="2020-10-12T06:51:22.785" v="6865" actId="1037"/>
          <ac:cxnSpMkLst>
            <pc:docMk/>
            <pc:sldMk cId="3036404017" sldId="1344"/>
            <ac:cxnSpMk id="7" creationId="{C03CAFEB-8C64-4516-BB99-90E56D222A52}"/>
          </ac:cxnSpMkLst>
        </pc:cxnChg>
        <pc:cxnChg chg="add mod">
          <ac:chgData name="vidushi dadu" userId="8f6edd75c0a5619a" providerId="LiveId" clId="{4A1D7BB4-DB2B-401C-9583-309F517E6E8F}" dt="2020-10-12T06:51:22.785" v="6865" actId="1037"/>
          <ac:cxnSpMkLst>
            <pc:docMk/>
            <pc:sldMk cId="3036404017" sldId="1344"/>
            <ac:cxnSpMk id="8" creationId="{729012C3-BE76-45B5-BF69-63E0A6FB2407}"/>
          </ac:cxnSpMkLst>
        </pc:cxnChg>
        <pc:cxnChg chg="add mod">
          <ac:chgData name="vidushi dadu" userId="8f6edd75c0a5619a" providerId="LiveId" clId="{4A1D7BB4-DB2B-401C-9583-309F517E6E8F}" dt="2020-10-12T06:51:22.785" v="6865" actId="1037"/>
          <ac:cxnSpMkLst>
            <pc:docMk/>
            <pc:sldMk cId="3036404017" sldId="1344"/>
            <ac:cxnSpMk id="9" creationId="{7F7816ED-1CB5-4CD9-A7CB-40521EEA3117}"/>
          </ac:cxnSpMkLst>
        </pc:cxnChg>
        <pc:cxnChg chg="add mod">
          <ac:chgData name="vidushi dadu" userId="8f6edd75c0a5619a" providerId="LiveId" clId="{4A1D7BB4-DB2B-401C-9583-309F517E6E8F}" dt="2020-10-12T06:51:22.785" v="6865" actId="1037"/>
          <ac:cxnSpMkLst>
            <pc:docMk/>
            <pc:sldMk cId="3036404017" sldId="1344"/>
            <ac:cxnSpMk id="12" creationId="{2B168EC8-0370-4980-B16E-ED23058E2AE6}"/>
          </ac:cxnSpMkLst>
        </pc:cxnChg>
        <pc:cxnChg chg="add del mod">
          <ac:chgData name="vidushi dadu" userId="8f6edd75c0a5619a" providerId="LiveId" clId="{4A1D7BB4-DB2B-401C-9583-309F517E6E8F}" dt="2020-10-12T06:46:46.492" v="6713" actId="478"/>
          <ac:cxnSpMkLst>
            <pc:docMk/>
            <pc:sldMk cId="3036404017" sldId="1344"/>
            <ac:cxnSpMk id="13" creationId="{6C2E0E1B-FF0C-4619-9631-2979E91D8F46}"/>
          </ac:cxnSpMkLst>
        </pc:cxnChg>
        <pc:cxnChg chg="add mod">
          <ac:chgData name="vidushi dadu" userId="8f6edd75c0a5619a" providerId="LiveId" clId="{4A1D7BB4-DB2B-401C-9583-309F517E6E8F}" dt="2020-10-12T06:51:22.785" v="6865" actId="1037"/>
          <ac:cxnSpMkLst>
            <pc:docMk/>
            <pc:sldMk cId="3036404017" sldId="1344"/>
            <ac:cxnSpMk id="16" creationId="{864E6A7E-5806-4C21-980F-D17FB0FD8DDF}"/>
          </ac:cxnSpMkLst>
        </pc:cxnChg>
        <pc:cxnChg chg="add mod">
          <ac:chgData name="vidushi dadu" userId="8f6edd75c0a5619a" providerId="LiveId" clId="{4A1D7BB4-DB2B-401C-9583-309F517E6E8F}" dt="2020-10-12T06:51:22.785" v="6865" actId="1037"/>
          <ac:cxnSpMkLst>
            <pc:docMk/>
            <pc:sldMk cId="3036404017" sldId="1344"/>
            <ac:cxnSpMk id="20" creationId="{7B2E3799-2804-4C2A-9779-8521F94EF4D0}"/>
          </ac:cxnSpMkLst>
        </pc:cxnChg>
        <pc:cxnChg chg="add mod">
          <ac:chgData name="vidushi dadu" userId="8f6edd75c0a5619a" providerId="LiveId" clId="{4A1D7BB4-DB2B-401C-9583-309F517E6E8F}" dt="2020-10-12T06:52:15.413" v="6894" actId="692"/>
          <ac:cxnSpMkLst>
            <pc:docMk/>
            <pc:sldMk cId="3036404017" sldId="1344"/>
            <ac:cxnSpMk id="33" creationId="{F1319D12-3BE1-4F0A-AB07-D62D247BDC19}"/>
          </ac:cxnSpMkLst>
        </pc:cxnChg>
        <pc:cxnChg chg="add mod">
          <ac:chgData name="vidushi dadu" userId="8f6edd75c0a5619a" providerId="LiveId" clId="{4A1D7BB4-DB2B-401C-9583-309F517E6E8F}" dt="2020-10-12T06:54:44.050" v="7064" actId="1038"/>
          <ac:cxnSpMkLst>
            <pc:docMk/>
            <pc:sldMk cId="3036404017" sldId="1344"/>
            <ac:cxnSpMk id="37" creationId="{ED17EC80-0914-46EB-938F-E770BD6449B5}"/>
          </ac:cxnSpMkLst>
        </pc:cxnChg>
        <pc:cxnChg chg="add mod">
          <ac:chgData name="vidushi dadu" userId="8f6edd75c0a5619a" providerId="LiveId" clId="{4A1D7BB4-DB2B-401C-9583-309F517E6E8F}" dt="2020-10-12T06:55:50.106" v="7101" actId="692"/>
          <ac:cxnSpMkLst>
            <pc:docMk/>
            <pc:sldMk cId="3036404017" sldId="1344"/>
            <ac:cxnSpMk id="43" creationId="{AF4B8D33-D192-4AA3-A1E2-AAE81C24FBDD}"/>
          </ac:cxnSpMkLst>
        </pc:cxnChg>
        <pc:cxnChg chg="add del">
          <ac:chgData name="vidushi dadu" userId="8f6edd75c0a5619a" providerId="LiveId" clId="{4A1D7BB4-DB2B-401C-9583-309F517E6E8F}" dt="2020-10-12T06:56:01.566" v="7105" actId="478"/>
          <ac:cxnSpMkLst>
            <pc:docMk/>
            <pc:sldMk cId="3036404017" sldId="1344"/>
            <ac:cxnSpMk id="45" creationId="{1120C717-8D86-48B9-8D51-701B4501AFD7}"/>
          </ac:cxnSpMkLst>
        </pc:cxnChg>
        <pc:cxnChg chg="add mod">
          <ac:chgData name="vidushi dadu" userId="8f6edd75c0a5619a" providerId="LiveId" clId="{4A1D7BB4-DB2B-401C-9583-309F517E6E8F}" dt="2020-10-12T07:02:07.294" v="7382" actId="11529"/>
          <ac:cxnSpMkLst>
            <pc:docMk/>
            <pc:sldMk cId="3036404017" sldId="1344"/>
            <ac:cxnSpMk id="84" creationId="{3BEF47A6-CC74-4CCF-97AF-A09D40A5C796}"/>
          </ac:cxnSpMkLst>
        </pc:cxnChg>
        <pc:cxnChg chg="add mod">
          <ac:chgData name="vidushi dadu" userId="8f6edd75c0a5619a" providerId="LiveId" clId="{4A1D7BB4-DB2B-401C-9583-309F517E6E8F}" dt="2020-10-12T07:03:45.958" v="7473" actId="14100"/>
          <ac:cxnSpMkLst>
            <pc:docMk/>
            <pc:sldMk cId="3036404017" sldId="1344"/>
            <ac:cxnSpMk id="86" creationId="{0E21EF2C-732A-4D17-B741-2C6139DD1282}"/>
          </ac:cxnSpMkLst>
        </pc:cxnChg>
      </pc:sldChg>
      <pc:sldChg chg="add del">
        <pc:chgData name="vidushi dadu" userId="8f6edd75c0a5619a" providerId="LiveId" clId="{4A1D7BB4-DB2B-401C-9583-309F517E6E8F}" dt="2020-10-12T06:45:57.262" v="6599" actId="2696"/>
        <pc:sldMkLst>
          <pc:docMk/>
          <pc:sldMk cId="313732250" sldId="1345"/>
        </pc:sldMkLst>
      </pc:sldChg>
      <pc:sldChg chg="addSp delSp modSp add modAnim">
        <pc:chgData name="vidushi dadu" userId="8f6edd75c0a5619a" providerId="LiveId" clId="{4A1D7BB4-DB2B-401C-9583-309F517E6E8F}" dt="2020-10-16T23:28:15.067" v="17780"/>
        <pc:sldMkLst>
          <pc:docMk/>
          <pc:sldMk cId="1417300040" sldId="1345"/>
        </pc:sldMkLst>
        <pc:spChg chg="mod">
          <ac:chgData name="vidushi dadu" userId="8f6edd75c0a5619a" providerId="LiveId" clId="{4A1D7BB4-DB2B-401C-9583-309F517E6E8F}" dt="2020-10-16T08:14:34.422" v="16077" actId="20577"/>
          <ac:spMkLst>
            <pc:docMk/>
            <pc:sldMk cId="1417300040" sldId="1345"/>
            <ac:spMk id="2" creationId="{CF9A0BB0-975C-4A59-8E27-A3CA049C3877}"/>
          </ac:spMkLst>
        </pc:spChg>
        <pc:spChg chg="add mod">
          <ac:chgData name="vidushi dadu" userId="8f6edd75c0a5619a" providerId="LiveId" clId="{4A1D7BB4-DB2B-401C-9583-309F517E6E8F}" dt="2020-10-16T23:24:15.034" v="17715" actId="1076"/>
          <ac:spMkLst>
            <pc:docMk/>
            <pc:sldMk cId="1417300040" sldId="1345"/>
            <ac:spMk id="3" creationId="{8DA799FA-A57E-428F-93FC-F134C332D7F4}"/>
          </ac:spMkLst>
        </pc:spChg>
        <pc:spChg chg="del mod">
          <ac:chgData name="vidushi dadu" userId="8f6edd75c0a5619a" providerId="LiveId" clId="{4A1D7BB4-DB2B-401C-9583-309F517E6E8F}" dt="2020-10-12T07:25:26.172" v="8284" actId="478"/>
          <ac:spMkLst>
            <pc:docMk/>
            <pc:sldMk cId="1417300040" sldId="1345"/>
            <ac:spMk id="3" creationId="{D1674DA4-C696-4250-B7F1-2C35CB467408}"/>
          </ac:spMkLst>
        </pc:spChg>
        <pc:spChg chg="add del mod">
          <ac:chgData name="vidushi dadu" userId="8f6edd75c0a5619a" providerId="LiveId" clId="{4A1D7BB4-DB2B-401C-9583-309F517E6E8F}" dt="2020-10-16T23:27:51.793" v="17777" actId="478"/>
          <ac:spMkLst>
            <pc:docMk/>
            <pc:sldMk cId="1417300040" sldId="1345"/>
            <ac:spMk id="5" creationId="{56526D95-007E-476E-B5A3-A9F917AD2810}"/>
          </ac:spMkLst>
        </pc:spChg>
        <pc:spChg chg="add del mod">
          <ac:chgData name="vidushi dadu" userId="8f6edd75c0a5619a" providerId="LiveId" clId="{4A1D7BB4-DB2B-401C-9583-309F517E6E8F}" dt="2020-10-12T07:25:32.549" v="8285" actId="478"/>
          <ac:spMkLst>
            <pc:docMk/>
            <pc:sldMk cId="1417300040" sldId="1345"/>
            <ac:spMk id="6" creationId="{3CDA4290-7320-4CD6-AEB9-1DD3CDE2CCBD}"/>
          </ac:spMkLst>
        </pc:spChg>
        <pc:spChg chg="add del">
          <ac:chgData name="vidushi dadu" userId="8f6edd75c0a5619a" providerId="LiveId" clId="{4A1D7BB4-DB2B-401C-9583-309F517E6E8F}" dt="2020-10-12T07:25:41.278" v="8287"/>
          <ac:spMkLst>
            <pc:docMk/>
            <pc:sldMk cId="1417300040" sldId="1345"/>
            <ac:spMk id="7" creationId="{ADC2C1CC-424A-4EEE-9D05-7A123BF29038}"/>
          </ac:spMkLst>
        </pc:spChg>
        <pc:spChg chg="add mod">
          <ac:chgData name="vidushi dadu" userId="8f6edd75c0a5619a" providerId="LiveId" clId="{4A1D7BB4-DB2B-401C-9583-309F517E6E8F}" dt="2020-10-14T00:05:31.425" v="12241" actId="20577"/>
          <ac:spMkLst>
            <pc:docMk/>
            <pc:sldMk cId="1417300040" sldId="1345"/>
            <ac:spMk id="8" creationId="{745D95B9-39DB-42DD-AF3E-83C05F9DCAA5}"/>
          </ac:spMkLst>
        </pc:spChg>
        <pc:spChg chg="add mod topLvl">
          <ac:chgData name="vidushi dadu" userId="8f6edd75c0a5619a" providerId="LiveId" clId="{4A1D7BB4-DB2B-401C-9583-309F517E6E8F}" dt="2020-10-16T23:17:58.583" v="17696" actId="165"/>
          <ac:spMkLst>
            <pc:docMk/>
            <pc:sldMk cId="1417300040" sldId="1345"/>
            <ac:spMk id="42" creationId="{94C044DB-B593-4E3F-B30D-EDD1D3E7CDAE}"/>
          </ac:spMkLst>
        </pc:spChg>
        <pc:spChg chg="add mod topLvl">
          <ac:chgData name="vidushi dadu" userId="8f6edd75c0a5619a" providerId="LiveId" clId="{4A1D7BB4-DB2B-401C-9583-309F517E6E8F}" dt="2020-10-16T23:17:58.583" v="17696" actId="165"/>
          <ac:spMkLst>
            <pc:docMk/>
            <pc:sldMk cId="1417300040" sldId="1345"/>
            <ac:spMk id="43" creationId="{5A87592D-FFB7-423F-8A3B-DDA0F030EBE3}"/>
          </ac:spMkLst>
        </pc:spChg>
        <pc:spChg chg="add mod">
          <ac:chgData name="vidushi dadu" userId="8f6edd75c0a5619a" providerId="LiveId" clId="{4A1D7BB4-DB2B-401C-9583-309F517E6E8F}" dt="2020-10-16T23:24:09.210" v="17714" actId="1076"/>
          <ac:spMkLst>
            <pc:docMk/>
            <pc:sldMk cId="1417300040" sldId="1345"/>
            <ac:spMk id="49" creationId="{027790A8-9A70-4351-87C3-103595577A5B}"/>
          </ac:spMkLst>
        </pc:spChg>
        <pc:spChg chg="add mod topLvl">
          <ac:chgData name="vidushi dadu" userId="8f6edd75c0a5619a" providerId="LiveId" clId="{4A1D7BB4-DB2B-401C-9583-309F517E6E8F}" dt="2020-10-16T23:22:11.555" v="17704" actId="20577"/>
          <ac:spMkLst>
            <pc:docMk/>
            <pc:sldMk cId="1417300040" sldId="1345"/>
            <ac:spMk id="51" creationId="{37ED4D90-1D78-4CFF-A3A1-339691C45FED}"/>
          </ac:spMkLst>
        </pc:spChg>
        <pc:spChg chg="mod topLvl">
          <ac:chgData name="vidushi dadu" userId="8f6edd75c0a5619a" providerId="LiveId" clId="{4A1D7BB4-DB2B-401C-9583-309F517E6E8F}" dt="2020-10-16T23:17:58.583" v="17696" actId="165"/>
          <ac:spMkLst>
            <pc:docMk/>
            <pc:sldMk cId="1417300040" sldId="1345"/>
            <ac:spMk id="57" creationId="{D37EDF68-4722-4637-ABBE-E13B077BC51C}"/>
          </ac:spMkLst>
        </pc:spChg>
        <pc:spChg chg="mod topLvl">
          <ac:chgData name="vidushi dadu" userId="8f6edd75c0a5619a" providerId="LiveId" clId="{4A1D7BB4-DB2B-401C-9583-309F517E6E8F}" dt="2020-10-16T23:17:58.583" v="17696" actId="165"/>
          <ac:spMkLst>
            <pc:docMk/>
            <pc:sldMk cId="1417300040" sldId="1345"/>
            <ac:spMk id="58" creationId="{4D3B5613-A870-49C2-8892-5E9678581B6C}"/>
          </ac:spMkLst>
        </pc:spChg>
        <pc:spChg chg="mod topLvl">
          <ac:chgData name="vidushi dadu" userId="8f6edd75c0a5619a" providerId="LiveId" clId="{4A1D7BB4-DB2B-401C-9583-309F517E6E8F}" dt="2020-10-16T23:17:58.583" v="17696" actId="165"/>
          <ac:spMkLst>
            <pc:docMk/>
            <pc:sldMk cId="1417300040" sldId="1345"/>
            <ac:spMk id="59" creationId="{C5994318-2718-439F-A98A-8C7AA6380C1F}"/>
          </ac:spMkLst>
        </pc:spChg>
        <pc:spChg chg="del">
          <ac:chgData name="vidushi dadu" userId="8f6edd75c0a5619a" providerId="LiveId" clId="{4A1D7BB4-DB2B-401C-9583-309F517E6E8F}" dt="2020-10-12T07:31:23.749" v="8401" actId="478"/>
          <ac:spMkLst>
            <pc:docMk/>
            <pc:sldMk cId="1417300040" sldId="1345"/>
            <ac:spMk id="64" creationId="{FEF2429E-545E-4A3A-9232-E09771D6B3FD}"/>
          </ac:spMkLst>
        </pc:spChg>
        <pc:spChg chg="mod topLvl">
          <ac:chgData name="vidushi dadu" userId="8f6edd75c0a5619a" providerId="LiveId" clId="{4A1D7BB4-DB2B-401C-9583-309F517E6E8F}" dt="2020-10-16T23:17:58.583" v="17696" actId="165"/>
          <ac:spMkLst>
            <pc:docMk/>
            <pc:sldMk cId="1417300040" sldId="1345"/>
            <ac:spMk id="69" creationId="{E90DAB47-D12E-41BB-B286-F2DD02620E18}"/>
          </ac:spMkLst>
        </pc:spChg>
        <pc:spChg chg="del mod topLvl">
          <ac:chgData name="vidushi dadu" userId="8f6edd75c0a5619a" providerId="LiveId" clId="{4A1D7BB4-DB2B-401C-9583-309F517E6E8F}" dt="2020-10-12T07:35:39.693" v="8551" actId="478"/>
          <ac:spMkLst>
            <pc:docMk/>
            <pc:sldMk cId="1417300040" sldId="1345"/>
            <ac:spMk id="70" creationId="{BDDA540B-B35E-4C95-9A94-A2549C51C14F}"/>
          </ac:spMkLst>
        </pc:spChg>
        <pc:spChg chg="del mod topLvl">
          <ac:chgData name="vidushi dadu" userId="8f6edd75c0a5619a" providerId="LiveId" clId="{4A1D7BB4-DB2B-401C-9583-309F517E6E8F}" dt="2020-10-12T07:34:04.526" v="8498" actId="478"/>
          <ac:spMkLst>
            <pc:docMk/>
            <pc:sldMk cId="1417300040" sldId="1345"/>
            <ac:spMk id="71" creationId="{771A05F8-59FF-4C0F-800E-F1530B619871}"/>
          </ac:spMkLst>
        </pc:spChg>
        <pc:spChg chg="mod topLvl">
          <ac:chgData name="vidushi dadu" userId="8f6edd75c0a5619a" providerId="LiveId" clId="{4A1D7BB4-DB2B-401C-9583-309F517E6E8F}" dt="2020-10-16T23:17:58.583" v="17696" actId="165"/>
          <ac:spMkLst>
            <pc:docMk/>
            <pc:sldMk cId="1417300040" sldId="1345"/>
            <ac:spMk id="72" creationId="{111D5DB6-ED44-42DD-8FDF-34B6986378AE}"/>
          </ac:spMkLst>
        </pc:spChg>
        <pc:spChg chg="mod topLvl">
          <ac:chgData name="vidushi dadu" userId="8f6edd75c0a5619a" providerId="LiveId" clId="{4A1D7BB4-DB2B-401C-9583-309F517E6E8F}" dt="2020-10-16T23:17:58.583" v="17696" actId="165"/>
          <ac:spMkLst>
            <pc:docMk/>
            <pc:sldMk cId="1417300040" sldId="1345"/>
            <ac:spMk id="73" creationId="{95E79691-AAD6-45BC-9A65-97F096C3B0EE}"/>
          </ac:spMkLst>
        </pc:spChg>
        <pc:spChg chg="mod topLvl">
          <ac:chgData name="vidushi dadu" userId="8f6edd75c0a5619a" providerId="LiveId" clId="{4A1D7BB4-DB2B-401C-9583-309F517E6E8F}" dt="2020-10-16T23:17:58.583" v="17696" actId="165"/>
          <ac:spMkLst>
            <pc:docMk/>
            <pc:sldMk cId="1417300040" sldId="1345"/>
            <ac:spMk id="78" creationId="{86900E2D-645A-4D7A-B630-695AFEE208CB}"/>
          </ac:spMkLst>
        </pc:spChg>
        <pc:spChg chg="mod topLvl">
          <ac:chgData name="vidushi dadu" userId="8f6edd75c0a5619a" providerId="LiveId" clId="{4A1D7BB4-DB2B-401C-9583-309F517E6E8F}" dt="2020-10-16T23:17:58.583" v="17696" actId="165"/>
          <ac:spMkLst>
            <pc:docMk/>
            <pc:sldMk cId="1417300040" sldId="1345"/>
            <ac:spMk id="80" creationId="{34D92DBC-9AF4-45E4-97E9-670A8B8B3329}"/>
          </ac:spMkLst>
        </pc:spChg>
        <pc:spChg chg="mod topLvl">
          <ac:chgData name="vidushi dadu" userId="8f6edd75c0a5619a" providerId="LiveId" clId="{4A1D7BB4-DB2B-401C-9583-309F517E6E8F}" dt="2020-10-16T23:17:58.583" v="17696" actId="165"/>
          <ac:spMkLst>
            <pc:docMk/>
            <pc:sldMk cId="1417300040" sldId="1345"/>
            <ac:spMk id="82" creationId="{34D94494-C606-4B6E-9C10-887CF17E526C}"/>
          </ac:spMkLst>
        </pc:spChg>
        <pc:spChg chg="mod topLvl">
          <ac:chgData name="vidushi dadu" userId="8f6edd75c0a5619a" providerId="LiveId" clId="{4A1D7BB4-DB2B-401C-9583-309F517E6E8F}" dt="2020-10-16T23:17:58.583" v="17696" actId="165"/>
          <ac:spMkLst>
            <pc:docMk/>
            <pc:sldMk cId="1417300040" sldId="1345"/>
            <ac:spMk id="83" creationId="{40909170-BCA4-45B9-B209-1A24AEE63D84}"/>
          </ac:spMkLst>
        </pc:spChg>
        <pc:spChg chg="del mod topLvl">
          <ac:chgData name="vidushi dadu" userId="8f6edd75c0a5619a" providerId="LiveId" clId="{4A1D7BB4-DB2B-401C-9583-309F517E6E8F}" dt="2020-10-12T07:34:04.526" v="8498" actId="478"/>
          <ac:spMkLst>
            <pc:docMk/>
            <pc:sldMk cId="1417300040" sldId="1345"/>
            <ac:spMk id="85" creationId="{B1F94B99-C8CE-482D-BAFE-F6B3961A27BF}"/>
          </ac:spMkLst>
        </pc:spChg>
        <pc:spChg chg="del mod topLvl">
          <ac:chgData name="vidushi dadu" userId="8f6edd75c0a5619a" providerId="LiveId" clId="{4A1D7BB4-DB2B-401C-9583-309F517E6E8F}" dt="2020-10-12T07:35:39.693" v="8551" actId="478"/>
          <ac:spMkLst>
            <pc:docMk/>
            <pc:sldMk cId="1417300040" sldId="1345"/>
            <ac:spMk id="90" creationId="{C6C42396-A0F2-4BCD-9561-A45E8FCE5D96}"/>
          </ac:spMkLst>
        </pc:spChg>
        <pc:spChg chg="mod topLvl">
          <ac:chgData name="vidushi dadu" userId="8f6edd75c0a5619a" providerId="LiveId" clId="{4A1D7BB4-DB2B-401C-9583-309F517E6E8F}" dt="2020-10-16T23:22:08.901" v="17703" actId="20577"/>
          <ac:spMkLst>
            <pc:docMk/>
            <pc:sldMk cId="1417300040" sldId="1345"/>
            <ac:spMk id="93" creationId="{833B3076-61D0-4102-B7BF-6249E9560A50}"/>
          </ac:spMkLst>
        </pc:spChg>
        <pc:spChg chg="del mod topLvl">
          <ac:chgData name="vidushi dadu" userId="8f6edd75c0a5619a" providerId="LiveId" clId="{4A1D7BB4-DB2B-401C-9583-309F517E6E8F}" dt="2020-10-12T07:35:42.567" v="8552" actId="478"/>
          <ac:spMkLst>
            <pc:docMk/>
            <pc:sldMk cId="1417300040" sldId="1345"/>
            <ac:spMk id="97" creationId="{4B91674F-2EDF-49E3-94A7-559997FC4EC4}"/>
          </ac:spMkLst>
        </pc:spChg>
        <pc:spChg chg="del mod topLvl">
          <ac:chgData name="vidushi dadu" userId="8f6edd75c0a5619a" providerId="LiveId" clId="{4A1D7BB4-DB2B-401C-9583-309F517E6E8F}" dt="2020-10-12T07:49:50.695" v="8699" actId="478"/>
          <ac:spMkLst>
            <pc:docMk/>
            <pc:sldMk cId="1417300040" sldId="1345"/>
            <ac:spMk id="98" creationId="{E9968795-1154-474B-A52F-8A8305B6941F}"/>
          </ac:spMkLst>
        </pc:spChg>
        <pc:spChg chg="del">
          <ac:chgData name="vidushi dadu" userId="8f6edd75c0a5619a" providerId="LiveId" clId="{4A1D7BB4-DB2B-401C-9583-309F517E6E8F}" dt="2020-10-12T07:30:53.575" v="8395" actId="478"/>
          <ac:spMkLst>
            <pc:docMk/>
            <pc:sldMk cId="1417300040" sldId="1345"/>
            <ac:spMk id="99" creationId="{BDE6E68D-66A6-4D87-8BE7-28131495F6CC}"/>
          </ac:spMkLst>
        </pc:spChg>
        <pc:spChg chg="del">
          <ac:chgData name="vidushi dadu" userId="8f6edd75c0a5619a" providerId="LiveId" clId="{4A1D7BB4-DB2B-401C-9583-309F517E6E8F}" dt="2020-10-12T07:30:53.575" v="8395" actId="478"/>
          <ac:spMkLst>
            <pc:docMk/>
            <pc:sldMk cId="1417300040" sldId="1345"/>
            <ac:spMk id="100" creationId="{0BA177E2-F5CC-4ED4-BAFB-854FD94F2B74}"/>
          </ac:spMkLst>
        </pc:spChg>
        <pc:spChg chg="add del mod">
          <ac:chgData name="vidushi dadu" userId="8f6edd75c0a5619a" providerId="LiveId" clId="{4A1D7BB4-DB2B-401C-9583-309F517E6E8F}" dt="2020-10-12T07:38:07.862" v="8671" actId="478"/>
          <ac:spMkLst>
            <pc:docMk/>
            <pc:sldMk cId="1417300040" sldId="1345"/>
            <ac:spMk id="107" creationId="{6A37632D-A2B1-4516-8A71-5732221A62BA}"/>
          </ac:spMkLst>
        </pc:spChg>
        <pc:spChg chg="add del mod">
          <ac:chgData name="vidushi dadu" userId="8f6edd75c0a5619a" providerId="LiveId" clId="{4A1D7BB4-DB2B-401C-9583-309F517E6E8F}" dt="2020-10-12T07:38:07.862" v="8671" actId="478"/>
          <ac:spMkLst>
            <pc:docMk/>
            <pc:sldMk cId="1417300040" sldId="1345"/>
            <ac:spMk id="113" creationId="{EC8423EC-85C4-4F96-A5F6-82F4579CFBCE}"/>
          </ac:spMkLst>
        </pc:spChg>
        <pc:spChg chg="add mod topLvl">
          <ac:chgData name="vidushi dadu" userId="8f6edd75c0a5619a" providerId="LiveId" clId="{4A1D7BB4-DB2B-401C-9583-309F517E6E8F}" dt="2020-10-16T23:17:58.583" v="17696" actId="165"/>
          <ac:spMkLst>
            <pc:docMk/>
            <pc:sldMk cId="1417300040" sldId="1345"/>
            <ac:spMk id="152" creationId="{9B0EE3B4-EB7F-42D1-BD53-11BDC9298450}"/>
          </ac:spMkLst>
        </pc:spChg>
        <pc:spChg chg="add mod topLvl">
          <ac:chgData name="vidushi dadu" userId="8f6edd75c0a5619a" providerId="LiveId" clId="{4A1D7BB4-DB2B-401C-9583-309F517E6E8F}" dt="2020-10-16T23:17:58.583" v="17696" actId="165"/>
          <ac:spMkLst>
            <pc:docMk/>
            <pc:sldMk cId="1417300040" sldId="1345"/>
            <ac:spMk id="187" creationId="{7B018403-53A3-435F-91DC-80610D9B2DE8}"/>
          </ac:spMkLst>
        </pc:spChg>
        <pc:grpChg chg="add del">
          <ac:chgData name="vidushi dadu" userId="8f6edd75c0a5619a" providerId="LiveId" clId="{4A1D7BB4-DB2B-401C-9583-309F517E6E8F}" dt="2020-10-12T07:28:45.122" v="8330"/>
          <ac:grpSpMkLst>
            <pc:docMk/>
            <pc:sldMk cId="1417300040" sldId="1345"/>
            <ac:grpSpMk id="9" creationId="{CCB49591-AF82-4CE5-A54B-BE91FB783425}"/>
          </ac:grpSpMkLst>
        </pc:grpChg>
        <pc:grpChg chg="add del mod">
          <ac:chgData name="vidushi dadu" userId="8f6edd75c0a5619a" providerId="LiveId" clId="{4A1D7BB4-DB2B-401C-9583-309F517E6E8F}" dt="2020-10-16T23:17:58.583" v="17696" actId="165"/>
          <ac:grpSpMkLst>
            <pc:docMk/>
            <pc:sldMk cId="1417300040" sldId="1345"/>
            <ac:grpSpMk id="45" creationId="{7A249A6F-B89D-46E1-9A53-CFFAB60395F3}"/>
          </ac:grpSpMkLst>
        </pc:grpChg>
        <pc:grpChg chg="add del">
          <ac:chgData name="vidushi dadu" userId="8f6edd75c0a5619a" providerId="LiveId" clId="{4A1D7BB4-DB2B-401C-9583-309F517E6E8F}" dt="2020-10-12T07:31:30.537" v="8402" actId="165"/>
          <ac:grpSpMkLst>
            <pc:docMk/>
            <pc:sldMk cId="1417300040" sldId="1345"/>
            <ac:grpSpMk id="56" creationId="{903F4C6E-ED91-4A0C-8B76-14B33F5A74C2}"/>
          </ac:grpSpMkLst>
        </pc:grpChg>
        <pc:grpChg chg="add del mod">
          <ac:chgData name="vidushi dadu" userId="8f6edd75c0a5619a" providerId="LiveId" clId="{4A1D7BB4-DB2B-401C-9583-309F517E6E8F}" dt="2020-10-12T07:50:54.263" v="8751" actId="165"/>
          <ac:grpSpMkLst>
            <pc:docMk/>
            <pc:sldMk cId="1417300040" sldId="1345"/>
            <ac:grpSpMk id="200" creationId="{74A51B0D-31A8-4EE3-8DA6-F0EF3D0D289A}"/>
          </ac:grpSpMkLst>
        </pc:grpChg>
        <pc:grpChg chg="add del mod">
          <ac:chgData name="vidushi dadu" userId="8f6edd75c0a5619a" providerId="LiveId" clId="{4A1D7BB4-DB2B-401C-9583-309F517E6E8F}" dt="2020-10-14T00:00:16.704" v="12172" actId="165"/>
          <ac:grpSpMkLst>
            <pc:docMk/>
            <pc:sldMk cId="1417300040" sldId="1345"/>
            <ac:grpSpMk id="202" creationId="{F4D9216B-5940-41C4-9977-7821BA8D1407}"/>
          </ac:grpSpMkLst>
        </pc:grpChg>
        <pc:cxnChg chg="add 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44" creationId="{D22C2491-00F0-46FA-811F-B0185A8E0744}"/>
          </ac:cxnSpMkLst>
        </pc:cxnChg>
        <pc:cxnChg chg="add 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47" creationId="{F98715BF-E731-4058-9BE2-814C1275FE85}"/>
          </ac:cxnSpMkLst>
        </pc:cxnChg>
        <pc:cxnChg chg="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60" creationId="{1F2328B1-5CE9-4D1C-80FC-25BF022C29D1}"/>
          </ac:cxnSpMkLst>
        </pc:cxnChg>
        <pc:cxnChg chg="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61" creationId="{D87DA4D0-6B4C-4FBF-805A-4C949682D282}"/>
          </ac:cxnSpMkLst>
        </pc:cxnChg>
        <pc:cxnChg chg="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62" creationId="{A152F59A-9846-447C-B9DF-88DF663444CD}"/>
          </ac:cxnSpMkLst>
        </pc:cxnChg>
        <pc:cxnChg chg="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63" creationId="{36F34CAB-D721-4785-8A83-5D81BB5AF682}"/>
          </ac:cxnSpMkLst>
        </pc:cxnChg>
        <pc:cxnChg chg="add 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64" creationId="{6649A03E-CF9C-4C56-ADD6-9EC909738F99}"/>
          </ac:cxnSpMkLst>
        </pc:cxnChg>
        <pc:cxnChg chg="del mod">
          <ac:chgData name="vidushi dadu" userId="8f6edd75c0a5619a" providerId="LiveId" clId="{4A1D7BB4-DB2B-401C-9583-309F517E6E8F}" dt="2020-10-12T07:31:23.749" v="8401" actId="478"/>
          <ac:cxnSpMkLst>
            <pc:docMk/>
            <pc:sldMk cId="1417300040" sldId="1345"/>
            <ac:cxnSpMk id="65" creationId="{03A8A9B9-DB7A-44F9-86D3-A479D31E4CB2}"/>
          </ac:cxnSpMkLst>
        </pc:cxnChg>
        <pc:cxnChg chg="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66" creationId="{93769713-4D66-4B08-944E-C8D213D522AF}"/>
          </ac:cxnSpMkLst>
        </pc:cxnChg>
        <pc:cxnChg chg="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67" creationId="{B50A094D-C1BC-403E-ACF2-9FAC9C9316B2}"/>
          </ac:cxnSpMkLst>
        </pc:cxnChg>
        <pc:cxnChg chg="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68" creationId="{3EF1B4D3-87D5-4443-9016-71E5E3419620}"/>
          </ac:cxnSpMkLst>
        </pc:cxnChg>
        <pc:cxnChg chg="del mod">
          <ac:chgData name="vidushi dadu" userId="8f6edd75c0a5619a" providerId="LiveId" clId="{4A1D7BB4-DB2B-401C-9583-309F517E6E8F}" dt="2020-10-12T07:30:58.415" v="8396" actId="478"/>
          <ac:cxnSpMkLst>
            <pc:docMk/>
            <pc:sldMk cId="1417300040" sldId="1345"/>
            <ac:cxnSpMk id="74" creationId="{4017930C-031C-4179-B111-0400DEC291EE}"/>
          </ac:cxnSpMkLst>
        </pc:cxnChg>
        <pc:cxnChg chg="del mod">
          <ac:chgData name="vidushi dadu" userId="8f6edd75c0a5619a" providerId="LiveId" clId="{4A1D7BB4-DB2B-401C-9583-309F517E6E8F}" dt="2020-10-12T07:30:58.415" v="8396" actId="478"/>
          <ac:cxnSpMkLst>
            <pc:docMk/>
            <pc:sldMk cId="1417300040" sldId="1345"/>
            <ac:cxnSpMk id="75" creationId="{F177E1B6-4D47-4928-BBBB-DB7577769450}"/>
          </ac:cxnSpMkLst>
        </pc:cxnChg>
        <pc:cxnChg chg="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76" creationId="{8A999BBF-DD8F-4FAD-A067-3A4876A39144}"/>
          </ac:cxnSpMkLst>
        </pc:cxnChg>
        <pc:cxnChg chg="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77" creationId="{592E5845-604A-4775-8A4F-4A8E5D405C25}"/>
          </ac:cxnSpMkLst>
        </pc:cxnChg>
        <pc:cxnChg chg="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79" creationId="{B2840CE9-3F3C-4192-83DB-8C02CE34550A}"/>
          </ac:cxnSpMkLst>
        </pc:cxnChg>
        <pc:cxnChg chg="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81" creationId="{FD08B290-6588-48EE-A8B0-F8339AE14C75}"/>
          </ac:cxnSpMkLst>
        </pc:cxnChg>
        <pc:cxnChg chg="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84" creationId="{D28952B2-FE02-42E0-82BF-E8891EDE3C42}"/>
          </ac:cxnSpMkLst>
        </pc:cxnChg>
        <pc:cxnChg chg="add 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85" creationId="{BE7B563F-790F-4662-AFEF-8CE2C819A106}"/>
          </ac:cxnSpMkLst>
        </pc:cxnChg>
        <pc:cxnChg chg="del mod topLvl">
          <ac:chgData name="vidushi dadu" userId="8f6edd75c0a5619a" providerId="LiveId" clId="{4A1D7BB4-DB2B-401C-9583-309F517E6E8F}" dt="2020-10-12T07:34:04.526" v="8498" actId="478"/>
          <ac:cxnSpMkLst>
            <pc:docMk/>
            <pc:sldMk cId="1417300040" sldId="1345"/>
            <ac:cxnSpMk id="86" creationId="{6FC2F36B-0E9B-4100-BB17-21683595C8CC}"/>
          </ac:cxnSpMkLst>
        </pc:cxnChg>
        <pc:cxnChg chg="del mod topLvl">
          <ac:chgData name="vidushi dadu" userId="8f6edd75c0a5619a" providerId="LiveId" clId="{4A1D7BB4-DB2B-401C-9583-309F517E6E8F}" dt="2020-10-12T07:34:04.526" v="8498" actId="478"/>
          <ac:cxnSpMkLst>
            <pc:docMk/>
            <pc:sldMk cId="1417300040" sldId="1345"/>
            <ac:cxnSpMk id="87" creationId="{2A410D09-C8E3-4701-A3A2-8EF49433B671}"/>
          </ac:cxnSpMkLst>
        </pc:cxnChg>
        <pc:cxnChg chg="del mod topLvl">
          <ac:chgData name="vidushi dadu" userId="8f6edd75c0a5619a" providerId="LiveId" clId="{4A1D7BB4-DB2B-401C-9583-309F517E6E8F}" dt="2020-10-12T07:34:04.526" v="8498" actId="478"/>
          <ac:cxnSpMkLst>
            <pc:docMk/>
            <pc:sldMk cId="1417300040" sldId="1345"/>
            <ac:cxnSpMk id="88" creationId="{AF26D513-A18F-4A1B-A9D2-CAC329993AA7}"/>
          </ac:cxnSpMkLst>
        </pc:cxnChg>
        <pc:cxnChg chg="del mod topLvl">
          <ac:chgData name="vidushi dadu" userId="8f6edd75c0a5619a" providerId="LiveId" clId="{4A1D7BB4-DB2B-401C-9583-309F517E6E8F}" dt="2020-10-12T07:34:04.526" v="8498" actId="478"/>
          <ac:cxnSpMkLst>
            <pc:docMk/>
            <pc:sldMk cId="1417300040" sldId="1345"/>
            <ac:cxnSpMk id="89" creationId="{7E1E3C23-1382-426F-82DC-7A4657CF4307}"/>
          </ac:cxnSpMkLst>
        </pc:cxnChg>
        <pc:cxnChg chg="del mod topLvl">
          <ac:chgData name="vidushi dadu" userId="8f6edd75c0a5619a" providerId="LiveId" clId="{4A1D7BB4-DB2B-401C-9583-309F517E6E8F}" dt="2020-10-12T07:35:42.567" v="8552" actId="478"/>
          <ac:cxnSpMkLst>
            <pc:docMk/>
            <pc:sldMk cId="1417300040" sldId="1345"/>
            <ac:cxnSpMk id="91" creationId="{F6030D46-BF43-4279-AF1D-545FA6C5F278}"/>
          </ac:cxnSpMkLst>
        </pc:cxnChg>
        <pc:cxnChg chg="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92" creationId="{16BAEBE4-119E-49EB-9594-D96D5B7BA408}"/>
          </ac:cxnSpMkLst>
        </pc:cxnChg>
        <pc:cxnChg chg="del mod topLvl">
          <ac:chgData name="vidushi dadu" userId="8f6edd75c0a5619a" providerId="LiveId" clId="{4A1D7BB4-DB2B-401C-9583-309F517E6E8F}" dt="2020-10-12T07:48:32.606" v="8681" actId="478"/>
          <ac:cxnSpMkLst>
            <pc:docMk/>
            <pc:sldMk cId="1417300040" sldId="1345"/>
            <ac:cxnSpMk id="94" creationId="{5E39194D-EC79-4B31-9049-9203F07F09B7}"/>
          </ac:cxnSpMkLst>
        </pc:cxnChg>
        <pc:cxnChg chg="del mod topLvl">
          <ac:chgData name="vidushi dadu" userId="8f6edd75c0a5619a" providerId="LiveId" clId="{4A1D7BB4-DB2B-401C-9583-309F517E6E8F}" dt="2020-10-12T07:35:39.693" v="8551" actId="478"/>
          <ac:cxnSpMkLst>
            <pc:docMk/>
            <pc:sldMk cId="1417300040" sldId="1345"/>
            <ac:cxnSpMk id="95" creationId="{F8A11BDC-E604-49F2-91E8-E1CF077301A6}"/>
          </ac:cxnSpMkLst>
        </pc:cxnChg>
        <pc:cxnChg chg="del mod topLvl">
          <ac:chgData name="vidushi dadu" userId="8f6edd75c0a5619a" providerId="LiveId" clId="{4A1D7BB4-DB2B-401C-9583-309F517E6E8F}" dt="2020-10-12T07:35:39.693" v="8551" actId="478"/>
          <ac:cxnSpMkLst>
            <pc:docMk/>
            <pc:sldMk cId="1417300040" sldId="1345"/>
            <ac:cxnSpMk id="96" creationId="{33A173D8-81CA-4607-B224-DDD1839FE25B}"/>
          </ac:cxnSpMkLst>
        </pc:cxnChg>
        <pc:cxnChg chg="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101" creationId="{4BF90E80-CFBC-464E-B9D3-A6FD0074411F}"/>
          </ac:cxnSpMkLst>
        </pc:cxnChg>
        <pc:cxnChg chg="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102" creationId="{05EFD7DD-2738-4515-9949-AAC9FCA571B2}"/>
          </ac:cxnSpMkLst>
        </pc:cxnChg>
        <pc:cxnChg chg="add del mod">
          <ac:chgData name="vidushi dadu" userId="8f6edd75c0a5619a" providerId="LiveId" clId="{4A1D7BB4-DB2B-401C-9583-309F517E6E8F}" dt="2020-10-12T07:38:11.197" v="8672" actId="478"/>
          <ac:cxnSpMkLst>
            <pc:docMk/>
            <pc:sldMk cId="1417300040" sldId="1345"/>
            <ac:cxnSpMk id="119" creationId="{6C7066E1-0D96-464F-8646-FA21CA7A22F9}"/>
          </ac:cxnSpMkLst>
        </pc:cxnChg>
        <pc:cxnChg chg="add del mod">
          <ac:chgData name="vidushi dadu" userId="8f6edd75c0a5619a" providerId="LiveId" clId="{4A1D7BB4-DB2B-401C-9583-309F517E6E8F}" dt="2020-10-12T07:38:11.197" v="8672" actId="478"/>
          <ac:cxnSpMkLst>
            <pc:docMk/>
            <pc:sldMk cId="1417300040" sldId="1345"/>
            <ac:cxnSpMk id="122" creationId="{57D246ED-55D1-4205-BB5C-C4042B20DEFA}"/>
          </ac:cxnSpMkLst>
        </pc:cxnChg>
        <pc:cxnChg chg="add 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153" creationId="{DC4B9AF2-58AE-4F73-B1B7-5711C4DB6AAB}"/>
          </ac:cxnSpMkLst>
        </pc:cxnChg>
        <pc:cxnChg chg="add 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158" creationId="{E787E8EF-64DA-4BE7-BB88-D1EA3341B4BC}"/>
          </ac:cxnSpMkLst>
        </pc:cxnChg>
        <pc:cxnChg chg="add 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159" creationId="{62B7B139-BF25-4E36-B203-716E87701729}"/>
          </ac:cxnSpMkLst>
        </pc:cxnChg>
        <pc:cxnChg chg="add 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163" creationId="{6B9E4F2C-19B4-45F2-90F0-1596B461FD3F}"/>
          </ac:cxnSpMkLst>
        </pc:cxnChg>
        <pc:cxnChg chg="add 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166" creationId="{5D3BE284-12AE-4DFE-B4BE-5E4F9B677E03}"/>
          </ac:cxnSpMkLst>
        </pc:cxnChg>
        <pc:cxnChg chg="add 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184" creationId="{91EEA5CC-DB57-46A6-9F4C-1CB957866F39}"/>
          </ac:cxnSpMkLst>
        </pc:cxnChg>
        <pc:cxnChg chg="add mod topLvl">
          <ac:chgData name="vidushi dadu" userId="8f6edd75c0a5619a" providerId="LiveId" clId="{4A1D7BB4-DB2B-401C-9583-309F517E6E8F}" dt="2020-10-16T23:17:58.583" v="17696" actId="165"/>
          <ac:cxnSpMkLst>
            <pc:docMk/>
            <pc:sldMk cId="1417300040" sldId="1345"/>
            <ac:cxnSpMk id="188" creationId="{4C2DA382-2E7C-4F00-8F14-3FD8D07D1269}"/>
          </ac:cxnSpMkLst>
        </pc:cxnChg>
      </pc:sldChg>
      <pc:sldChg chg="addSp delSp modSp add del modAnim modNotesTx">
        <pc:chgData name="vidushi dadu" userId="8f6edd75c0a5619a" providerId="LiveId" clId="{4A1D7BB4-DB2B-401C-9583-309F517E6E8F}" dt="2020-10-16T08:09:35.258" v="15859" actId="2696"/>
        <pc:sldMkLst>
          <pc:docMk/>
          <pc:sldMk cId="2665646921" sldId="1346"/>
        </pc:sldMkLst>
        <pc:spChg chg="mod">
          <ac:chgData name="vidushi dadu" userId="8f6edd75c0a5619a" providerId="LiveId" clId="{4A1D7BB4-DB2B-401C-9583-309F517E6E8F}" dt="2020-10-12T07:35:06.462" v="8546" actId="20577"/>
          <ac:spMkLst>
            <pc:docMk/>
            <pc:sldMk cId="2665646921" sldId="1346"/>
            <ac:spMk id="2" creationId="{10CCEEB0-AD7A-4625-8B2D-5BFE906AC3DF}"/>
          </ac:spMkLst>
        </pc:spChg>
        <pc:spChg chg="mod">
          <ac:chgData name="vidushi dadu" userId="8f6edd75c0a5619a" providerId="LiveId" clId="{4A1D7BB4-DB2B-401C-9583-309F517E6E8F}" dt="2020-10-13T23:31:43.778" v="11420" actId="113"/>
          <ac:spMkLst>
            <pc:docMk/>
            <pc:sldMk cId="2665646921" sldId="1346"/>
            <ac:spMk id="3" creationId="{5E2B6626-023E-4046-9C3E-7CE9DB6FD902}"/>
          </ac:spMkLst>
        </pc:spChg>
        <pc:spChg chg="mod">
          <ac:chgData name="vidushi dadu" userId="8f6edd75c0a5619a" providerId="LiveId" clId="{4A1D7BB4-DB2B-401C-9583-309F517E6E8F}" dt="2020-10-13T23:27:38.448" v="11251" actId="164"/>
          <ac:spMkLst>
            <pc:docMk/>
            <pc:sldMk cId="2665646921" sldId="1346"/>
            <ac:spMk id="6" creationId="{BE9B3131-707D-457C-A3FD-9C3E791795B3}"/>
          </ac:spMkLst>
        </pc:spChg>
        <pc:spChg chg="mod">
          <ac:chgData name="vidushi dadu" userId="8f6edd75c0a5619a" providerId="LiveId" clId="{4A1D7BB4-DB2B-401C-9583-309F517E6E8F}" dt="2020-10-13T23:27:38.448" v="11251" actId="164"/>
          <ac:spMkLst>
            <pc:docMk/>
            <pc:sldMk cId="2665646921" sldId="1346"/>
            <ac:spMk id="7" creationId="{1DA29C43-26AE-4EE4-BE15-962E1B1827B6}"/>
          </ac:spMkLst>
        </pc:spChg>
        <pc:spChg chg="add mod">
          <ac:chgData name="vidushi dadu" userId="8f6edd75c0a5619a" providerId="LiveId" clId="{4A1D7BB4-DB2B-401C-9583-309F517E6E8F}" dt="2020-10-13T23:27:54.750" v="11257" actId="14100"/>
          <ac:spMkLst>
            <pc:docMk/>
            <pc:sldMk cId="2665646921" sldId="1346"/>
            <ac:spMk id="13" creationId="{E6FA8DCD-B66F-4118-B330-BC38D9E24010}"/>
          </ac:spMkLst>
        </pc:spChg>
        <pc:spChg chg="add mod">
          <ac:chgData name="vidushi dadu" userId="8f6edd75c0a5619a" providerId="LiveId" clId="{4A1D7BB4-DB2B-401C-9583-309F517E6E8F}" dt="2020-10-13T23:31:48.641" v="11421" actId="113"/>
          <ac:spMkLst>
            <pc:docMk/>
            <pc:sldMk cId="2665646921" sldId="1346"/>
            <ac:spMk id="15" creationId="{8CED4316-A3F6-4FA6-B14C-82B027069286}"/>
          </ac:spMkLst>
        </pc:spChg>
        <pc:spChg chg="add mod">
          <ac:chgData name="vidushi dadu" userId="8f6edd75c0a5619a" providerId="LiveId" clId="{4A1D7BB4-DB2B-401C-9583-309F517E6E8F}" dt="2020-10-13T23:33:23.934" v="11584" actId="1037"/>
          <ac:spMkLst>
            <pc:docMk/>
            <pc:sldMk cId="2665646921" sldId="1346"/>
            <ac:spMk id="16" creationId="{86D312B6-5FB7-4369-A450-6901FFD5AAC4}"/>
          </ac:spMkLst>
        </pc:spChg>
        <pc:spChg chg="add mod">
          <ac:chgData name="vidushi dadu" userId="8f6edd75c0a5619a" providerId="LiveId" clId="{4A1D7BB4-DB2B-401C-9583-309F517E6E8F}" dt="2020-10-14T21:33:12.914" v="14439" actId="1076"/>
          <ac:spMkLst>
            <pc:docMk/>
            <pc:sldMk cId="2665646921" sldId="1346"/>
            <ac:spMk id="19" creationId="{C41E4A9C-EF0B-402C-8D0A-7346567F85A5}"/>
          </ac:spMkLst>
        </pc:spChg>
        <pc:spChg chg="add del">
          <ac:chgData name="vidushi dadu" userId="8f6edd75c0a5619a" providerId="LiveId" clId="{4A1D7BB4-DB2B-401C-9583-309F517E6E8F}" dt="2020-10-13T23:31:54.605" v="11423" actId="478"/>
          <ac:spMkLst>
            <pc:docMk/>
            <pc:sldMk cId="2665646921" sldId="1346"/>
            <ac:spMk id="20" creationId="{F9691A3C-CB2E-4AA6-B341-C0E6A1649D34}"/>
          </ac:spMkLst>
        </pc:spChg>
        <pc:spChg chg="add mod">
          <ac:chgData name="vidushi dadu" userId="8f6edd75c0a5619a" providerId="LiveId" clId="{4A1D7BB4-DB2B-401C-9583-309F517E6E8F}" dt="2020-10-13T23:34:25.094" v="11597" actId="207"/>
          <ac:spMkLst>
            <pc:docMk/>
            <pc:sldMk cId="2665646921" sldId="1346"/>
            <ac:spMk id="21" creationId="{2AA7DB78-53EE-4674-9D3C-3ABD6E9B57AF}"/>
          </ac:spMkLst>
        </pc:spChg>
        <pc:grpChg chg="add mod">
          <ac:chgData name="vidushi dadu" userId="8f6edd75c0a5619a" providerId="LiveId" clId="{4A1D7BB4-DB2B-401C-9583-309F517E6E8F}" dt="2020-10-13T23:27:41.733" v="11252" actId="1076"/>
          <ac:grpSpMkLst>
            <pc:docMk/>
            <pc:sldMk cId="2665646921" sldId="1346"/>
            <ac:grpSpMk id="14" creationId="{802D79E1-DBC3-4608-953A-3537D78B1FF2}"/>
          </ac:grpSpMkLst>
        </pc:grpChg>
        <pc:graphicFrameChg chg="add mod modGraphic">
          <ac:chgData name="vidushi dadu" userId="8f6edd75c0a5619a" providerId="LiveId" clId="{4A1D7BB4-DB2B-401C-9583-309F517E6E8F}" dt="2020-10-13T23:33:23.934" v="11584" actId="1037"/>
          <ac:graphicFrameMkLst>
            <pc:docMk/>
            <pc:sldMk cId="2665646921" sldId="1346"/>
            <ac:graphicFrameMk id="17" creationId="{8A994AA6-B506-4C12-9C57-7FB31B2A0690}"/>
          </ac:graphicFrameMkLst>
        </pc:graphicFrameChg>
        <pc:cxnChg chg="mod">
          <ac:chgData name="vidushi dadu" userId="8f6edd75c0a5619a" providerId="LiveId" clId="{4A1D7BB4-DB2B-401C-9583-309F517E6E8F}" dt="2020-10-13T23:27:38.448" v="11251" actId="164"/>
          <ac:cxnSpMkLst>
            <pc:docMk/>
            <pc:sldMk cId="2665646921" sldId="1346"/>
            <ac:cxnSpMk id="8" creationId="{A210C0B4-C719-48BD-A758-BB05C7D8F182}"/>
          </ac:cxnSpMkLst>
        </pc:cxnChg>
        <pc:cxnChg chg="mod">
          <ac:chgData name="vidushi dadu" userId="8f6edd75c0a5619a" providerId="LiveId" clId="{4A1D7BB4-DB2B-401C-9583-309F517E6E8F}" dt="2020-10-13T23:27:38.448" v="11251" actId="164"/>
          <ac:cxnSpMkLst>
            <pc:docMk/>
            <pc:sldMk cId="2665646921" sldId="1346"/>
            <ac:cxnSpMk id="9" creationId="{2BEE1766-01E9-4CB0-8E36-C62248965BBB}"/>
          </ac:cxnSpMkLst>
        </pc:cxnChg>
      </pc:sldChg>
      <pc:sldChg chg="modSp add">
        <pc:chgData name="vidushi dadu" userId="8f6edd75c0a5619a" providerId="LiveId" clId="{4A1D7BB4-DB2B-401C-9583-309F517E6E8F}" dt="2020-10-17T03:10:42.116" v="17416" actId="1076"/>
        <pc:sldMkLst>
          <pc:docMk/>
          <pc:sldMk cId="3333958427" sldId="1346"/>
        </pc:sldMkLst>
        <pc:spChg chg="mod">
          <ac:chgData name="vidushi dadu" userId="8f6edd75c0a5619a" providerId="LiveId" clId="{4A1D7BB4-DB2B-401C-9583-309F517E6E8F}" dt="2020-10-16T08:09:44.460" v="15861" actId="20577"/>
          <ac:spMkLst>
            <pc:docMk/>
            <pc:sldMk cId="3333958427" sldId="1346"/>
            <ac:spMk id="2" creationId="{10CCEEB0-AD7A-4625-8B2D-5BFE906AC3DF}"/>
          </ac:spMkLst>
        </pc:spChg>
        <pc:spChg chg="mod">
          <ac:chgData name="vidushi dadu" userId="8f6edd75c0a5619a" providerId="LiveId" clId="{4A1D7BB4-DB2B-401C-9583-309F517E6E8F}" dt="2020-10-17T03:10:42.116" v="17416" actId="1076"/>
          <ac:spMkLst>
            <pc:docMk/>
            <pc:sldMk cId="3333958427" sldId="1346"/>
            <ac:spMk id="6" creationId="{BE9B3131-707D-457C-A3FD-9C3E791795B3}"/>
          </ac:spMkLst>
        </pc:spChg>
        <pc:spChg chg="mod">
          <ac:chgData name="vidushi dadu" userId="8f6edd75c0a5619a" providerId="LiveId" clId="{4A1D7BB4-DB2B-401C-9583-309F517E6E8F}" dt="2020-10-17T03:10:38.811" v="17415" actId="14100"/>
          <ac:spMkLst>
            <pc:docMk/>
            <pc:sldMk cId="3333958427" sldId="1346"/>
            <ac:spMk id="7" creationId="{1DA29C43-26AE-4EE4-BE15-962E1B1827B6}"/>
          </ac:spMkLst>
        </pc:spChg>
        <pc:cxnChg chg="mod">
          <ac:chgData name="vidushi dadu" userId="8f6edd75c0a5619a" providerId="LiveId" clId="{4A1D7BB4-DB2B-401C-9583-309F517E6E8F}" dt="2020-10-17T03:10:42.116" v="17416" actId="1076"/>
          <ac:cxnSpMkLst>
            <pc:docMk/>
            <pc:sldMk cId="3333958427" sldId="1346"/>
            <ac:cxnSpMk id="8" creationId="{A210C0B4-C719-48BD-A758-BB05C7D8F182}"/>
          </ac:cxnSpMkLst>
        </pc:cxnChg>
        <pc:cxnChg chg="mod">
          <ac:chgData name="vidushi dadu" userId="8f6edd75c0a5619a" providerId="LiveId" clId="{4A1D7BB4-DB2B-401C-9583-309F517E6E8F}" dt="2020-10-17T03:10:38.811" v="17415" actId="14100"/>
          <ac:cxnSpMkLst>
            <pc:docMk/>
            <pc:sldMk cId="3333958427" sldId="1346"/>
            <ac:cxnSpMk id="9" creationId="{2BEE1766-01E9-4CB0-8E36-C62248965BBB}"/>
          </ac:cxnSpMkLst>
        </pc:cxnChg>
      </pc:sldChg>
      <pc:sldChg chg="addSp delSp modSp add del modAnim modNotesTx">
        <pc:chgData name="vidushi dadu" userId="8f6edd75c0a5619a" providerId="LiveId" clId="{4A1D7BB4-DB2B-401C-9583-309F517E6E8F}" dt="2020-10-16T08:17:53.943" v="16323" actId="2696"/>
        <pc:sldMkLst>
          <pc:docMk/>
          <pc:sldMk cId="456877968" sldId="1347"/>
        </pc:sldMkLst>
        <pc:spChg chg="mod">
          <ac:chgData name="vidushi dadu" userId="8f6edd75c0a5619a" providerId="LiveId" clId="{4A1D7BB4-DB2B-401C-9583-309F517E6E8F}" dt="2020-10-12T08:31:23.230" v="10253" actId="208"/>
          <ac:spMkLst>
            <pc:docMk/>
            <pc:sldMk cId="456877968" sldId="1347"/>
            <ac:spMk id="2" creationId="{C07D2252-1367-493C-B564-C27E238B2BB6}"/>
          </ac:spMkLst>
        </pc:spChg>
        <pc:spChg chg="del">
          <ac:chgData name="vidushi dadu" userId="8f6edd75c0a5619a" providerId="LiveId" clId="{4A1D7BB4-DB2B-401C-9583-309F517E6E8F}" dt="2020-10-12T07:52:04.486" v="8825" actId="478"/>
          <ac:spMkLst>
            <pc:docMk/>
            <pc:sldMk cId="456877968" sldId="1347"/>
            <ac:spMk id="3" creationId="{C62F5C35-349C-4F32-AE16-9702F6FB3C11}"/>
          </ac:spMkLst>
        </pc:spChg>
        <pc:spChg chg="del">
          <ac:chgData name="vidushi dadu" userId="8f6edd75c0a5619a" providerId="LiveId" clId="{4A1D7BB4-DB2B-401C-9583-309F517E6E8F}" dt="2020-10-12T08:19:22.422" v="9949" actId="478"/>
          <ac:spMkLst>
            <pc:docMk/>
            <pc:sldMk cId="456877968" sldId="1347"/>
            <ac:spMk id="29" creationId="{2ADC1BFC-C3F9-46A5-9C48-303249BE56ED}"/>
          </ac:spMkLst>
        </pc:spChg>
        <pc:spChg chg="del mod">
          <ac:chgData name="vidushi dadu" userId="8f6edd75c0a5619a" providerId="LiveId" clId="{4A1D7BB4-DB2B-401C-9583-309F517E6E8F}" dt="2020-10-12T08:20:23.600" v="9964" actId="478"/>
          <ac:spMkLst>
            <pc:docMk/>
            <pc:sldMk cId="456877968" sldId="1347"/>
            <ac:spMk id="39" creationId="{169C8A08-CAD9-4396-8B60-D31D413DF814}"/>
          </ac:spMkLst>
        </pc:spChg>
        <pc:spChg chg="add del mod">
          <ac:chgData name="vidushi dadu" userId="8f6edd75c0a5619a" providerId="LiveId" clId="{4A1D7BB4-DB2B-401C-9583-309F517E6E8F}" dt="2020-10-14T00:03:57.450" v="12206" actId="478"/>
          <ac:spMkLst>
            <pc:docMk/>
            <pc:sldMk cId="456877968" sldId="1347"/>
            <ac:spMk id="43" creationId="{AF663B34-6503-4138-B260-88FF09A193E5}"/>
          </ac:spMkLst>
        </pc:spChg>
        <pc:spChg chg="add del">
          <ac:chgData name="vidushi dadu" userId="8f6edd75c0a5619a" providerId="LiveId" clId="{4A1D7BB4-DB2B-401C-9583-309F517E6E8F}" dt="2020-10-12T07:54:49.754" v="8851"/>
          <ac:spMkLst>
            <pc:docMk/>
            <pc:sldMk cId="456877968" sldId="1347"/>
            <ac:spMk id="44" creationId="{7894A926-BF51-4915-84B4-AECADF7B8020}"/>
          </ac:spMkLst>
        </pc:spChg>
        <pc:spChg chg="add mod">
          <ac:chgData name="vidushi dadu" userId="8f6edd75c0a5619a" providerId="LiveId" clId="{4A1D7BB4-DB2B-401C-9583-309F517E6E8F}" dt="2020-10-14T21:38:58.767" v="14537" actId="20577"/>
          <ac:spMkLst>
            <pc:docMk/>
            <pc:sldMk cId="456877968" sldId="1347"/>
            <ac:spMk id="45" creationId="{A1BDBF62-5F8C-4DA5-A57D-E45D36A4E82B}"/>
          </ac:spMkLst>
        </pc:spChg>
        <pc:spChg chg="add del mod">
          <ac:chgData name="vidushi dadu" userId="8f6edd75c0a5619a" providerId="LiveId" clId="{4A1D7BB4-DB2B-401C-9583-309F517E6E8F}" dt="2020-10-14T00:03:57.450" v="12206" actId="478"/>
          <ac:spMkLst>
            <pc:docMk/>
            <pc:sldMk cId="456877968" sldId="1347"/>
            <ac:spMk id="47" creationId="{ADAAD749-3AC5-47EA-B632-ADF91F2D1C84}"/>
          </ac:spMkLst>
        </pc:spChg>
        <pc:spChg chg="add del mod">
          <ac:chgData name="vidushi dadu" userId="8f6edd75c0a5619a" providerId="LiveId" clId="{4A1D7BB4-DB2B-401C-9583-309F517E6E8F}" dt="2020-10-14T00:04:00.474" v="12207" actId="478"/>
          <ac:spMkLst>
            <pc:docMk/>
            <pc:sldMk cId="456877968" sldId="1347"/>
            <ac:spMk id="68" creationId="{486A7700-E76C-463F-B432-FB05214B348B}"/>
          </ac:spMkLst>
        </pc:spChg>
        <pc:spChg chg="add del mod">
          <ac:chgData name="vidushi dadu" userId="8f6edd75c0a5619a" providerId="LiveId" clId="{4A1D7BB4-DB2B-401C-9583-309F517E6E8F}" dt="2020-10-14T00:03:57.450" v="12206" actId="478"/>
          <ac:spMkLst>
            <pc:docMk/>
            <pc:sldMk cId="456877968" sldId="1347"/>
            <ac:spMk id="69" creationId="{2FB02898-BF64-40A8-A030-9A509F6463E3}"/>
          </ac:spMkLst>
        </pc:spChg>
        <pc:grpChg chg="add del">
          <ac:chgData name="vidushi dadu" userId="8f6edd75c0a5619a" providerId="LiveId" clId="{4A1D7BB4-DB2B-401C-9583-309F517E6E8F}" dt="2020-10-14T00:03:53.520" v="12205" actId="478"/>
          <ac:grpSpMkLst>
            <pc:docMk/>
            <pc:sldMk cId="456877968" sldId="1347"/>
            <ac:grpSpMk id="5" creationId="{3E22566E-80D5-4B1B-BCEB-34D1572B8E35}"/>
          </ac:grpSpMkLst>
        </pc:grpChg>
        <pc:grpChg chg="add del">
          <ac:chgData name="vidushi dadu" userId="8f6edd75c0a5619a" providerId="LiveId" clId="{4A1D7BB4-DB2B-401C-9583-309F517E6E8F}" dt="2020-10-14T00:06:02.082" v="12258" actId="478"/>
          <ac:grpSpMkLst>
            <pc:docMk/>
            <pc:sldMk cId="456877968" sldId="1347"/>
            <ac:grpSpMk id="46" creationId="{8127DEA8-B296-41E8-B053-7AA2A598E943}"/>
          </ac:grpSpMkLst>
        </pc:grpChg>
        <pc:grpChg chg="add">
          <ac:chgData name="vidushi dadu" userId="8f6edd75c0a5619a" providerId="LiveId" clId="{4A1D7BB4-DB2B-401C-9583-309F517E6E8F}" dt="2020-10-14T00:06:02.997" v="12259"/>
          <ac:grpSpMkLst>
            <pc:docMk/>
            <pc:sldMk cId="456877968" sldId="1347"/>
            <ac:grpSpMk id="97" creationId="{BC3730A7-7B87-4223-91BF-8FEF7EDA5A57}"/>
          </ac:grpSpMkLst>
        </pc:grpChg>
        <pc:graphicFrameChg chg="add del mod modGraphic">
          <ac:chgData name="vidushi dadu" userId="8f6edd75c0a5619a" providerId="LiveId" clId="{4A1D7BB4-DB2B-401C-9583-309F517E6E8F}" dt="2020-10-12T08:22:09.844" v="10015"/>
          <ac:graphicFrameMkLst>
            <pc:docMk/>
            <pc:sldMk cId="456877968" sldId="1347"/>
            <ac:graphicFrameMk id="41" creationId="{BD6B9739-F921-4257-AAA2-7BE8AE01B526}"/>
          </ac:graphicFrameMkLst>
        </pc:graphicFrameChg>
        <pc:graphicFrameChg chg="add del mod modGraphic">
          <ac:chgData name="vidushi dadu" userId="8f6edd75c0a5619a" providerId="LiveId" clId="{4A1D7BB4-DB2B-401C-9583-309F517E6E8F}" dt="2020-10-14T00:04:48.098" v="12228"/>
          <ac:graphicFrameMkLst>
            <pc:docMk/>
            <pc:sldMk cId="456877968" sldId="1347"/>
            <ac:graphicFrameMk id="42" creationId="{D58D661A-7F7E-466D-A125-BF5F1DCA91C1}"/>
          </ac:graphicFrameMkLst>
        </pc:graphicFrameChg>
        <pc:graphicFrameChg chg="add del">
          <ac:chgData name="vidushi dadu" userId="8f6edd75c0a5619a" providerId="LiveId" clId="{4A1D7BB4-DB2B-401C-9583-309F517E6E8F}" dt="2020-10-14T00:04:51.653" v="12230"/>
          <ac:graphicFrameMkLst>
            <pc:docMk/>
            <pc:sldMk cId="456877968" sldId="1347"/>
            <ac:graphicFrameMk id="70" creationId="{C8115365-8BAF-44E2-8E6E-D8E04D78371E}"/>
          </ac:graphicFrameMkLst>
        </pc:graphicFrameChg>
        <pc:graphicFrameChg chg="add del">
          <ac:chgData name="vidushi dadu" userId="8f6edd75c0a5619a" providerId="LiveId" clId="{4A1D7BB4-DB2B-401C-9583-309F517E6E8F}" dt="2020-10-14T00:06:05.628" v="12260"/>
          <ac:graphicFrameMkLst>
            <pc:docMk/>
            <pc:sldMk cId="456877968" sldId="1347"/>
            <ac:graphicFrameMk id="95" creationId="{50344B96-BC53-42C3-919E-42604408367D}"/>
          </ac:graphicFrameMkLst>
        </pc:graphicFrameChg>
        <pc:graphicFrameChg chg="add del mod">
          <ac:chgData name="vidushi dadu" userId="8f6edd75c0a5619a" providerId="LiveId" clId="{4A1D7BB4-DB2B-401C-9583-309F517E6E8F}" dt="2020-10-14T00:06:13.742" v="12263"/>
          <ac:graphicFrameMkLst>
            <pc:docMk/>
            <pc:sldMk cId="456877968" sldId="1347"/>
            <ac:graphicFrameMk id="96" creationId="{E74E5855-50FA-45B9-BCB7-D9AFCCDB2F80}"/>
          </ac:graphicFrameMkLst>
        </pc:graphicFrameChg>
        <pc:graphicFrameChg chg="add">
          <ac:chgData name="vidushi dadu" userId="8f6edd75c0a5619a" providerId="LiveId" clId="{4A1D7BB4-DB2B-401C-9583-309F517E6E8F}" dt="2020-10-14T00:06:06.050" v="12261"/>
          <ac:graphicFrameMkLst>
            <pc:docMk/>
            <pc:sldMk cId="456877968" sldId="1347"/>
            <ac:graphicFrameMk id="140" creationId="{DF4056ED-46A3-46DA-9701-4656B203959F}"/>
          </ac:graphicFrameMkLst>
        </pc:graphicFrameChg>
        <pc:graphicFrameChg chg="add">
          <ac:chgData name="vidushi dadu" userId="8f6edd75c0a5619a" providerId="LiveId" clId="{4A1D7BB4-DB2B-401C-9583-309F517E6E8F}" dt="2020-10-14T00:06:14.338" v="12264"/>
          <ac:graphicFrameMkLst>
            <pc:docMk/>
            <pc:sldMk cId="456877968" sldId="1347"/>
            <ac:graphicFrameMk id="141" creationId="{BED36B17-12A4-4BDE-84E3-7EDCD65888C5}"/>
          </ac:graphicFrameMkLst>
        </pc:graphicFrame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9" creationId="{D1BFEF63-2CF2-4E1C-96AB-66DB99F0BA06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10" creationId="{881BBCD1-EDEC-4D47-BF3B-B17FB6115C5F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11" creationId="{D2E8AC53-60A2-423A-AE26-45D633648CA4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12" creationId="{78254B67-21D5-40FF-BA70-6F6EDE9358C8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13" creationId="{78EE2D93-A4AD-45AA-832D-E6DDB2FB214E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14" creationId="{2630B95E-0F73-4AFD-9B3C-7DA49BA723E8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15" creationId="{FC16F367-612E-471A-B5A8-244D7D40CF9B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19" creationId="{371789EA-9653-4C06-9843-9365D953A977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20" creationId="{93090F45-A1AF-4089-A1A4-AB4452A9DEE2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22" creationId="{51E6C3EB-9B18-4363-AE67-565AAAFA948B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24" creationId="{99B76F36-ED3B-4247-A67C-1C946AC9994E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27" creationId="{EBAFD504-D791-4854-9FDB-E1C16E934E4F}"/>
          </ac:cxnSpMkLst>
        </pc:cxnChg>
        <pc:cxnChg chg="del mod">
          <ac:chgData name="vidushi dadu" userId="8f6edd75c0a5619a" providerId="LiveId" clId="{4A1D7BB4-DB2B-401C-9583-309F517E6E8F}" dt="2020-10-12T08:19:26.096" v="9950" actId="478"/>
          <ac:cxnSpMkLst>
            <pc:docMk/>
            <pc:sldMk cId="456877968" sldId="1347"/>
            <ac:cxnSpMk id="28" creationId="{89C061F8-2A62-4C37-919D-08D47D01F88F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30" creationId="{D2DA7094-11E9-4B3A-A6AD-E5D79A4DCB7E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31" creationId="{B3B73AB1-BBCA-485C-A584-261DFC50A6B5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33" creationId="{A076C0F7-B2CC-428E-A89B-DFB73C18A148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34" creationId="{B7053708-1840-438B-9127-BC40AB82101F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35" creationId="{A4748DC1-FB6B-4E56-8FDB-C8DBB2761BCB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36" creationId="{2EC6D4C5-D519-4877-976B-328006354B06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37" creationId="{B4C0C121-06D2-4F0D-AD70-837C9CC317BA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38" creationId="{63F5CB62-D58E-48AE-9F64-CEFD7A18A1CC}"/>
          </ac:cxnSpMkLst>
        </pc:cxnChg>
        <pc:cxnChg chg="mod">
          <ac:chgData name="vidushi dadu" userId="8f6edd75c0a5619a" providerId="LiveId" clId="{4A1D7BB4-DB2B-401C-9583-309F517E6E8F}" dt="2020-10-14T00:03:53.520" v="12205" actId="478"/>
          <ac:cxnSpMkLst>
            <pc:docMk/>
            <pc:sldMk cId="456877968" sldId="1347"/>
            <ac:cxnSpMk id="40" creationId="{3C0E4E28-A9A7-4A4D-B07E-E8DC267F2AA8}"/>
          </ac:cxnSpMkLst>
        </pc:cxnChg>
        <pc:cxnChg chg="add del mod">
          <ac:chgData name="vidushi dadu" userId="8f6edd75c0a5619a" providerId="LiveId" clId="{4A1D7BB4-DB2B-401C-9583-309F517E6E8F}" dt="2020-10-14T00:03:57.450" v="12206" actId="478"/>
          <ac:cxnSpMkLst>
            <pc:docMk/>
            <pc:sldMk cId="456877968" sldId="1347"/>
            <ac:cxnSpMk id="50" creationId="{36D33922-74BE-47B6-AC98-AD848BAC302A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52" creationId="{122B73D7-4429-4105-8666-937589297B06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53" creationId="{C348E5F3-07CE-403A-B333-0307CEEB26AF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54" creationId="{76D7A6F0-85EE-4C77-804A-53E5E73BA55A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55" creationId="{5AC604CB-DFD4-426F-B1E8-B604CE2821FF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56" creationId="{E8ADA24D-3AD7-45C0-A95D-9C8EA0A16044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57" creationId="{378D51AB-01CB-44AB-9456-EC32218B271C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58" creationId="{16229D13-1BA7-447C-99B4-A32EE2812449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62" creationId="{96E053DF-E9CE-4147-AB01-06F0CA6B1CC5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63" creationId="{08D3D296-6E0A-4B33-999D-58FA3FC63D4E}"/>
          </ac:cxnSpMkLst>
        </pc:cxnChg>
        <pc:cxnChg chg="add del mod">
          <ac:chgData name="vidushi dadu" userId="8f6edd75c0a5619a" providerId="LiveId" clId="{4A1D7BB4-DB2B-401C-9583-309F517E6E8F}" dt="2020-10-14T00:03:57.450" v="12206" actId="478"/>
          <ac:cxnSpMkLst>
            <pc:docMk/>
            <pc:sldMk cId="456877968" sldId="1347"/>
            <ac:cxnSpMk id="64" creationId="{05EF69D4-0263-4C4D-B506-A42353387F27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66" creationId="{419B1BC8-B67A-4879-9CE7-500A04D7966B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71" creationId="{57F9F495-1F3C-4DD4-AC1D-E14D37BE8203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74" creationId="{2EF38437-F788-4C9B-B142-88BE153E2C45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75" creationId="{C96AFC46-40F8-4B5F-8A6D-54F7E6B47531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77" creationId="{8F8ACA93-C431-4C0D-9FD2-415AE65803DE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78" creationId="{583A9939-C927-4756-A1D6-5A4012DD4E3B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80" creationId="{822D8D4B-6DC4-4038-B169-9CDD465019AF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81" creationId="{460ECCA8-1F39-4F9D-A9A3-63DB60D1EEAC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82" creationId="{6DA7FEF8-A2E4-4A43-A24B-1CB6557BB0F6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83" creationId="{34204C0F-FBCA-4508-A3A3-7EC981DAB019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84" creationId="{A00C3F3D-9C25-4373-8A3B-ADCA07366D4A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85" creationId="{E80EC885-FFAD-4675-9260-2C36DC3643BB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87" creationId="{908A91E5-10F6-45B9-A502-D25001F9D9E2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89" creationId="{BE3AA25D-C2DE-4DE9-A5AB-98FA9B1C7B6A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90" creationId="{EA726169-704D-4EBF-95E0-4F693F274000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92" creationId="{B7B57BFB-4B5D-410C-9D58-77CAFD65D235}"/>
          </ac:cxnSpMkLst>
        </pc:cxnChg>
        <pc:cxnChg chg="mod">
          <ac:chgData name="vidushi dadu" userId="8f6edd75c0a5619a" providerId="LiveId" clId="{4A1D7BB4-DB2B-401C-9583-309F517E6E8F}" dt="2020-10-14T00:06:02.082" v="12258" actId="478"/>
          <ac:cxnSpMkLst>
            <pc:docMk/>
            <pc:sldMk cId="456877968" sldId="1347"/>
            <ac:cxnSpMk id="93" creationId="{0479A056-5A77-4F72-9B99-9DE8736DA07F}"/>
          </ac:cxnSpMkLst>
        </pc:cxnChg>
      </pc:sldChg>
      <pc:sldChg chg="addSp delSp modSp add modAnim">
        <pc:chgData name="vidushi dadu" userId="8f6edd75c0a5619a" providerId="LiveId" clId="{4A1D7BB4-DB2B-401C-9583-309F517E6E8F}" dt="2020-10-16T23:39:20.902" v="18215"/>
        <pc:sldMkLst>
          <pc:docMk/>
          <pc:sldMk cId="1570354844" sldId="1347"/>
        </pc:sldMkLst>
        <pc:spChg chg="mod">
          <ac:chgData name="vidushi dadu" userId="8f6edd75c0a5619a" providerId="LiveId" clId="{4A1D7BB4-DB2B-401C-9583-309F517E6E8F}" dt="2020-10-16T08:18:27.138" v="16331" actId="20577"/>
          <ac:spMkLst>
            <pc:docMk/>
            <pc:sldMk cId="1570354844" sldId="1347"/>
            <ac:spMk id="2" creationId="{C07D2252-1367-493C-B564-C27E238B2BB6}"/>
          </ac:spMkLst>
        </pc:spChg>
        <pc:spChg chg="mod">
          <ac:chgData name="vidushi dadu" userId="8f6edd75c0a5619a" providerId="LiveId" clId="{4A1D7BB4-DB2B-401C-9583-309F517E6E8F}" dt="2020-10-16T23:34:09.007" v="18055" actId="27636"/>
          <ac:spMkLst>
            <pc:docMk/>
            <pc:sldMk cId="1570354844" sldId="1347"/>
            <ac:spMk id="45" creationId="{A1BDBF62-5F8C-4DA5-A57D-E45D36A4E82B}"/>
          </ac:spMkLst>
        </pc:spChg>
        <pc:spChg chg="add mod">
          <ac:chgData name="vidushi dadu" userId="8f6edd75c0a5619a" providerId="LiveId" clId="{4A1D7BB4-DB2B-401C-9583-309F517E6E8F}" dt="2020-10-16T23:39:13.265" v="18211" actId="1038"/>
          <ac:spMkLst>
            <pc:docMk/>
            <pc:sldMk cId="1570354844" sldId="1347"/>
            <ac:spMk id="50" creationId="{89498EC0-DB3F-44D1-ABC9-775F34FC91E5}"/>
          </ac:spMkLst>
        </pc:spChg>
        <pc:spChg chg="add mod">
          <ac:chgData name="vidushi dadu" userId="8f6edd75c0a5619a" providerId="LiveId" clId="{4A1D7BB4-DB2B-401C-9583-309F517E6E8F}" dt="2020-10-16T23:39:13.265" v="18211" actId="1038"/>
          <ac:spMkLst>
            <pc:docMk/>
            <pc:sldMk cId="1570354844" sldId="1347"/>
            <ac:spMk id="51" creationId="{22D33D19-85BB-47B6-8314-F53F7ECAB40A}"/>
          </ac:spMkLst>
        </pc:spChg>
        <pc:spChg chg="mod">
          <ac:chgData name="vidushi dadu" userId="8f6edd75c0a5619a" providerId="LiveId" clId="{4A1D7BB4-DB2B-401C-9583-309F517E6E8F}" dt="2020-10-16T23:30:04.256" v="17794" actId="20577"/>
          <ac:spMkLst>
            <pc:docMk/>
            <pc:sldMk cId="1570354844" sldId="1347"/>
            <ac:spMk id="121" creationId="{18B09EF8-7F41-413A-B414-5334D490910C}"/>
          </ac:spMkLst>
        </pc:spChg>
        <pc:spChg chg="mod">
          <ac:chgData name="vidushi dadu" userId="8f6edd75c0a5619a" providerId="LiveId" clId="{4A1D7BB4-DB2B-401C-9583-309F517E6E8F}" dt="2020-10-16T23:30:01.895" v="17792" actId="20577"/>
          <ac:spMkLst>
            <pc:docMk/>
            <pc:sldMk cId="1570354844" sldId="1347"/>
            <ac:spMk id="136" creationId="{6017875A-B254-49AB-8AF4-B35AD13DEF63}"/>
          </ac:spMkLst>
        </pc:spChg>
        <pc:graphicFrameChg chg="add">
          <ac:chgData name="vidushi dadu" userId="8f6edd75c0a5619a" providerId="LiveId" clId="{4A1D7BB4-DB2B-401C-9583-309F517E6E8F}" dt="2020-10-16T23:39:18.392" v="18213"/>
          <ac:graphicFrameMkLst>
            <pc:docMk/>
            <pc:sldMk cId="1570354844" sldId="1347"/>
            <ac:graphicFrameMk id="52" creationId="{5E70204D-CEBC-4D16-89CE-AF178A1DAEFC}"/>
          </ac:graphicFrameMkLst>
        </pc:graphicFrameChg>
        <pc:graphicFrameChg chg="add">
          <ac:chgData name="vidushi dadu" userId="8f6edd75c0a5619a" providerId="LiveId" clId="{4A1D7BB4-DB2B-401C-9583-309F517E6E8F}" dt="2020-10-16T23:39:20.902" v="18215"/>
          <ac:graphicFrameMkLst>
            <pc:docMk/>
            <pc:sldMk cId="1570354844" sldId="1347"/>
            <ac:graphicFrameMk id="53" creationId="{AB87518F-A124-4DC0-888D-8547DE82115C}"/>
          </ac:graphicFrameMkLst>
        </pc:graphicFrameChg>
        <pc:graphicFrameChg chg="del">
          <ac:chgData name="vidushi dadu" userId="8f6edd75c0a5619a" providerId="LiveId" clId="{4A1D7BB4-DB2B-401C-9583-309F517E6E8F}" dt="2020-10-16T23:39:17.807" v="18212"/>
          <ac:graphicFrameMkLst>
            <pc:docMk/>
            <pc:sldMk cId="1570354844" sldId="1347"/>
            <ac:graphicFrameMk id="140" creationId="{DF4056ED-46A3-46DA-9701-4656B203959F}"/>
          </ac:graphicFrameMkLst>
        </pc:graphicFrameChg>
        <pc:graphicFrameChg chg="del mod">
          <ac:chgData name="vidushi dadu" userId="8f6edd75c0a5619a" providerId="LiveId" clId="{4A1D7BB4-DB2B-401C-9583-309F517E6E8F}" dt="2020-10-16T23:39:20.504" v="18214"/>
          <ac:graphicFrameMkLst>
            <pc:docMk/>
            <pc:sldMk cId="1570354844" sldId="1347"/>
            <ac:graphicFrameMk id="141" creationId="{BED36B17-12A4-4BDE-84E3-7EDCD65888C5}"/>
          </ac:graphicFrameMkLst>
        </pc:graphicFrameChg>
      </pc:sldChg>
      <pc:sldChg chg="modSp">
        <pc:chgData name="vidushi dadu" userId="8f6edd75c0a5619a" providerId="LiveId" clId="{4A1D7BB4-DB2B-401C-9583-309F517E6E8F}" dt="2020-10-17T13:37:57.220" v="18670" actId="27636"/>
        <pc:sldMkLst>
          <pc:docMk/>
          <pc:sldMk cId="628602653" sldId="1348"/>
        </pc:sldMkLst>
        <pc:spChg chg="mod">
          <ac:chgData name="vidushi dadu" userId="8f6edd75c0a5619a" providerId="LiveId" clId="{4A1D7BB4-DB2B-401C-9583-309F517E6E8F}" dt="2020-10-17T13:36:57.655" v="18663"/>
          <ac:spMkLst>
            <pc:docMk/>
            <pc:sldMk cId="628602653" sldId="1348"/>
            <ac:spMk id="2" creationId="{9CB7BDF6-34A0-48EB-9FD5-42BB2F829A6E}"/>
          </ac:spMkLst>
        </pc:spChg>
        <pc:spChg chg="mod">
          <ac:chgData name="vidushi dadu" userId="8f6edd75c0a5619a" providerId="LiveId" clId="{4A1D7BB4-DB2B-401C-9583-309F517E6E8F}" dt="2020-10-17T13:37:57.220" v="18670" actId="27636"/>
          <ac:spMkLst>
            <pc:docMk/>
            <pc:sldMk cId="628602653" sldId="1348"/>
            <ac:spMk id="3" creationId="{0D709E71-26CA-4932-B280-B1ECE993F7CB}"/>
          </ac:spMkLst>
        </pc:spChg>
      </pc:sldChg>
      <pc:sldChg chg="modSp add addCm modCm">
        <pc:chgData name="vidushi dadu" userId="8f6edd75c0a5619a" providerId="LiveId" clId="{4A1D7BB4-DB2B-401C-9583-309F517E6E8F}" dt="2020-10-16T08:46:05.125" v="16784" actId="207"/>
        <pc:sldMkLst>
          <pc:docMk/>
          <pc:sldMk cId="952145874" sldId="1348"/>
        </pc:sldMkLst>
        <pc:spChg chg="mod">
          <ac:chgData name="vidushi dadu" userId="8f6edd75c0a5619a" providerId="LiveId" clId="{4A1D7BB4-DB2B-401C-9583-309F517E6E8F}" dt="2020-10-16T08:46:05.125" v="16784" actId="207"/>
          <ac:spMkLst>
            <pc:docMk/>
            <pc:sldMk cId="952145874" sldId="1348"/>
            <ac:spMk id="3" creationId="{0D709E71-26CA-4932-B280-B1ECE993F7CB}"/>
          </ac:spMkLst>
        </pc:spChg>
      </pc:sldChg>
      <pc:sldChg chg="modSp add del">
        <pc:chgData name="vidushi dadu" userId="8f6edd75c0a5619a" providerId="LiveId" clId="{4A1D7BB4-DB2B-401C-9583-309F517E6E8F}" dt="2020-10-13T23:35:53.964" v="11783" actId="2696"/>
        <pc:sldMkLst>
          <pc:docMk/>
          <pc:sldMk cId="2324599484" sldId="1348"/>
        </pc:sldMkLst>
        <pc:spChg chg="mod">
          <ac:chgData name="vidushi dadu" userId="8f6edd75c0a5619a" providerId="LiveId" clId="{4A1D7BB4-DB2B-401C-9583-309F517E6E8F}" dt="2020-10-12T08:02:56.190" v="9468" actId="113"/>
          <ac:spMkLst>
            <pc:docMk/>
            <pc:sldMk cId="2324599484" sldId="1348"/>
            <ac:spMk id="3" creationId="{0D709E71-26CA-4932-B280-B1ECE993F7CB}"/>
          </ac:spMkLst>
        </pc:spChg>
      </pc:sldChg>
      <pc:sldChg chg="add del">
        <pc:chgData name="vidushi dadu" userId="8f6edd75c0a5619a" providerId="LiveId" clId="{4A1D7BB4-DB2B-401C-9583-309F517E6E8F}" dt="2020-10-13T23:38:24.826" v="12011" actId="2696"/>
        <pc:sldMkLst>
          <pc:docMk/>
          <pc:sldMk cId="4157741059" sldId="1348"/>
        </pc:sldMkLst>
      </pc:sldChg>
      <pc:sldChg chg="modSp add del">
        <pc:chgData name="vidushi dadu" userId="8f6edd75c0a5619a" providerId="LiveId" clId="{4A1D7BB4-DB2B-401C-9583-309F517E6E8F}" dt="2020-10-13T23:34:44.814" v="11600" actId="2696"/>
        <pc:sldMkLst>
          <pc:docMk/>
          <pc:sldMk cId="2121440666" sldId="1349"/>
        </pc:sldMkLst>
        <pc:spChg chg="mod">
          <ac:chgData name="vidushi dadu" userId="8f6edd75c0a5619a" providerId="LiveId" clId="{4A1D7BB4-DB2B-401C-9583-309F517E6E8F}" dt="2020-10-12T08:16:34.128" v="9910" actId="20577"/>
          <ac:spMkLst>
            <pc:docMk/>
            <pc:sldMk cId="2121440666" sldId="1349"/>
            <ac:spMk id="2" creationId="{D8F7B7CB-9FA2-4228-BCB2-133AC3F4F7C4}"/>
          </ac:spMkLst>
        </pc:spChg>
      </pc:sldChg>
      <pc:sldChg chg="delSp modSp add del">
        <pc:chgData name="vidushi dadu" userId="8f6edd75c0a5619a" providerId="LiveId" clId="{4A1D7BB4-DB2B-401C-9583-309F517E6E8F}" dt="2020-10-12T08:23:36.991" v="10070" actId="2696"/>
        <pc:sldMkLst>
          <pc:docMk/>
          <pc:sldMk cId="3980876527" sldId="1350"/>
        </pc:sldMkLst>
        <pc:spChg chg="mod">
          <ac:chgData name="vidushi dadu" userId="8f6edd75c0a5619a" providerId="LiveId" clId="{4A1D7BB4-DB2B-401C-9583-309F517E6E8F}" dt="2020-10-12T08:22:31.309" v="10047" actId="20577"/>
          <ac:spMkLst>
            <pc:docMk/>
            <pc:sldMk cId="3980876527" sldId="1350"/>
            <ac:spMk id="2" creationId="{DD3010D9-BEAA-4B78-96C0-0642AC20D4BB}"/>
          </ac:spMkLst>
        </pc:spChg>
        <pc:spChg chg="del">
          <ac:chgData name="vidushi dadu" userId="8f6edd75c0a5619a" providerId="LiveId" clId="{4A1D7BB4-DB2B-401C-9583-309F517E6E8F}" dt="2020-10-12T08:22:34.494" v="10048" actId="478"/>
          <ac:spMkLst>
            <pc:docMk/>
            <pc:sldMk cId="3980876527" sldId="1350"/>
            <ac:spMk id="3" creationId="{6BE0809B-5100-46B6-813B-F876EF777FFF}"/>
          </ac:spMkLst>
        </pc:spChg>
      </pc:sldChg>
      <pc:sldChg chg="addSp delSp modSp add del">
        <pc:chgData name="vidushi dadu" userId="8f6edd75c0a5619a" providerId="LiveId" clId="{4A1D7BB4-DB2B-401C-9583-309F517E6E8F}" dt="2020-10-16T23:31:41.992" v="17811" actId="2696"/>
        <pc:sldMkLst>
          <pc:docMk/>
          <pc:sldMk cId="1430589835" sldId="1351"/>
        </pc:sldMkLst>
        <pc:spChg chg="mod">
          <ac:chgData name="vidushi dadu" userId="8f6edd75c0a5619a" providerId="LiveId" clId="{4A1D7BB4-DB2B-401C-9583-309F517E6E8F}" dt="2020-10-16T08:18:50.290" v="16338" actId="20577"/>
          <ac:spMkLst>
            <pc:docMk/>
            <pc:sldMk cId="1430589835" sldId="1351"/>
            <ac:spMk id="2" creationId="{C07D2252-1367-493C-B564-C27E238B2BB6}"/>
          </ac:spMkLst>
        </pc:spChg>
        <pc:spChg chg="mod">
          <ac:chgData name="vidushi dadu" userId="8f6edd75c0a5619a" providerId="LiveId" clId="{4A1D7BB4-DB2B-401C-9583-309F517E6E8F}" dt="2020-10-14T21:39:25.798" v="14550" actId="20577"/>
          <ac:spMkLst>
            <pc:docMk/>
            <pc:sldMk cId="1430589835" sldId="1351"/>
            <ac:spMk id="8" creationId="{8190017A-AEA5-4BE9-855C-943A0072EE82}"/>
          </ac:spMkLst>
        </pc:spChg>
        <pc:spChg chg="mod">
          <ac:chgData name="vidushi dadu" userId="8f6edd75c0a5619a" providerId="LiveId" clId="{4A1D7BB4-DB2B-401C-9583-309F517E6E8F}" dt="2020-10-14T21:39:28.996" v="14552" actId="20577"/>
          <ac:spMkLst>
            <pc:docMk/>
            <pc:sldMk cId="1430589835" sldId="1351"/>
            <ac:spMk id="16" creationId="{18178DB6-E280-434A-9D4C-8734CBEE546B}"/>
          </ac:spMkLst>
        </pc:spChg>
        <pc:spChg chg="mod">
          <ac:chgData name="vidushi dadu" userId="8f6edd75c0a5619a" providerId="LiveId" clId="{4A1D7BB4-DB2B-401C-9583-309F517E6E8F}" dt="2020-10-14T21:39:32.886" v="14554" actId="20577"/>
          <ac:spMkLst>
            <pc:docMk/>
            <pc:sldMk cId="1430589835" sldId="1351"/>
            <ac:spMk id="18" creationId="{B5246B61-E4F7-464E-9E2A-74EC0A0399D4}"/>
          </ac:spMkLst>
        </pc:spChg>
        <pc:spChg chg="mod">
          <ac:chgData name="vidushi dadu" userId="8f6edd75c0a5619a" providerId="LiveId" clId="{4A1D7BB4-DB2B-401C-9583-309F517E6E8F}" dt="2020-10-14T21:39:35.891" v="14556" actId="20577"/>
          <ac:spMkLst>
            <pc:docMk/>
            <pc:sldMk cId="1430589835" sldId="1351"/>
            <ac:spMk id="21" creationId="{321C9AD4-CF40-4147-93D3-DD7692126B22}"/>
          </ac:spMkLst>
        </pc:spChg>
        <pc:spChg chg="mod">
          <ac:chgData name="vidushi dadu" userId="8f6edd75c0a5619a" providerId="LiveId" clId="{4A1D7BB4-DB2B-401C-9583-309F517E6E8F}" dt="2020-10-14T21:39:21.706" v="14548" actId="20577"/>
          <ac:spMkLst>
            <pc:docMk/>
            <pc:sldMk cId="1430589835" sldId="1351"/>
            <ac:spMk id="23" creationId="{89EC98CF-A5C4-45B5-898B-AF8336C700AD}"/>
          </ac:spMkLst>
        </pc:spChg>
        <pc:spChg chg="mod">
          <ac:chgData name="vidushi dadu" userId="8f6edd75c0a5619a" providerId="LiveId" clId="{4A1D7BB4-DB2B-401C-9583-309F517E6E8F}" dt="2020-10-14T21:39:18.346" v="14546" actId="20577"/>
          <ac:spMkLst>
            <pc:docMk/>
            <pc:sldMk cId="1430589835" sldId="1351"/>
            <ac:spMk id="25" creationId="{5CBB6FA9-17EF-4658-A874-4088B13D2FA2}"/>
          </ac:spMkLst>
        </pc:spChg>
        <pc:spChg chg="del">
          <ac:chgData name="vidushi dadu" userId="8f6edd75c0a5619a" providerId="LiveId" clId="{4A1D7BB4-DB2B-401C-9583-309F517E6E8F}" dt="2020-10-16T23:30:55.869" v="17801" actId="478"/>
          <ac:spMkLst>
            <pc:docMk/>
            <pc:sldMk cId="1430589835" sldId="1351"/>
            <ac:spMk id="43" creationId="{AF663B34-6503-4138-B260-88FF09A193E5}"/>
          </ac:spMkLst>
        </pc:spChg>
        <pc:spChg chg="mod">
          <ac:chgData name="vidushi dadu" userId="8f6edd75c0a5619a" providerId="LiveId" clId="{4A1D7BB4-DB2B-401C-9583-309F517E6E8F}" dt="2020-10-17T02:21:33.621" v="17051" actId="20577"/>
          <ac:spMkLst>
            <pc:docMk/>
            <pc:sldMk cId="1430589835" sldId="1351"/>
            <ac:spMk id="45" creationId="{A1BDBF62-5F8C-4DA5-A57D-E45D36A4E82B}"/>
          </ac:spMkLst>
        </pc:spChg>
        <pc:spChg chg="add mod">
          <ac:chgData name="vidushi dadu" userId="8f6edd75c0a5619a" providerId="LiveId" clId="{4A1D7BB4-DB2B-401C-9583-309F517E6E8F}" dt="2020-10-16T23:31:16.715" v="17807" actId="14100"/>
          <ac:spMkLst>
            <pc:docMk/>
            <pc:sldMk cId="1430589835" sldId="1351"/>
            <ac:spMk id="46" creationId="{F63A294D-DB6A-4549-AC91-4BD29C81E583}"/>
          </ac:spMkLst>
        </pc:spChg>
        <pc:spChg chg="del">
          <ac:chgData name="vidushi dadu" userId="8f6edd75c0a5619a" providerId="LiveId" clId="{4A1D7BB4-DB2B-401C-9583-309F517E6E8F}" dt="2020-10-16T23:30:52.362" v="17800" actId="478"/>
          <ac:spMkLst>
            <pc:docMk/>
            <pc:sldMk cId="1430589835" sldId="1351"/>
            <ac:spMk id="47" creationId="{ADAAD749-3AC5-47EA-B632-ADF91F2D1C84}"/>
          </ac:spMkLst>
        </pc:spChg>
        <pc:spChg chg="add mod">
          <ac:chgData name="vidushi dadu" userId="8f6edd75c0a5619a" providerId="LiveId" clId="{4A1D7BB4-DB2B-401C-9583-309F517E6E8F}" dt="2020-10-16T23:31:13.763" v="17806" actId="14100"/>
          <ac:spMkLst>
            <pc:docMk/>
            <pc:sldMk cId="1430589835" sldId="1351"/>
            <ac:spMk id="48" creationId="{5BD35404-F6B6-488D-B1F9-9D49FE404C77}"/>
          </ac:spMkLst>
        </pc:spChg>
        <pc:spChg chg="add mod">
          <ac:chgData name="vidushi dadu" userId="8f6edd75c0a5619a" providerId="LiveId" clId="{4A1D7BB4-DB2B-401C-9583-309F517E6E8F}" dt="2020-10-16T23:31:22.914" v="17808" actId="1076"/>
          <ac:spMkLst>
            <pc:docMk/>
            <pc:sldMk cId="1430589835" sldId="1351"/>
            <ac:spMk id="49" creationId="{A9565865-578A-44DC-9EA9-F8A1C8A60B6D}"/>
          </ac:spMkLst>
        </pc:spChg>
        <pc:spChg chg="mod">
          <ac:chgData name="vidushi dadu" userId="8f6edd75c0a5619a" providerId="LiveId" clId="{4A1D7BB4-DB2B-401C-9583-309F517E6E8F}" dt="2020-10-16T23:31:30.024" v="17809" actId="20577"/>
          <ac:spMkLst>
            <pc:docMk/>
            <pc:sldMk cId="1430589835" sldId="1351"/>
            <ac:spMk id="52" creationId="{7EC98188-37A2-4BC1-800A-75A863F9D4B4}"/>
          </ac:spMkLst>
        </pc:spChg>
        <pc:spChg chg="del">
          <ac:chgData name="vidushi dadu" userId="8f6edd75c0a5619a" providerId="LiveId" clId="{4A1D7BB4-DB2B-401C-9583-309F517E6E8F}" dt="2020-10-16T23:30:52.362" v="17800" actId="478"/>
          <ac:spMkLst>
            <pc:docMk/>
            <pc:sldMk cId="1430589835" sldId="1351"/>
            <ac:spMk id="68" creationId="{486A7700-E76C-463F-B432-FB05214B348B}"/>
          </ac:spMkLst>
        </pc:spChg>
        <pc:spChg chg="del">
          <ac:chgData name="vidushi dadu" userId="8f6edd75c0a5619a" providerId="LiveId" clId="{4A1D7BB4-DB2B-401C-9583-309F517E6E8F}" dt="2020-10-16T23:30:52.362" v="17800" actId="478"/>
          <ac:spMkLst>
            <pc:docMk/>
            <pc:sldMk cId="1430589835" sldId="1351"/>
            <ac:spMk id="69" creationId="{2FB02898-BF64-40A8-A030-9A509F6463E3}"/>
          </ac:spMkLst>
        </pc:spChg>
        <pc:spChg chg="mod">
          <ac:chgData name="vidushi dadu" userId="8f6edd75c0a5619a" providerId="LiveId" clId="{4A1D7BB4-DB2B-401C-9583-309F517E6E8F}" dt="2020-10-16T23:31:34.276" v="17810" actId="14100"/>
          <ac:spMkLst>
            <pc:docMk/>
            <pc:sldMk cId="1430589835" sldId="1351"/>
            <ac:spMk id="75" creationId="{3626E548-156C-4B30-91DF-D4B7C721D1F0}"/>
          </ac:spMkLst>
        </pc:spChg>
        <pc:grpChg chg="del mod">
          <ac:chgData name="vidushi dadu" userId="8f6edd75c0a5619a" providerId="LiveId" clId="{4A1D7BB4-DB2B-401C-9583-309F517E6E8F}" dt="2020-10-16T23:30:48.511" v="17799" actId="478"/>
          <ac:grpSpMkLst>
            <pc:docMk/>
            <pc:sldMk cId="1430589835" sldId="1351"/>
            <ac:grpSpMk id="5" creationId="{3E22566E-80D5-4B1B-BCEB-34D1572B8E35}"/>
          </ac:grpSpMkLst>
        </pc:grpChg>
        <pc:grpChg chg="add mod">
          <ac:chgData name="vidushi dadu" userId="8f6edd75c0a5619a" providerId="LiveId" clId="{4A1D7BB4-DB2B-401C-9583-309F517E6E8F}" dt="2020-10-16T23:31:09.706" v="17805" actId="1076"/>
          <ac:grpSpMkLst>
            <pc:docMk/>
            <pc:sldMk cId="1430589835" sldId="1351"/>
            <ac:grpSpMk id="51" creationId="{3FFC5A20-DBF8-4B9C-8A8A-2AD77B06F46A}"/>
          </ac:grpSpMkLst>
        </pc:grpChg>
        <pc:graphicFrameChg chg="add del">
          <ac:chgData name="vidushi dadu" userId="8f6edd75c0a5619a" providerId="LiveId" clId="{4A1D7BB4-DB2B-401C-9583-309F517E6E8F}" dt="2020-10-14T00:09:18.565" v="12314" actId="478"/>
          <ac:graphicFrameMkLst>
            <pc:docMk/>
            <pc:sldMk cId="1430589835" sldId="1351"/>
            <ac:graphicFrameMk id="3" creationId="{CA4D4ABB-51C4-40EF-9394-26FC849082D7}"/>
          </ac:graphicFrameMkLst>
        </pc:graphicFrameChg>
        <pc:graphicFrameChg chg="del">
          <ac:chgData name="vidushi dadu" userId="8f6edd75c0a5619a" providerId="LiveId" clId="{4A1D7BB4-DB2B-401C-9583-309F517E6E8F}" dt="2020-10-12T08:26:26.230" v="10136" actId="478"/>
          <ac:graphicFrameMkLst>
            <pc:docMk/>
            <pc:sldMk cId="1430589835" sldId="1351"/>
            <ac:graphicFrameMk id="42" creationId="{D58D661A-7F7E-466D-A125-BF5F1DCA91C1}"/>
          </ac:graphicFrameMkLst>
        </pc:graphicFrameChg>
        <pc:graphicFrameChg chg="del">
          <ac:chgData name="vidushi dadu" userId="8f6edd75c0a5619a" providerId="LiveId" clId="{4A1D7BB4-DB2B-401C-9583-309F517E6E8F}" dt="2020-10-12T08:26:26.230" v="10136" actId="478"/>
          <ac:graphicFrameMkLst>
            <pc:docMk/>
            <pc:sldMk cId="1430589835" sldId="1351"/>
            <ac:graphicFrameMk id="70" creationId="{C8115365-8BAF-44E2-8E6E-D8E04D78371E}"/>
          </ac:graphicFrameMkLst>
        </pc:graphicFrame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9" creationId="{D1BFEF63-2CF2-4E1C-96AB-66DB99F0BA06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10" creationId="{881BBCD1-EDEC-4D47-BF3B-B17FB6115C5F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11" creationId="{D2E8AC53-60A2-423A-AE26-45D633648CA4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12" creationId="{78254B67-21D5-40FF-BA70-6F6EDE9358C8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13" creationId="{78EE2D93-A4AD-45AA-832D-E6DDB2FB214E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14" creationId="{2630B95E-0F73-4AFD-9B3C-7DA49BA723E8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15" creationId="{FC16F367-612E-471A-B5A8-244D7D40CF9B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19" creationId="{371789EA-9653-4C06-9843-9365D953A977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20" creationId="{93090F45-A1AF-4089-A1A4-AB4452A9DEE2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22" creationId="{51E6C3EB-9B18-4363-AE67-565AAAFA948B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24" creationId="{99B76F36-ED3B-4247-A67C-1C946AC9994E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27" creationId="{EBAFD504-D791-4854-9FDB-E1C16E934E4F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30" creationId="{D2DA7094-11E9-4B3A-A6AD-E5D79A4DCB7E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31" creationId="{B3B73AB1-BBCA-485C-A584-261DFC50A6B5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33" creationId="{A076C0F7-B2CC-428E-A89B-DFB73C18A148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34" creationId="{B7053708-1840-438B-9127-BC40AB82101F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35" creationId="{A4748DC1-FB6B-4E56-8FDB-C8DBB2761BCB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36" creationId="{2EC6D4C5-D519-4877-976B-328006354B06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37" creationId="{B4C0C121-06D2-4F0D-AD70-837C9CC317BA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38" creationId="{63F5CB62-D58E-48AE-9F64-CEFD7A18A1CC}"/>
          </ac:cxnSpMkLst>
        </pc:cxnChg>
        <pc:cxnChg chg="mod">
          <ac:chgData name="vidushi dadu" userId="8f6edd75c0a5619a" providerId="LiveId" clId="{4A1D7BB4-DB2B-401C-9583-309F517E6E8F}" dt="2020-10-16T23:30:48.511" v="17799" actId="478"/>
          <ac:cxnSpMkLst>
            <pc:docMk/>
            <pc:sldMk cId="1430589835" sldId="1351"/>
            <ac:cxnSpMk id="40" creationId="{3C0E4E28-A9A7-4A4D-B07E-E8DC267F2AA8}"/>
          </ac:cxnSpMkLst>
        </pc:cxnChg>
        <pc:cxnChg chg="del mod">
          <ac:chgData name="vidushi dadu" userId="8f6edd75c0a5619a" providerId="LiveId" clId="{4A1D7BB4-DB2B-401C-9583-309F517E6E8F}" dt="2020-10-16T23:30:52.362" v="17800" actId="478"/>
          <ac:cxnSpMkLst>
            <pc:docMk/>
            <pc:sldMk cId="1430589835" sldId="1351"/>
            <ac:cxnSpMk id="50" creationId="{36D33922-74BE-47B6-AC98-AD848BAC302A}"/>
          </ac:cxnSpMkLst>
        </pc:cxnChg>
        <pc:cxnChg chg="del mod">
          <ac:chgData name="vidushi dadu" userId="8f6edd75c0a5619a" providerId="LiveId" clId="{4A1D7BB4-DB2B-401C-9583-309F517E6E8F}" dt="2020-10-16T23:30:52.362" v="17800" actId="478"/>
          <ac:cxnSpMkLst>
            <pc:docMk/>
            <pc:sldMk cId="1430589835" sldId="1351"/>
            <ac:cxnSpMk id="64" creationId="{05EF69D4-0263-4C4D-B506-A42353387F27}"/>
          </ac:cxnSpMkLst>
        </pc:cxnChg>
        <pc:cxnChg chg="mod">
          <ac:chgData name="vidushi dadu" userId="8f6edd75c0a5619a" providerId="LiveId" clId="{4A1D7BB4-DB2B-401C-9583-309F517E6E8F}" dt="2020-10-16T23:31:34.276" v="17810" actId="14100"/>
          <ac:cxnSpMkLst>
            <pc:docMk/>
            <pc:sldMk cId="1430589835" sldId="1351"/>
            <ac:cxnSpMk id="76" creationId="{8F13F9FE-68DB-4CC9-A422-7CE319724CC0}"/>
          </ac:cxnSpMkLst>
        </pc:cxnChg>
        <pc:cxnChg chg="mod">
          <ac:chgData name="vidushi dadu" userId="8f6edd75c0a5619a" providerId="LiveId" clId="{4A1D7BB4-DB2B-401C-9583-309F517E6E8F}" dt="2020-10-16T23:31:34.276" v="17810" actId="14100"/>
          <ac:cxnSpMkLst>
            <pc:docMk/>
            <pc:sldMk cId="1430589835" sldId="1351"/>
            <ac:cxnSpMk id="83" creationId="{D6746AB1-28A6-45DC-995F-576A645EDF94}"/>
          </ac:cxnSpMkLst>
        </pc:cxnChg>
      </pc:sldChg>
      <pc:sldChg chg="addSp modSp add">
        <pc:chgData name="vidushi dadu" userId="8f6edd75c0a5619a" providerId="LiveId" clId="{4A1D7BB4-DB2B-401C-9583-309F517E6E8F}" dt="2020-10-16T23:40:31.877" v="18365" actId="1076"/>
        <pc:sldMkLst>
          <pc:docMk/>
          <pc:sldMk cId="3635393280" sldId="1351"/>
        </pc:sldMkLst>
        <pc:spChg chg="add mod">
          <ac:chgData name="vidushi dadu" userId="8f6edd75c0a5619a" providerId="LiveId" clId="{4A1D7BB4-DB2B-401C-9583-309F517E6E8F}" dt="2020-10-16T23:40:26.038" v="18364" actId="14100"/>
          <ac:spMkLst>
            <pc:docMk/>
            <pc:sldMk cId="3635393280" sldId="1351"/>
            <ac:spMk id="64" creationId="{33F9B83E-1E73-4E09-A790-FEAD9B2D1CAB}"/>
          </ac:spMkLst>
        </pc:spChg>
        <pc:spChg chg="add mod">
          <ac:chgData name="vidushi dadu" userId="8f6edd75c0a5619a" providerId="LiveId" clId="{4A1D7BB4-DB2B-401C-9583-309F517E6E8F}" dt="2020-10-16T23:40:31.877" v="18365" actId="1076"/>
          <ac:spMkLst>
            <pc:docMk/>
            <pc:sldMk cId="3635393280" sldId="1351"/>
            <ac:spMk id="68" creationId="{A5A92E66-664C-4520-AA6E-5E3FE249F1E5}"/>
          </ac:spMkLst>
        </pc:spChg>
      </pc:sldChg>
      <pc:sldChg chg="add del">
        <pc:chgData name="vidushi dadu" userId="8f6edd75c0a5619a" providerId="LiveId" clId="{4A1D7BB4-DB2B-401C-9583-309F517E6E8F}" dt="2020-10-16T08:31:09.318" v="16755" actId="2696"/>
        <pc:sldMkLst>
          <pc:docMk/>
          <pc:sldMk cId="484251567" sldId="1352"/>
        </pc:sldMkLst>
      </pc:sldChg>
      <pc:sldChg chg="addSp delSp modSp del modTransition">
        <pc:chgData name="vidushi dadu" userId="8f6edd75c0a5619a" providerId="LiveId" clId="{4A1D7BB4-DB2B-401C-9583-309F517E6E8F}" dt="2020-10-16T04:14:57.844" v="14882" actId="2696"/>
        <pc:sldMkLst>
          <pc:docMk/>
          <pc:sldMk cId="2217735891" sldId="1352"/>
        </pc:sldMkLst>
        <pc:spChg chg="mod">
          <ac:chgData name="vidushi dadu" userId="8f6edd75c0a5619a" providerId="LiveId" clId="{4A1D7BB4-DB2B-401C-9583-309F517E6E8F}" dt="2020-10-13T23:47:01.767" v="12143" actId="27636"/>
          <ac:spMkLst>
            <pc:docMk/>
            <pc:sldMk cId="2217735891" sldId="1352"/>
            <ac:spMk id="2" creationId="{54E89B37-D1EA-428F-B07C-3FF53BB18D1B}"/>
          </ac:spMkLst>
        </pc:spChg>
        <pc:spChg chg="mod">
          <ac:chgData name="vidushi dadu" userId="8f6edd75c0a5619a" providerId="LiveId" clId="{4A1D7BB4-DB2B-401C-9583-309F517E6E8F}" dt="2020-10-13T23:46:45.092" v="12138" actId="14100"/>
          <ac:spMkLst>
            <pc:docMk/>
            <pc:sldMk cId="2217735891" sldId="1352"/>
            <ac:spMk id="3" creationId="{F72492D6-141E-44FF-860E-58C7124D084A}"/>
          </ac:spMkLst>
        </pc:spChg>
        <pc:spChg chg="add del mod">
          <ac:chgData name="vidushi dadu" userId="8f6edd75c0a5619a" providerId="LiveId" clId="{4A1D7BB4-DB2B-401C-9583-309F517E6E8F}" dt="2020-10-13T23:46:56.957" v="12141" actId="478"/>
          <ac:spMkLst>
            <pc:docMk/>
            <pc:sldMk cId="2217735891" sldId="1352"/>
            <ac:spMk id="5" creationId="{CD4B16EA-E451-46FA-A5AC-D0536DAADDF1}"/>
          </ac:spMkLst>
        </pc:spChg>
      </pc:sldChg>
      <pc:sldChg chg="add del modTransition">
        <pc:chgData name="vidushi dadu" userId="8f6edd75c0a5619a" providerId="LiveId" clId="{4A1D7BB4-DB2B-401C-9583-309F517E6E8F}" dt="2020-10-17T02:18:16.586" v="16978" actId="2696"/>
        <pc:sldMkLst>
          <pc:docMk/>
          <pc:sldMk cId="413106516" sldId="1353"/>
        </pc:sldMkLst>
      </pc:sldChg>
      <pc:sldChg chg="add del">
        <pc:chgData name="vidushi dadu" userId="8f6edd75c0a5619a" providerId="LiveId" clId="{4A1D7BB4-DB2B-401C-9583-309F517E6E8F}" dt="2020-10-16T08:54:47.885" v="16885" actId="2696"/>
        <pc:sldMkLst>
          <pc:docMk/>
          <pc:sldMk cId="2960890480" sldId="1353"/>
        </pc:sldMkLst>
      </pc:sldChg>
      <pc:sldChg chg="addSp delSp modSp del">
        <pc:chgData name="vidushi dadu" userId="8f6edd75c0a5619a" providerId="LiveId" clId="{4A1D7BB4-DB2B-401C-9583-309F517E6E8F}" dt="2020-10-16T08:53:05.938" v="16869" actId="2696"/>
        <pc:sldMkLst>
          <pc:docMk/>
          <pc:sldMk cId="3852825295" sldId="1353"/>
        </pc:sldMkLst>
        <pc:spChg chg="mod">
          <ac:chgData name="vidushi dadu" userId="8f6edd75c0a5619a" providerId="LiveId" clId="{4A1D7BB4-DB2B-401C-9583-309F517E6E8F}" dt="2020-10-16T08:49:04.164" v="16829" actId="14100"/>
          <ac:spMkLst>
            <pc:docMk/>
            <pc:sldMk cId="3852825295" sldId="1353"/>
            <ac:spMk id="3" creationId="{B3082351-360B-4917-87DD-C8CB28F1ACE5}"/>
          </ac:spMkLst>
        </pc:spChg>
        <pc:spChg chg="add del mod">
          <ac:chgData name="vidushi dadu" userId="8f6edd75c0a5619a" providerId="LiveId" clId="{4A1D7BB4-DB2B-401C-9583-309F517E6E8F}" dt="2020-10-16T08:52:19.969" v="16858" actId="478"/>
          <ac:spMkLst>
            <pc:docMk/>
            <pc:sldMk cId="3852825295" sldId="1353"/>
            <ac:spMk id="5" creationId="{2EDE25AC-66F0-484F-A342-F0B3762C2D53}"/>
          </ac:spMkLst>
        </pc:spChg>
        <pc:spChg chg="add del mod">
          <ac:chgData name="vidushi dadu" userId="8f6edd75c0a5619a" providerId="LiveId" clId="{4A1D7BB4-DB2B-401C-9583-309F517E6E8F}" dt="2020-10-16T08:51:08.499" v="16848" actId="478"/>
          <ac:spMkLst>
            <pc:docMk/>
            <pc:sldMk cId="3852825295" sldId="1353"/>
            <ac:spMk id="6" creationId="{12C6DA64-212C-4C99-91BB-6CE8096A34C0}"/>
          </ac:spMkLst>
        </pc:spChg>
        <pc:spChg chg="add del mod">
          <ac:chgData name="vidushi dadu" userId="8f6edd75c0a5619a" providerId="LiveId" clId="{4A1D7BB4-DB2B-401C-9583-309F517E6E8F}" dt="2020-10-16T08:52:18.018" v="16857" actId="478"/>
          <ac:spMkLst>
            <pc:docMk/>
            <pc:sldMk cId="3852825295" sldId="1353"/>
            <ac:spMk id="7" creationId="{CB0B3841-52D4-4FBB-A2C4-A796B884E1B9}"/>
          </ac:spMkLst>
        </pc:spChg>
      </pc:sldChg>
      <pc:sldChg chg="addSp modSp del">
        <pc:chgData name="vidushi dadu" userId="8f6edd75c0a5619a" providerId="LiveId" clId="{4A1D7BB4-DB2B-401C-9583-309F517E6E8F}" dt="2020-10-16T08:54:47.911" v="16886" actId="2696"/>
        <pc:sldMkLst>
          <pc:docMk/>
          <pc:sldMk cId="243354173" sldId="1354"/>
        </pc:sldMkLst>
        <pc:spChg chg="mod">
          <ac:chgData name="vidushi dadu" userId="8f6edd75c0a5619a" providerId="LiveId" clId="{4A1D7BB4-DB2B-401C-9583-309F517E6E8F}" dt="2020-10-16T08:49:14.950" v="16831" actId="14100"/>
          <ac:spMkLst>
            <pc:docMk/>
            <pc:sldMk cId="243354173" sldId="1354"/>
            <ac:spMk id="3" creationId="{B3082351-360B-4917-87DD-C8CB28F1ACE5}"/>
          </ac:spMkLst>
        </pc:spChg>
        <pc:spChg chg="add mod">
          <ac:chgData name="vidushi dadu" userId="8f6edd75c0a5619a" providerId="LiveId" clId="{4A1D7BB4-DB2B-401C-9583-309F517E6E8F}" dt="2020-10-14T00:22:43.480" v="12681" actId="20577"/>
          <ac:spMkLst>
            <pc:docMk/>
            <pc:sldMk cId="243354173" sldId="1354"/>
            <ac:spMk id="5" creationId="{EA01B5B2-F7D0-4382-9FCA-EC23A014A59D}"/>
          </ac:spMkLst>
        </pc:spChg>
      </pc:sldChg>
      <pc:sldChg chg="add del modTransition">
        <pc:chgData name="vidushi dadu" userId="8f6edd75c0a5619a" providerId="LiveId" clId="{4A1D7BB4-DB2B-401C-9583-309F517E6E8F}" dt="2020-10-17T02:18:16.599" v="16979" actId="2696"/>
        <pc:sldMkLst>
          <pc:docMk/>
          <pc:sldMk cId="355901833" sldId="1354"/>
        </pc:sldMkLst>
      </pc:sldChg>
      <pc:sldChg chg="addSp modSp del modTransition">
        <pc:chgData name="vidushi dadu" userId="8f6edd75c0a5619a" providerId="LiveId" clId="{4A1D7BB4-DB2B-401C-9583-309F517E6E8F}" dt="2020-10-16T04:15:05.386" v="14885" actId="2696"/>
        <pc:sldMkLst>
          <pc:docMk/>
          <pc:sldMk cId="1763570678" sldId="1355"/>
        </pc:sldMkLst>
        <pc:spChg chg="mod">
          <ac:chgData name="vidushi dadu" userId="8f6edd75c0a5619a" providerId="LiveId" clId="{4A1D7BB4-DB2B-401C-9583-309F517E6E8F}" dt="2020-10-14T00:21:48.209" v="12605" actId="207"/>
          <ac:spMkLst>
            <pc:docMk/>
            <pc:sldMk cId="1763570678" sldId="1355"/>
            <ac:spMk id="3" creationId="{B3082351-360B-4917-87DD-C8CB28F1ACE5}"/>
          </ac:spMkLst>
        </pc:spChg>
        <pc:spChg chg="add mod">
          <ac:chgData name="vidushi dadu" userId="8f6edd75c0a5619a" providerId="LiveId" clId="{4A1D7BB4-DB2B-401C-9583-309F517E6E8F}" dt="2020-10-14T00:23:02.570" v="12731" actId="20577"/>
          <ac:spMkLst>
            <pc:docMk/>
            <pc:sldMk cId="1763570678" sldId="1355"/>
            <ac:spMk id="5" creationId="{9495068E-A7E2-4756-9675-C795261CA95B}"/>
          </ac:spMkLst>
        </pc:spChg>
      </pc:sldChg>
      <pc:sldChg chg="add del">
        <pc:chgData name="vidushi dadu" userId="8f6edd75c0a5619a" providerId="LiveId" clId="{4A1D7BB4-DB2B-401C-9583-309F517E6E8F}" dt="2020-10-16T08:31:09.354" v="16756" actId="2696"/>
        <pc:sldMkLst>
          <pc:docMk/>
          <pc:sldMk cId="2325841197" sldId="1355"/>
        </pc:sldMkLst>
      </pc:sldChg>
      <pc:sldChg chg="add del">
        <pc:chgData name="vidushi dadu" userId="8f6edd75c0a5619a" providerId="LiveId" clId="{4A1D7BB4-DB2B-401C-9583-309F517E6E8F}" dt="2020-10-14T00:25:47.799" v="12924" actId="2696"/>
        <pc:sldMkLst>
          <pc:docMk/>
          <pc:sldMk cId="473751932" sldId="1356"/>
        </pc:sldMkLst>
      </pc:sldChg>
      <pc:sldChg chg="del">
        <pc:chgData name="vidushi dadu" userId="8f6edd75c0a5619a" providerId="LiveId" clId="{4A1D7BB4-DB2B-401C-9583-309F517E6E8F}" dt="2020-10-14T00:25:20.390" v="12906" actId="2696"/>
        <pc:sldMkLst>
          <pc:docMk/>
          <pc:sldMk cId="701335247" sldId="1356"/>
        </pc:sldMkLst>
      </pc:sldChg>
      <pc:sldChg chg="addSp modSp del">
        <pc:chgData name="vidushi dadu" userId="8f6edd75c0a5619a" providerId="LiveId" clId="{4A1D7BB4-DB2B-401C-9583-309F517E6E8F}" dt="2020-10-16T08:54:47.932" v="16887" actId="2696"/>
        <pc:sldMkLst>
          <pc:docMk/>
          <pc:sldMk cId="1332525243" sldId="1357"/>
        </pc:sldMkLst>
        <pc:spChg chg="mod">
          <ac:chgData name="vidushi dadu" userId="8f6edd75c0a5619a" providerId="LiveId" clId="{4A1D7BB4-DB2B-401C-9583-309F517E6E8F}" dt="2020-10-16T08:49:25.595" v="16833" actId="14100"/>
          <ac:spMkLst>
            <pc:docMk/>
            <pc:sldMk cId="1332525243" sldId="1357"/>
            <ac:spMk id="3" creationId="{B3082351-360B-4917-87DD-C8CB28F1ACE5}"/>
          </ac:spMkLst>
        </pc:spChg>
        <pc:spChg chg="add mod">
          <ac:chgData name="vidushi dadu" userId="8f6edd75c0a5619a" providerId="LiveId" clId="{4A1D7BB4-DB2B-401C-9583-309F517E6E8F}" dt="2020-10-14T00:23:59.127" v="12824" actId="20577"/>
          <ac:spMkLst>
            <pc:docMk/>
            <pc:sldMk cId="1332525243" sldId="1357"/>
            <ac:spMk id="5" creationId="{C018A1A6-1D93-4104-B80D-6745A5A47DCE}"/>
          </ac:spMkLst>
        </pc:spChg>
      </pc:sldChg>
      <pc:sldChg chg="add del modTransition">
        <pc:chgData name="vidushi dadu" userId="8f6edd75c0a5619a" providerId="LiveId" clId="{4A1D7BB4-DB2B-401C-9583-309F517E6E8F}" dt="2020-10-17T02:18:16.616" v="16980" actId="2696"/>
        <pc:sldMkLst>
          <pc:docMk/>
          <pc:sldMk cId="1640477982" sldId="1357"/>
        </pc:sldMkLst>
      </pc:sldChg>
      <pc:sldChg chg="del">
        <pc:chgData name="vidushi dadu" userId="8f6edd75c0a5619a" providerId="LiveId" clId="{4A1D7BB4-DB2B-401C-9583-309F517E6E8F}" dt="2020-10-14T00:26:07.372" v="12925" actId="2696"/>
        <pc:sldMkLst>
          <pc:docMk/>
          <pc:sldMk cId="1231490986" sldId="1358"/>
        </pc:sldMkLst>
      </pc:sldChg>
      <pc:sldChg chg="add del modTransition">
        <pc:chgData name="vidushi dadu" userId="8f6edd75c0a5619a" providerId="LiveId" clId="{4A1D7BB4-DB2B-401C-9583-309F517E6E8F}" dt="2020-10-17T02:18:16.716" v="16981" actId="2696"/>
        <pc:sldMkLst>
          <pc:docMk/>
          <pc:sldMk cId="683848871" sldId="1359"/>
        </pc:sldMkLst>
      </pc:sldChg>
      <pc:sldChg chg="addSp modSp del">
        <pc:chgData name="vidushi dadu" userId="8f6edd75c0a5619a" providerId="LiveId" clId="{4A1D7BB4-DB2B-401C-9583-309F517E6E8F}" dt="2020-10-16T08:54:47.952" v="16888" actId="2696"/>
        <pc:sldMkLst>
          <pc:docMk/>
          <pc:sldMk cId="3810232303" sldId="1359"/>
        </pc:sldMkLst>
        <pc:spChg chg="mod">
          <ac:chgData name="vidushi dadu" userId="8f6edd75c0a5619a" providerId="LiveId" clId="{4A1D7BB4-DB2B-401C-9583-309F517E6E8F}" dt="2020-10-14T21:41:23.790" v="14573" actId="27636"/>
          <ac:spMkLst>
            <pc:docMk/>
            <pc:sldMk cId="3810232303" sldId="1359"/>
            <ac:spMk id="2" creationId="{782D8689-E471-42A5-A3E8-1674A4584E36}"/>
          </ac:spMkLst>
        </pc:spChg>
        <pc:spChg chg="mod">
          <ac:chgData name="vidushi dadu" userId="8f6edd75c0a5619a" providerId="LiveId" clId="{4A1D7BB4-DB2B-401C-9583-309F517E6E8F}" dt="2020-10-16T08:49:59.930" v="16839" actId="14100"/>
          <ac:spMkLst>
            <pc:docMk/>
            <pc:sldMk cId="3810232303" sldId="1359"/>
            <ac:spMk id="3" creationId="{2AB4C38C-3447-492B-A8E3-0AE6B963AE35}"/>
          </ac:spMkLst>
        </pc:spChg>
        <pc:spChg chg="add mod">
          <ac:chgData name="vidushi dadu" userId="8f6edd75c0a5619a" providerId="LiveId" clId="{4A1D7BB4-DB2B-401C-9583-309F517E6E8F}" dt="2020-10-14T00:25:04.541" v="12904" actId="20577"/>
          <ac:spMkLst>
            <pc:docMk/>
            <pc:sldMk cId="3810232303" sldId="1359"/>
            <ac:spMk id="5" creationId="{6D56C60C-30B6-4108-AD46-A7893EBD9FDB}"/>
          </ac:spMkLst>
        </pc:spChg>
      </pc:sldChg>
      <pc:sldChg chg="modSp modAnim">
        <pc:chgData name="vidushi dadu" userId="8f6edd75c0a5619a" providerId="LiveId" clId="{4A1D7BB4-DB2B-401C-9583-309F517E6E8F}" dt="2020-10-17T02:22:16.483" v="17058" actId="113"/>
        <pc:sldMkLst>
          <pc:docMk/>
          <pc:sldMk cId="661849036" sldId="1360"/>
        </pc:sldMkLst>
        <pc:spChg chg="mod">
          <ac:chgData name="vidushi dadu" userId="8f6edd75c0a5619a" providerId="LiveId" clId="{4A1D7BB4-DB2B-401C-9583-309F517E6E8F}" dt="2020-10-14T00:15:35.840" v="12427" actId="20577"/>
          <ac:spMkLst>
            <pc:docMk/>
            <pc:sldMk cId="661849036" sldId="1360"/>
            <ac:spMk id="2" creationId="{6F792D48-801C-4CC7-B930-70EBBD6E69B9}"/>
          </ac:spMkLst>
        </pc:spChg>
        <pc:spChg chg="mod">
          <ac:chgData name="vidushi dadu" userId="8f6edd75c0a5619a" providerId="LiveId" clId="{4A1D7BB4-DB2B-401C-9583-309F517E6E8F}" dt="2020-10-17T02:22:16.483" v="17058" actId="113"/>
          <ac:spMkLst>
            <pc:docMk/>
            <pc:sldMk cId="661849036" sldId="1360"/>
            <ac:spMk id="3" creationId="{DBAF3387-007D-4CEC-9F8F-2C15DC5193D5}"/>
          </ac:spMkLst>
        </pc:spChg>
      </pc:sldChg>
      <pc:sldChg chg="addSp delSp modSp add delAnim modAnim">
        <pc:chgData name="vidushi dadu" userId="8f6edd75c0a5619a" providerId="LiveId" clId="{4A1D7BB4-DB2B-401C-9583-309F517E6E8F}" dt="2020-10-17T02:19:09.907" v="16985"/>
        <pc:sldMkLst>
          <pc:docMk/>
          <pc:sldMk cId="1275277448" sldId="1361"/>
        </pc:sldMkLst>
        <pc:spChg chg="mod">
          <ac:chgData name="vidushi dadu" userId="8f6edd75c0a5619a" providerId="LiveId" clId="{4A1D7BB4-DB2B-401C-9583-309F517E6E8F}" dt="2020-10-16T08:12:22.888" v="15995" actId="20577"/>
          <ac:spMkLst>
            <pc:docMk/>
            <pc:sldMk cId="1275277448" sldId="1361"/>
            <ac:spMk id="2" creationId="{C15408CF-6CDB-46D1-8F2D-8F50CACD8BEA}"/>
          </ac:spMkLst>
        </pc:spChg>
        <pc:spChg chg="del mod topLvl">
          <ac:chgData name="vidushi dadu" userId="8f6edd75c0a5619a" providerId="LiveId" clId="{4A1D7BB4-DB2B-401C-9583-309F517E6E8F}" dt="2020-10-16T07:54:18.938" v="15647" actId="478"/>
          <ac:spMkLst>
            <pc:docMk/>
            <pc:sldMk cId="1275277448" sldId="1361"/>
            <ac:spMk id="4" creationId="{85CA49AC-3839-4918-B343-6FF8283B3A0E}"/>
          </ac:spMkLst>
        </pc:spChg>
        <pc:spChg chg="mod">
          <ac:chgData name="vidushi dadu" userId="8f6edd75c0a5619a" providerId="LiveId" clId="{4A1D7BB4-DB2B-401C-9583-309F517E6E8F}" dt="2020-10-16T07:57:48.481" v="15679" actId="14100"/>
          <ac:spMkLst>
            <pc:docMk/>
            <pc:sldMk cId="1275277448" sldId="1361"/>
            <ac:spMk id="13" creationId="{4BCB8E5B-33DF-4631-9A7F-C5F58584A6FC}"/>
          </ac:spMkLst>
        </pc:spChg>
        <pc:spChg chg="del mod topLvl">
          <ac:chgData name="vidushi dadu" userId="8f6edd75c0a5619a" providerId="LiveId" clId="{4A1D7BB4-DB2B-401C-9583-309F517E6E8F}" dt="2020-10-16T07:54:18.938" v="15647" actId="478"/>
          <ac:spMkLst>
            <pc:docMk/>
            <pc:sldMk cId="1275277448" sldId="1361"/>
            <ac:spMk id="22" creationId="{B32EF6F4-4F60-4C34-A6E7-F066BAFAC1EA}"/>
          </ac:spMkLst>
        </pc:spChg>
        <pc:spChg chg="del mod topLvl">
          <ac:chgData name="vidushi dadu" userId="8f6edd75c0a5619a" providerId="LiveId" clId="{4A1D7BB4-DB2B-401C-9583-309F517E6E8F}" dt="2020-10-16T07:54:18.938" v="15647" actId="478"/>
          <ac:spMkLst>
            <pc:docMk/>
            <pc:sldMk cId="1275277448" sldId="1361"/>
            <ac:spMk id="28" creationId="{F505003E-20FB-4630-88B1-90C6227D6C40}"/>
          </ac:spMkLst>
        </pc:spChg>
        <pc:spChg chg="del mod topLvl">
          <ac:chgData name="vidushi dadu" userId="8f6edd75c0a5619a" providerId="LiveId" clId="{4A1D7BB4-DB2B-401C-9583-309F517E6E8F}" dt="2020-10-16T07:54:18.938" v="15647" actId="478"/>
          <ac:spMkLst>
            <pc:docMk/>
            <pc:sldMk cId="1275277448" sldId="1361"/>
            <ac:spMk id="29" creationId="{2C17D724-69DA-46E5-A25A-A2619F83E09E}"/>
          </ac:spMkLst>
        </pc:spChg>
        <pc:spChg chg="del mod topLvl">
          <ac:chgData name="vidushi dadu" userId="8f6edd75c0a5619a" providerId="LiveId" clId="{4A1D7BB4-DB2B-401C-9583-309F517E6E8F}" dt="2020-10-16T07:54:18.938" v="15647" actId="478"/>
          <ac:spMkLst>
            <pc:docMk/>
            <pc:sldMk cId="1275277448" sldId="1361"/>
            <ac:spMk id="35" creationId="{186C2105-5A1A-4F46-90AF-33B76DEFA657}"/>
          </ac:spMkLst>
        </pc:spChg>
        <pc:spChg chg="del mod topLvl">
          <ac:chgData name="vidushi dadu" userId="8f6edd75c0a5619a" providerId="LiveId" clId="{4A1D7BB4-DB2B-401C-9583-309F517E6E8F}" dt="2020-10-16T07:54:18.938" v="15647" actId="478"/>
          <ac:spMkLst>
            <pc:docMk/>
            <pc:sldMk cId="1275277448" sldId="1361"/>
            <ac:spMk id="52" creationId="{F893A1DA-67FC-42EC-87CF-F22ED4638170}"/>
          </ac:spMkLst>
        </pc:spChg>
        <pc:spChg chg="del mod topLvl">
          <ac:chgData name="vidushi dadu" userId="8f6edd75c0a5619a" providerId="LiveId" clId="{4A1D7BB4-DB2B-401C-9583-309F517E6E8F}" dt="2020-10-16T07:54:18.938" v="15647" actId="478"/>
          <ac:spMkLst>
            <pc:docMk/>
            <pc:sldMk cId="1275277448" sldId="1361"/>
            <ac:spMk id="53" creationId="{C1C38FD9-F09E-45E9-A6E0-4E74A47BB821}"/>
          </ac:spMkLst>
        </pc:spChg>
        <pc:spChg chg="del mod topLvl">
          <ac:chgData name="vidushi dadu" userId="8f6edd75c0a5619a" providerId="LiveId" clId="{4A1D7BB4-DB2B-401C-9583-309F517E6E8F}" dt="2020-10-16T07:54:18.938" v="15647" actId="478"/>
          <ac:spMkLst>
            <pc:docMk/>
            <pc:sldMk cId="1275277448" sldId="1361"/>
            <ac:spMk id="54" creationId="{AA5B5709-396C-4CE7-B231-15536A468853}"/>
          </ac:spMkLst>
        </pc:spChg>
        <pc:spChg chg="del mod topLvl">
          <ac:chgData name="vidushi dadu" userId="8f6edd75c0a5619a" providerId="LiveId" clId="{4A1D7BB4-DB2B-401C-9583-309F517E6E8F}" dt="2020-10-16T07:54:18.938" v="15647" actId="478"/>
          <ac:spMkLst>
            <pc:docMk/>
            <pc:sldMk cId="1275277448" sldId="1361"/>
            <ac:spMk id="55" creationId="{430FB313-9E83-4BFB-B0F4-F61A2063154D}"/>
          </ac:spMkLst>
        </pc:spChg>
        <pc:spChg chg="del mod topLvl">
          <ac:chgData name="vidushi dadu" userId="8f6edd75c0a5619a" providerId="LiveId" clId="{4A1D7BB4-DB2B-401C-9583-309F517E6E8F}" dt="2020-10-16T07:54:18.938" v="15647" actId="478"/>
          <ac:spMkLst>
            <pc:docMk/>
            <pc:sldMk cId="1275277448" sldId="1361"/>
            <ac:spMk id="56" creationId="{D376D316-B7F7-4B39-9A26-D559F51CF025}"/>
          </ac:spMkLst>
        </pc:spChg>
        <pc:spChg chg="del mod topLvl">
          <ac:chgData name="vidushi dadu" userId="8f6edd75c0a5619a" providerId="LiveId" clId="{4A1D7BB4-DB2B-401C-9583-309F517E6E8F}" dt="2020-10-16T07:54:18.938" v="15647" actId="478"/>
          <ac:spMkLst>
            <pc:docMk/>
            <pc:sldMk cId="1275277448" sldId="1361"/>
            <ac:spMk id="59" creationId="{2633C078-B93A-4FA0-BE41-14FAD21E62C4}"/>
          </ac:spMkLst>
        </pc:spChg>
        <pc:spChg chg="del mod topLvl">
          <ac:chgData name="vidushi dadu" userId="8f6edd75c0a5619a" providerId="LiveId" clId="{4A1D7BB4-DB2B-401C-9583-309F517E6E8F}" dt="2020-10-16T07:54:23.313" v="15648" actId="478"/>
          <ac:spMkLst>
            <pc:docMk/>
            <pc:sldMk cId="1275277448" sldId="1361"/>
            <ac:spMk id="60" creationId="{5CD0C399-9AA5-4507-8758-B6852CE1F493}"/>
          </ac:spMkLst>
        </pc:spChg>
        <pc:spChg chg="add mod topLvl">
          <ac:chgData name="vidushi dadu" userId="8f6edd75c0a5619a" providerId="LiveId" clId="{4A1D7BB4-DB2B-401C-9583-309F517E6E8F}" dt="2020-10-16T04:11:09.694" v="14636" actId="20577"/>
          <ac:spMkLst>
            <pc:docMk/>
            <pc:sldMk cId="1275277448" sldId="1361"/>
            <ac:spMk id="80" creationId="{53A9F0CA-D93B-4628-B86F-5B9C1A7E6B21}"/>
          </ac:spMkLst>
        </pc:spChg>
        <pc:spChg chg="del">
          <ac:chgData name="vidushi dadu" userId="8f6edd75c0a5619a" providerId="LiveId" clId="{4A1D7BB4-DB2B-401C-9583-309F517E6E8F}" dt="2020-10-13T23:02:57.047" v="10564" actId="478"/>
          <ac:spMkLst>
            <pc:docMk/>
            <pc:sldMk cId="1275277448" sldId="1361"/>
            <ac:spMk id="81" creationId="{6FA1BE60-17A3-4435-95E6-41B481FCBE67}"/>
          </ac:spMkLst>
        </pc:spChg>
        <pc:spChg chg="del mod topLvl">
          <ac:chgData name="vidushi dadu" userId="8f6edd75c0a5619a" providerId="LiveId" clId="{4A1D7BB4-DB2B-401C-9583-309F517E6E8F}" dt="2020-10-16T07:54:18.938" v="15647" actId="478"/>
          <ac:spMkLst>
            <pc:docMk/>
            <pc:sldMk cId="1275277448" sldId="1361"/>
            <ac:spMk id="108" creationId="{CDC82025-6FCC-4052-84D1-C4D01A13F259}"/>
          </ac:spMkLst>
        </pc:spChg>
        <pc:spChg chg="del mod topLvl">
          <ac:chgData name="vidushi dadu" userId="8f6edd75c0a5619a" providerId="LiveId" clId="{4A1D7BB4-DB2B-401C-9583-309F517E6E8F}" dt="2020-10-13T23:07:20.007" v="10654" actId="478"/>
          <ac:spMkLst>
            <pc:docMk/>
            <pc:sldMk cId="1275277448" sldId="1361"/>
            <ac:spMk id="110" creationId="{EC0F6016-7AE0-481A-9B66-495D96921ED2}"/>
          </ac:spMkLst>
        </pc:spChg>
        <pc:spChg chg="del mod topLvl">
          <ac:chgData name="vidushi dadu" userId="8f6edd75c0a5619a" providerId="LiveId" clId="{4A1D7BB4-DB2B-401C-9583-309F517E6E8F}" dt="2020-10-13T23:07:14.887" v="10653" actId="478"/>
          <ac:spMkLst>
            <pc:docMk/>
            <pc:sldMk cId="1275277448" sldId="1361"/>
            <ac:spMk id="113" creationId="{F9FC414F-DBFE-4E56-A84F-DAA30D58271E}"/>
          </ac:spMkLst>
        </pc:spChg>
        <pc:spChg chg="add mod">
          <ac:chgData name="vidushi dadu" userId="8f6edd75c0a5619a" providerId="LiveId" clId="{4A1D7BB4-DB2B-401C-9583-309F517E6E8F}" dt="2020-10-16T07:54:37.194" v="15650" actId="164"/>
          <ac:spMkLst>
            <pc:docMk/>
            <pc:sldMk cId="1275277448" sldId="1361"/>
            <ac:spMk id="119" creationId="{D9C40529-945A-4382-867D-FA6F70E31AFD}"/>
          </ac:spMkLst>
        </pc:spChg>
        <pc:spChg chg="add mod">
          <ac:chgData name="vidushi dadu" userId="8f6edd75c0a5619a" providerId="LiveId" clId="{4A1D7BB4-DB2B-401C-9583-309F517E6E8F}" dt="2020-10-16T07:54:37.194" v="15650" actId="164"/>
          <ac:spMkLst>
            <pc:docMk/>
            <pc:sldMk cId="1275277448" sldId="1361"/>
            <ac:spMk id="122" creationId="{9168C0F8-5039-4699-9F60-8AAACEC82302}"/>
          </ac:spMkLst>
        </pc:spChg>
        <pc:spChg chg="add mod">
          <ac:chgData name="vidushi dadu" userId="8f6edd75c0a5619a" providerId="LiveId" clId="{4A1D7BB4-DB2B-401C-9583-309F517E6E8F}" dt="2020-10-16T07:54:37.194" v="15650" actId="164"/>
          <ac:spMkLst>
            <pc:docMk/>
            <pc:sldMk cId="1275277448" sldId="1361"/>
            <ac:spMk id="157" creationId="{310312B6-4B09-4D14-9FF4-01660A3672CC}"/>
          </ac:spMkLst>
        </pc:spChg>
        <pc:spChg chg="add mod">
          <ac:chgData name="vidushi dadu" userId="8f6edd75c0a5619a" providerId="LiveId" clId="{4A1D7BB4-DB2B-401C-9583-309F517E6E8F}" dt="2020-10-16T07:54:37.194" v="15650" actId="164"/>
          <ac:spMkLst>
            <pc:docMk/>
            <pc:sldMk cId="1275277448" sldId="1361"/>
            <ac:spMk id="177" creationId="{26A3DA8B-6EC4-4C2C-AC9F-A02EBA4E2D97}"/>
          </ac:spMkLst>
        </pc:spChg>
        <pc:spChg chg="add mod">
          <ac:chgData name="vidushi dadu" userId="8f6edd75c0a5619a" providerId="LiveId" clId="{4A1D7BB4-DB2B-401C-9583-309F517E6E8F}" dt="2020-10-16T07:54:37.194" v="15650" actId="164"/>
          <ac:spMkLst>
            <pc:docMk/>
            <pc:sldMk cId="1275277448" sldId="1361"/>
            <ac:spMk id="178" creationId="{B41EB9D0-AA30-4FF5-9DDC-BCC7B26C9BE3}"/>
          </ac:spMkLst>
        </pc:spChg>
        <pc:spChg chg="add mod">
          <ac:chgData name="vidushi dadu" userId="8f6edd75c0a5619a" providerId="LiveId" clId="{4A1D7BB4-DB2B-401C-9583-309F517E6E8F}" dt="2020-10-16T07:54:37.194" v="15650" actId="164"/>
          <ac:spMkLst>
            <pc:docMk/>
            <pc:sldMk cId="1275277448" sldId="1361"/>
            <ac:spMk id="179" creationId="{AD176163-C395-4823-A48E-5F4BBDAF889C}"/>
          </ac:spMkLst>
        </pc:spChg>
        <pc:spChg chg="add mod">
          <ac:chgData name="vidushi dadu" userId="8f6edd75c0a5619a" providerId="LiveId" clId="{4A1D7BB4-DB2B-401C-9583-309F517E6E8F}" dt="2020-10-16T07:54:37.194" v="15650" actId="164"/>
          <ac:spMkLst>
            <pc:docMk/>
            <pc:sldMk cId="1275277448" sldId="1361"/>
            <ac:spMk id="180" creationId="{8A0958D2-3DCA-423B-833D-E052EC1D67D5}"/>
          </ac:spMkLst>
        </pc:spChg>
        <pc:spChg chg="add mod">
          <ac:chgData name="vidushi dadu" userId="8f6edd75c0a5619a" providerId="LiveId" clId="{4A1D7BB4-DB2B-401C-9583-309F517E6E8F}" dt="2020-10-16T07:54:37.194" v="15650" actId="164"/>
          <ac:spMkLst>
            <pc:docMk/>
            <pc:sldMk cId="1275277448" sldId="1361"/>
            <ac:spMk id="181" creationId="{63B3BB5E-4455-4D4F-BD62-8DE152B30642}"/>
          </ac:spMkLst>
        </pc:spChg>
        <pc:spChg chg="mod">
          <ac:chgData name="vidushi dadu" userId="8f6edd75c0a5619a" providerId="LiveId" clId="{4A1D7BB4-DB2B-401C-9583-309F517E6E8F}" dt="2020-10-16T07:55:18.903" v="15659" actId="1076"/>
          <ac:spMkLst>
            <pc:docMk/>
            <pc:sldMk cId="1275277448" sldId="1361"/>
            <ac:spMk id="184" creationId="{A6C4F8B4-B454-4A17-8153-11014903F172}"/>
          </ac:spMkLst>
        </pc:spChg>
        <pc:spChg chg="mod">
          <ac:chgData name="vidushi dadu" userId="8f6edd75c0a5619a" providerId="LiveId" clId="{4A1D7BB4-DB2B-401C-9583-309F517E6E8F}" dt="2020-10-16T07:55:30.167" v="15662" actId="1076"/>
          <ac:spMkLst>
            <pc:docMk/>
            <pc:sldMk cId="1275277448" sldId="1361"/>
            <ac:spMk id="185" creationId="{79A4BCEE-66A6-40C1-979D-6FA6231C2BCD}"/>
          </ac:spMkLst>
        </pc:spChg>
        <pc:spChg chg="mod">
          <ac:chgData name="vidushi dadu" userId="8f6edd75c0a5619a" providerId="LiveId" clId="{4A1D7BB4-DB2B-401C-9583-309F517E6E8F}" dt="2020-10-16T07:55:15.628" v="15658" actId="1076"/>
          <ac:spMkLst>
            <pc:docMk/>
            <pc:sldMk cId="1275277448" sldId="1361"/>
            <ac:spMk id="186" creationId="{16B39C00-0692-42AC-AF11-F2DA54F17F42}"/>
          </ac:spMkLst>
        </pc:spChg>
        <pc:spChg chg="mod">
          <ac:chgData name="vidushi dadu" userId="8f6edd75c0a5619a" providerId="LiveId" clId="{4A1D7BB4-DB2B-401C-9583-309F517E6E8F}" dt="2020-10-16T07:55:26.070" v="15661" actId="1076"/>
          <ac:spMkLst>
            <pc:docMk/>
            <pc:sldMk cId="1275277448" sldId="1361"/>
            <ac:spMk id="187" creationId="{F06A7271-6168-45B1-89C2-C4F4740743D1}"/>
          </ac:spMkLst>
        </pc:spChg>
        <pc:spChg chg="mod">
          <ac:chgData name="vidushi dadu" userId="8f6edd75c0a5619a" providerId="LiveId" clId="{4A1D7BB4-DB2B-401C-9583-309F517E6E8F}" dt="2020-10-16T07:55:22.044" v="15660" actId="1076"/>
          <ac:spMkLst>
            <pc:docMk/>
            <pc:sldMk cId="1275277448" sldId="1361"/>
            <ac:spMk id="188" creationId="{A0C95441-7052-46C2-A349-F2447F433372}"/>
          </ac:spMkLst>
        </pc:spChg>
        <pc:spChg chg="add del">
          <ac:chgData name="vidushi dadu" userId="8f6edd75c0a5619a" providerId="LiveId" clId="{4A1D7BB4-DB2B-401C-9583-309F517E6E8F}" dt="2020-10-16T08:06:03.995" v="15801" actId="478"/>
          <ac:spMkLst>
            <pc:docMk/>
            <pc:sldMk cId="1275277448" sldId="1361"/>
            <ac:spMk id="189" creationId="{926DE044-0D40-4805-899F-BBD7D4900FB5}"/>
          </ac:spMkLst>
        </pc:spChg>
        <pc:spChg chg="del">
          <ac:chgData name="vidushi dadu" userId="8f6edd75c0a5619a" providerId="LiveId" clId="{4A1D7BB4-DB2B-401C-9583-309F517E6E8F}" dt="2020-10-13T23:01:54.548" v="10383" actId="478"/>
          <ac:spMkLst>
            <pc:docMk/>
            <pc:sldMk cId="1275277448" sldId="1361"/>
            <ac:spMk id="213" creationId="{38971AE5-947D-461B-9195-19DF62AF8F46}"/>
          </ac:spMkLst>
        </pc:spChg>
        <pc:spChg chg="mod topLvl">
          <ac:chgData name="vidushi dadu" userId="8f6edd75c0a5619a" providerId="LiveId" clId="{4A1D7BB4-DB2B-401C-9583-309F517E6E8F}" dt="2020-10-16T07:57:20.724" v="15676" actId="20577"/>
          <ac:spMkLst>
            <pc:docMk/>
            <pc:sldMk cId="1275277448" sldId="1361"/>
            <ac:spMk id="217" creationId="{65BEED04-69D8-4F32-84D0-D7ABB6992BA0}"/>
          </ac:spMkLst>
        </pc:spChg>
        <pc:spChg chg="mod topLvl">
          <ac:chgData name="vidushi dadu" userId="8f6edd75c0a5619a" providerId="LiveId" clId="{4A1D7BB4-DB2B-401C-9583-309F517E6E8F}" dt="2020-10-16T07:57:40.855" v="15677" actId="255"/>
          <ac:spMkLst>
            <pc:docMk/>
            <pc:sldMk cId="1275277448" sldId="1361"/>
            <ac:spMk id="218" creationId="{17FD8C52-0040-487E-B277-3495C1358088}"/>
          </ac:spMkLst>
        </pc:spChg>
        <pc:spChg chg="add mod topLvl">
          <ac:chgData name="vidushi dadu" userId="8f6edd75c0a5619a" providerId="LiveId" clId="{4A1D7BB4-DB2B-401C-9583-309F517E6E8F}" dt="2020-10-16T04:11:12.214" v="14637" actId="20577"/>
          <ac:spMkLst>
            <pc:docMk/>
            <pc:sldMk cId="1275277448" sldId="1361"/>
            <ac:spMk id="219" creationId="{5DAF187D-E841-489F-A094-3AAF92E85D15}"/>
          </ac:spMkLst>
        </pc:spChg>
        <pc:spChg chg="add mod topLvl">
          <ac:chgData name="vidushi dadu" userId="8f6edd75c0a5619a" providerId="LiveId" clId="{4A1D7BB4-DB2B-401C-9583-309F517E6E8F}" dt="2020-10-13T23:08:03.408" v="10663" actId="164"/>
          <ac:spMkLst>
            <pc:docMk/>
            <pc:sldMk cId="1275277448" sldId="1361"/>
            <ac:spMk id="220" creationId="{5F11F3C4-DE8D-4E6B-8358-40B2F0A2B599}"/>
          </ac:spMkLst>
        </pc:spChg>
        <pc:spChg chg="add del">
          <ac:chgData name="vidushi dadu" userId="8f6edd75c0a5619a" providerId="LiveId" clId="{4A1D7BB4-DB2B-401C-9583-309F517E6E8F}" dt="2020-10-13T23:05:12.599" v="10612" actId="478"/>
          <ac:spMkLst>
            <pc:docMk/>
            <pc:sldMk cId="1275277448" sldId="1361"/>
            <ac:spMk id="221" creationId="{6E03BF84-A6A6-4CF0-8EA7-89366D974DB0}"/>
          </ac:spMkLst>
        </pc:spChg>
        <pc:spChg chg="add mod topLvl">
          <ac:chgData name="vidushi dadu" userId="8f6edd75c0a5619a" providerId="LiveId" clId="{4A1D7BB4-DB2B-401C-9583-309F517E6E8F}" dt="2020-10-16T04:11:15.490" v="14638" actId="20577"/>
          <ac:spMkLst>
            <pc:docMk/>
            <pc:sldMk cId="1275277448" sldId="1361"/>
            <ac:spMk id="222" creationId="{1596FA9B-5913-44AE-96FE-FCEDC3880582}"/>
          </ac:spMkLst>
        </pc:spChg>
        <pc:spChg chg="add mod topLvl">
          <ac:chgData name="vidushi dadu" userId="8f6edd75c0a5619a" providerId="LiveId" clId="{4A1D7BB4-DB2B-401C-9583-309F517E6E8F}" dt="2020-10-13T23:08:03.408" v="10663" actId="164"/>
          <ac:spMkLst>
            <pc:docMk/>
            <pc:sldMk cId="1275277448" sldId="1361"/>
            <ac:spMk id="223" creationId="{F17F595C-D2A0-4AB0-A546-978E73FA9873}"/>
          </ac:spMkLst>
        </pc:spChg>
        <pc:spChg chg="add del">
          <ac:chgData name="vidushi dadu" userId="8f6edd75c0a5619a" providerId="LiveId" clId="{4A1D7BB4-DB2B-401C-9583-309F517E6E8F}" dt="2020-10-13T23:07:31.678" v="10657" actId="478"/>
          <ac:spMkLst>
            <pc:docMk/>
            <pc:sldMk cId="1275277448" sldId="1361"/>
            <ac:spMk id="224" creationId="{F708BCA8-CC43-488B-8DE0-71E3C54DC007}"/>
          </ac:spMkLst>
        </pc:spChg>
        <pc:grpChg chg="add mod">
          <ac:chgData name="vidushi dadu" userId="8f6edd75c0a5619a" providerId="LiveId" clId="{4A1D7BB4-DB2B-401C-9583-309F517E6E8F}" dt="2020-10-16T07:54:59.566" v="15656" actId="14100"/>
          <ac:grpSpMkLst>
            <pc:docMk/>
            <pc:sldMk cId="1275277448" sldId="1361"/>
            <ac:grpSpMk id="3" creationId="{A3A747C5-0222-42FC-B892-CA39515CE032}"/>
          </ac:grpSpMkLst>
        </pc:grpChg>
        <pc:grpChg chg="add del mod">
          <ac:chgData name="vidushi dadu" userId="8f6edd75c0a5619a" providerId="LiveId" clId="{4A1D7BB4-DB2B-401C-9583-309F517E6E8F}" dt="2020-10-13T23:04:04.679" v="10595" actId="165"/>
          <ac:grpSpMkLst>
            <pc:docMk/>
            <pc:sldMk cId="1275277448" sldId="1361"/>
            <ac:grpSpMk id="3" creationId="{E3F9B18D-E4AB-413E-B584-A6E88BE91407}"/>
          </ac:grpSpMkLst>
        </pc:grpChg>
        <pc:grpChg chg="del mod topLvl">
          <ac:chgData name="vidushi dadu" userId="8f6edd75c0a5619a" providerId="LiveId" clId="{4A1D7BB4-DB2B-401C-9583-309F517E6E8F}" dt="2020-10-16T07:54:18.938" v="15647" actId="478"/>
          <ac:grpSpMkLst>
            <pc:docMk/>
            <pc:sldMk cId="1275277448" sldId="1361"/>
            <ac:grpSpMk id="23" creationId="{8D98F9C4-4F80-4E22-9E4F-51A59F50BEB1}"/>
          </ac:grpSpMkLst>
        </pc:grpChg>
        <pc:grpChg chg="del mod topLvl">
          <ac:chgData name="vidushi dadu" userId="8f6edd75c0a5619a" providerId="LiveId" clId="{4A1D7BB4-DB2B-401C-9583-309F517E6E8F}" dt="2020-10-16T07:54:18.938" v="15647" actId="478"/>
          <ac:grpSpMkLst>
            <pc:docMk/>
            <pc:sldMk cId="1275277448" sldId="1361"/>
            <ac:grpSpMk id="30" creationId="{E54D87C4-2BA1-4FD7-8489-15699D69C198}"/>
          </ac:grpSpMkLst>
        </pc:grpChg>
        <pc:grpChg chg="del mod topLvl">
          <ac:chgData name="vidushi dadu" userId="8f6edd75c0a5619a" providerId="LiveId" clId="{4A1D7BB4-DB2B-401C-9583-309F517E6E8F}" dt="2020-10-16T07:54:18.938" v="15647" actId="478"/>
          <ac:grpSpMkLst>
            <pc:docMk/>
            <pc:sldMk cId="1275277448" sldId="1361"/>
            <ac:grpSpMk id="36" creationId="{E2497942-4123-49B6-9D32-38E7E9E8125E}"/>
          </ac:grpSpMkLst>
        </pc:grpChg>
        <pc:grpChg chg="del mod topLvl">
          <ac:chgData name="vidushi dadu" userId="8f6edd75c0a5619a" providerId="LiveId" clId="{4A1D7BB4-DB2B-401C-9583-309F517E6E8F}" dt="2020-10-16T07:54:18.938" v="15647" actId="478"/>
          <ac:grpSpMkLst>
            <pc:docMk/>
            <pc:sldMk cId="1275277448" sldId="1361"/>
            <ac:grpSpMk id="45" creationId="{0EE66312-2187-4F4A-81A7-BBE063731F3A}"/>
          </ac:grpSpMkLst>
        </pc:grpChg>
        <pc:grpChg chg="del mod topLvl">
          <ac:chgData name="vidushi dadu" userId="8f6edd75c0a5619a" providerId="LiveId" clId="{4A1D7BB4-DB2B-401C-9583-309F517E6E8F}" dt="2020-10-16T07:54:23.313" v="15648" actId="478"/>
          <ac:grpSpMkLst>
            <pc:docMk/>
            <pc:sldMk cId="1275277448" sldId="1361"/>
            <ac:grpSpMk id="48" creationId="{FB3E9F16-E799-4674-A154-5E3412E5CDC4}"/>
          </ac:grpSpMkLst>
        </pc:grpChg>
        <pc:grpChg chg="del mod topLvl">
          <ac:chgData name="vidushi dadu" userId="8f6edd75c0a5619a" providerId="LiveId" clId="{4A1D7BB4-DB2B-401C-9583-309F517E6E8F}" dt="2020-10-16T07:54:18.938" v="15647" actId="478"/>
          <ac:grpSpMkLst>
            <pc:docMk/>
            <pc:sldMk cId="1275277448" sldId="1361"/>
            <ac:grpSpMk id="64" creationId="{F2AC42B5-2882-4616-9C52-60C67709D4A6}"/>
          </ac:grpSpMkLst>
        </pc:grpChg>
        <pc:grpChg chg="del mod topLvl">
          <ac:chgData name="vidushi dadu" userId="8f6edd75c0a5619a" providerId="LiveId" clId="{4A1D7BB4-DB2B-401C-9583-309F517E6E8F}" dt="2020-10-16T07:54:18.938" v="15647" actId="478"/>
          <ac:grpSpMkLst>
            <pc:docMk/>
            <pc:sldMk cId="1275277448" sldId="1361"/>
            <ac:grpSpMk id="69" creationId="{AE8F64FC-7490-4269-9E46-F1EB5517D29E}"/>
          </ac:grpSpMkLst>
        </pc:grpChg>
        <pc:grpChg chg="del mod topLvl">
          <ac:chgData name="vidushi dadu" userId="8f6edd75c0a5619a" providerId="LiveId" clId="{4A1D7BB4-DB2B-401C-9583-309F517E6E8F}" dt="2020-10-16T07:54:18.938" v="15647" actId="478"/>
          <ac:grpSpMkLst>
            <pc:docMk/>
            <pc:sldMk cId="1275277448" sldId="1361"/>
            <ac:grpSpMk id="74" creationId="{52F87FAF-C383-4B0D-94F0-1B883FA7BAA0}"/>
          </ac:grpSpMkLst>
        </pc:grpChg>
        <pc:grpChg chg="add del mod">
          <ac:chgData name="vidushi dadu" userId="8f6edd75c0a5619a" providerId="LiveId" clId="{4A1D7BB4-DB2B-401C-9583-309F517E6E8F}" dt="2020-10-13T23:05:58.632" v="10623" actId="165"/>
          <ac:grpSpMkLst>
            <pc:docMk/>
            <pc:sldMk cId="1275277448" sldId="1361"/>
            <ac:grpSpMk id="82" creationId="{BE84ACD1-B9A4-4C98-A97C-715F0A675A65}"/>
          </ac:grpSpMkLst>
        </pc:grpChg>
        <pc:grpChg chg="add del mod">
          <ac:chgData name="vidushi dadu" userId="8f6edd75c0a5619a" providerId="LiveId" clId="{4A1D7BB4-DB2B-401C-9583-309F517E6E8F}" dt="2020-10-16T07:54:49.801" v="15653"/>
          <ac:grpSpMkLst>
            <pc:docMk/>
            <pc:sldMk cId="1275277448" sldId="1361"/>
            <ac:grpSpMk id="93" creationId="{52EF5E53-39F8-4603-816D-16EB51C9A5C4}"/>
          </ac:grpSpMkLst>
        </pc:grpChg>
        <pc:grpChg chg="del mod topLvl">
          <ac:chgData name="vidushi dadu" userId="8f6edd75c0a5619a" providerId="LiveId" clId="{4A1D7BB4-DB2B-401C-9583-309F517E6E8F}" dt="2020-10-13T23:07:20.007" v="10654" actId="478"/>
          <ac:grpSpMkLst>
            <pc:docMk/>
            <pc:sldMk cId="1275277448" sldId="1361"/>
            <ac:grpSpMk id="111" creationId="{8DB07DD8-4E38-4A25-B53A-AA342006998B}"/>
          </ac:grpSpMkLst>
        </pc:grpChg>
        <pc:grpChg chg="del mod topLvl">
          <ac:chgData name="vidushi dadu" userId="8f6edd75c0a5619a" providerId="LiveId" clId="{4A1D7BB4-DB2B-401C-9583-309F517E6E8F}" dt="2020-10-13T23:07:20.007" v="10654" actId="478"/>
          <ac:grpSpMkLst>
            <pc:docMk/>
            <pc:sldMk cId="1275277448" sldId="1361"/>
            <ac:grpSpMk id="112" creationId="{F0E84721-0B0A-4BEA-BECE-52447160E9F9}"/>
          </ac:grpSpMkLst>
        </pc:grpChg>
        <pc:grpChg chg="del">
          <ac:chgData name="vidushi dadu" userId="8f6edd75c0a5619a" providerId="LiveId" clId="{4A1D7BB4-DB2B-401C-9583-309F517E6E8F}" dt="2020-10-13T23:01:54.548" v="10383" actId="478"/>
          <ac:grpSpMkLst>
            <pc:docMk/>
            <pc:sldMk cId="1275277448" sldId="1361"/>
            <ac:grpSpMk id="120" creationId="{982BC540-BEB9-42A0-946B-5A27554CF5D8}"/>
          </ac:grpSpMkLst>
        </pc:grpChg>
        <pc:grpChg chg="add mod">
          <ac:chgData name="vidushi dadu" userId="8f6edd75c0a5619a" providerId="LiveId" clId="{4A1D7BB4-DB2B-401C-9583-309F517E6E8F}" dt="2020-10-16T07:54:37.194" v="15650" actId="164"/>
          <ac:grpSpMkLst>
            <pc:docMk/>
            <pc:sldMk cId="1275277448" sldId="1361"/>
            <ac:grpSpMk id="127" creationId="{7BE3C4C7-0B49-484A-AC10-0F330FF1D754}"/>
          </ac:grpSpMkLst>
        </pc:grpChg>
        <pc:grpChg chg="add mod">
          <ac:chgData name="vidushi dadu" userId="8f6edd75c0a5619a" providerId="LiveId" clId="{4A1D7BB4-DB2B-401C-9583-309F517E6E8F}" dt="2020-10-16T07:54:37.194" v="15650" actId="164"/>
          <ac:grpSpMkLst>
            <pc:docMk/>
            <pc:sldMk cId="1275277448" sldId="1361"/>
            <ac:grpSpMk id="132" creationId="{B153810B-3F9F-4F70-9F3B-9C4809D71579}"/>
          </ac:grpSpMkLst>
        </pc:grpChg>
        <pc:grpChg chg="add mod">
          <ac:chgData name="vidushi dadu" userId="8f6edd75c0a5619a" providerId="LiveId" clId="{4A1D7BB4-DB2B-401C-9583-309F517E6E8F}" dt="2020-10-16T07:54:37.194" v="15650" actId="164"/>
          <ac:grpSpMkLst>
            <pc:docMk/>
            <pc:sldMk cId="1275277448" sldId="1361"/>
            <ac:grpSpMk id="137" creationId="{B78B342E-9469-4001-AD9E-DFBF441652A1}"/>
          </ac:grpSpMkLst>
        </pc:grpChg>
        <pc:grpChg chg="add mod">
          <ac:chgData name="vidushi dadu" userId="8f6edd75c0a5619a" providerId="LiveId" clId="{4A1D7BB4-DB2B-401C-9583-309F517E6E8F}" dt="2020-10-16T07:54:37.194" v="15650" actId="164"/>
          <ac:grpSpMkLst>
            <pc:docMk/>
            <pc:sldMk cId="1275277448" sldId="1361"/>
            <ac:grpSpMk id="145" creationId="{833AA0D0-33CC-434E-A96B-F55B8C679BE3}"/>
          </ac:grpSpMkLst>
        </pc:grpChg>
        <pc:grpChg chg="add mod">
          <ac:chgData name="vidushi dadu" userId="8f6edd75c0a5619a" providerId="LiveId" clId="{4A1D7BB4-DB2B-401C-9583-309F517E6E8F}" dt="2020-10-16T07:54:37.194" v="15650" actId="164"/>
          <ac:grpSpMkLst>
            <pc:docMk/>
            <pc:sldMk cId="1275277448" sldId="1361"/>
            <ac:grpSpMk id="158" creationId="{541E6622-CD4D-4573-89E0-0DB5481443B1}"/>
          </ac:grpSpMkLst>
        </pc:grpChg>
        <pc:grpChg chg="add mod">
          <ac:chgData name="vidushi dadu" userId="8f6edd75c0a5619a" providerId="LiveId" clId="{4A1D7BB4-DB2B-401C-9583-309F517E6E8F}" dt="2020-10-16T07:54:37.194" v="15650" actId="164"/>
          <ac:grpSpMkLst>
            <pc:docMk/>
            <pc:sldMk cId="1275277448" sldId="1361"/>
            <ac:grpSpMk id="166" creationId="{442A4308-EA4E-4BDC-A0EB-C4CD710F99C6}"/>
          </ac:grpSpMkLst>
        </pc:grpChg>
        <pc:grpChg chg="add mod">
          <ac:chgData name="vidushi dadu" userId="8f6edd75c0a5619a" providerId="LiveId" clId="{4A1D7BB4-DB2B-401C-9583-309F517E6E8F}" dt="2020-10-16T07:55:06.140" v="15657" actId="1076"/>
          <ac:grpSpMkLst>
            <pc:docMk/>
            <pc:sldMk cId="1275277448" sldId="1361"/>
            <ac:grpSpMk id="183" creationId="{FBD591CF-917E-41DC-9C42-BCB2046B7AFD}"/>
          </ac:grpSpMkLst>
        </pc:grpChg>
        <pc:grpChg chg="add del mod">
          <ac:chgData name="vidushi dadu" userId="8f6edd75c0a5619a" providerId="LiveId" clId="{4A1D7BB4-DB2B-401C-9583-309F517E6E8F}" dt="2020-10-13T23:03:46.931" v="10592" actId="165"/>
          <ac:grpSpMkLst>
            <pc:docMk/>
            <pc:sldMk cId="1275277448" sldId="1361"/>
            <ac:grpSpMk id="216" creationId="{8BA348A0-D8EE-47A7-8D1D-50F501667543}"/>
          </ac:grpSpMkLst>
        </pc:grpChg>
        <pc:grpChg chg="add del mod">
          <ac:chgData name="vidushi dadu" userId="8f6edd75c0a5619a" providerId="LiveId" clId="{4A1D7BB4-DB2B-401C-9583-309F517E6E8F}" dt="2020-10-16T07:54:23.313" v="15648" actId="478"/>
          <ac:grpSpMkLst>
            <pc:docMk/>
            <pc:sldMk cId="1275277448" sldId="1361"/>
            <ac:grpSpMk id="225" creationId="{1A1CD44E-BCA2-4075-9B20-B9F47C829C35}"/>
          </ac:grpSpMkLst>
        </pc:grpChg>
        <pc:graphicFrameChg chg="del mod modGraphic">
          <ac:chgData name="vidushi dadu" userId="8f6edd75c0a5619a" providerId="LiveId" clId="{4A1D7BB4-DB2B-401C-9583-309F517E6E8F}" dt="2020-10-16T08:06:00.874" v="15799" actId="478"/>
          <ac:graphicFrameMkLst>
            <pc:docMk/>
            <pc:sldMk cId="1275277448" sldId="1361"/>
            <ac:graphicFrameMk id="16" creationId="{21347826-5758-4473-9939-9B9DC44A6F42}"/>
          </ac:graphicFrameMkLst>
        </pc:graphicFrameChg>
        <pc:graphicFrameChg chg="add">
          <ac:chgData name="vidushi dadu" userId="8f6edd75c0a5619a" providerId="LiveId" clId="{4A1D7BB4-DB2B-401C-9583-309F517E6E8F}" dt="2020-10-16T08:06:12.196" v="15802"/>
          <ac:graphicFrameMkLst>
            <pc:docMk/>
            <pc:sldMk cId="1275277448" sldId="1361"/>
            <ac:graphicFrameMk id="190" creationId="{05B290D5-E8C6-4F04-BA80-0F89EA93054D}"/>
          </ac:graphicFrameMkLst>
        </pc:graphicFrame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5" creationId="{3E7636C1-A525-4E61-8D62-71C5142EAD69}"/>
          </ac:cxnSpMkLst>
        </pc:cxnChg>
        <pc:cxnChg chg="del">
          <ac:chgData name="vidushi dadu" userId="8f6edd75c0a5619a" providerId="LiveId" clId="{4A1D7BB4-DB2B-401C-9583-309F517E6E8F}" dt="2020-10-13T23:01:57.175" v="10384" actId="478"/>
          <ac:cxnSpMkLst>
            <pc:docMk/>
            <pc:sldMk cId="1275277448" sldId="1361"/>
            <ac:cxnSpMk id="6" creationId="{9B56CA26-AE4C-42D6-A8AD-FF26BEB08B71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7" creationId="{A9E600C6-8E74-4D71-A329-4AED1A16B812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8" creationId="{3A622D4A-B0B0-4915-B895-FE66ADB45B04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0" creationId="{E598C8EE-A671-4BCB-8093-4499E85EADC2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1" creationId="{358E8B45-71D1-4B56-B326-E09B94A44561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2" creationId="{34721395-28ED-429D-8696-F1CE783DD64E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4" creationId="{47BF41F7-8453-44B7-8E88-DD7B60139A29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5" creationId="{8C306542-4175-4FA4-B5CC-E7CC6B3B7CEE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7" creationId="{51EA8D31-CACD-4D87-9B36-FC53F0B2EC0D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8" creationId="{54E9692F-E89C-4B10-A39D-3E583857421C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9" creationId="{B982D71B-3322-4A12-B107-799380E3C829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20" creationId="{C76B3827-94D8-47E0-9C8D-E7C59ED484C8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21" creationId="{A3E26A95-0AC1-446E-9695-338F2C072BB6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41" creationId="{2F90CCFE-5511-45F6-9623-5A12594FAFCE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42" creationId="{800BD364-44F4-4B46-B47F-A1B637756805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43" creationId="{A9D54BD4-40E2-4139-8657-355A836C943C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44" creationId="{15237437-4A79-426F-B0F1-ACC90F767F01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51" creationId="{CA7B0B6E-1761-4EAD-801F-665B1DE10B10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57" creationId="{6CA158EF-D730-48B7-9DE2-E49749AB7573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58" creationId="{35C7F29E-E3C8-44FC-9FA9-2DE3BD1A16A3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61" creationId="{37283BFD-7485-4469-9802-419994F0D871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62" creationId="{FBE5BA1F-D7E9-4D49-89FB-09D30131BFCD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63" creationId="{1043B739-6622-4095-A623-2B6ED30F0F2B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79" creationId="{B1DFCAA4-E1C1-430D-BBD7-E3173CDE380E}"/>
          </ac:cxnSpMkLst>
        </pc:cxnChg>
        <pc:cxnChg chg="add mod">
          <ac:chgData name="vidushi dadu" userId="8f6edd75c0a5619a" providerId="LiveId" clId="{4A1D7BB4-DB2B-401C-9583-309F517E6E8F}" dt="2020-10-13T23:07:09.937" v="10652" actId="692"/>
          <ac:cxnSpMkLst>
            <pc:docMk/>
            <pc:sldMk cId="1275277448" sldId="1361"/>
            <ac:cxnSpMk id="84" creationId="{B9881968-52D4-4185-A453-DFCF4299E3C0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85" creationId="{684E373E-9D71-42F4-AD5C-B643C478C295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86" creationId="{4E473ACE-92A6-486B-8CCF-45D63B204393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87" creationId="{491E303E-6CBE-4C6D-B01F-2AA647D6625A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88" creationId="{76811F13-64AB-460C-BAE5-8B7FDE910220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89" creationId="{8CFAFF67-1DB7-429C-950E-E792FE6F7DFC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90" creationId="{0FA9A3B5-5380-4018-A5BE-3077F6C74527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91" creationId="{8B5C9659-16CB-4A4C-A325-21C0EB938200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92" creationId="{AE84ACA4-841D-4C70-A1FB-2613E2B7CA84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98" creationId="{FF153BB0-01E0-4106-B7E3-4EEEEEC0E442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99" creationId="{160F6C75-3F1C-46CD-A5D1-0652BF12A573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00" creationId="{A38D76AB-4649-4302-BE19-33A8CC43066F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01" creationId="{2585A869-3D18-4278-B894-FFD2BD550960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02" creationId="{CA761D06-3FAE-4777-99C5-19C51DF89D3A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03" creationId="{47EE6643-C566-46F6-87A7-F7242A78EB69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04" creationId="{88CCD081-2615-4CA0-864E-E71E41913D88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05" creationId="{12AD95F7-2CF5-4D02-9129-DA8A80BA58A1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06" creationId="{C9AA4B43-3FA3-4B7F-8927-17F6F2FCB439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107" creationId="{508C853A-5635-4F4A-9588-BB1111178AC5}"/>
          </ac:cxnSpMkLst>
        </pc:cxnChg>
        <pc:cxnChg chg="del mod topLvl">
          <ac:chgData name="vidushi dadu" userId="8f6edd75c0a5619a" providerId="LiveId" clId="{4A1D7BB4-DB2B-401C-9583-309F517E6E8F}" dt="2020-10-13T23:07:29.727" v="10655" actId="478"/>
          <ac:cxnSpMkLst>
            <pc:docMk/>
            <pc:sldMk cId="1275277448" sldId="1361"/>
            <ac:cxnSpMk id="114" creationId="{5341843D-B5AF-4A44-95F0-A1D74111E655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17" creationId="{518D12BF-5A47-4F7A-B1E2-06EE87DA4E01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18" creationId="{F65D05D7-ECFF-4695-B375-09AC90A511A5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20" creationId="{8E77E29F-DA70-42F6-AFD7-26FA2A2DC49A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21" creationId="{626FD433-F6CF-430C-896E-14D0B4E2F1EA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21" creationId="{E843C981-BA09-4B0C-BE03-39F579C1B812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22" creationId="{6D38B048-0862-4632-8258-EDA2BEDA7948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23" creationId="{3F032FD5-27C1-4B7C-8C58-3490E0641870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23" creationId="{4B54FE4B-369A-44E1-9F8C-9D7EF9DA2733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24" creationId="{46249396-7DD7-4B57-A4F7-8BD5C9979B14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24" creationId="{ED891169-A887-46C2-B66F-E7441A0EAE11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25" creationId="{56B7E83E-9493-45E5-AA5A-0C12A696E7E3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25" creationId="{97C10F9E-E858-4C3B-B6F7-52696CBD92C2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26" creationId="{13D94667-1A2B-46B9-BB3F-5AC0F29421DD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26" creationId="{5523BE82-F08C-4D96-ACE2-45CBBF6B4689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27" creationId="{347AD7EC-587D-457F-859E-EF59DF91059C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28" creationId="{E00AF094-8CC1-4380-B2A6-7FFA3C55D400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29" creationId="{8A2FC49E-DF8C-4545-B633-ADE14EC72751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30" creationId="{5C170921-C178-4DFF-9815-80427A6FA4BD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31" creationId="{555AC550-078C-4575-9AF3-8A1159310227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32" creationId="{39EEA51F-F4C8-4F4E-A495-300705B7DD64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33" creationId="{E6324A92-94B3-4C09-A47B-559070C566D7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34" creationId="{9BA8FA09-95CA-466A-AD5F-84C2CDA6D593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35" creationId="{CA458F09-710C-42A0-AD9E-6C2B2207C2D7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36" creationId="{3732B201-98C8-43FB-AA59-45A3EF0306DD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37" creationId="{81FE56D7-5024-4537-983D-4994DE4D3C60}"/>
          </ac:cxnSpMkLst>
        </pc:cxnChg>
        <pc:cxnChg chg="mod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138" creationId="{2335FD05-0245-4E33-B76C-3BE9D2A5184A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53" creationId="{E7EAFFBA-D70E-43F2-B4AF-E0C2D0440418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54" creationId="{DDBB2A02-7218-401A-A00E-37767A03BAAD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55" creationId="{C9F4B7B8-83AF-47FC-8AD4-17E6EFFD64BF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56" creationId="{DCBE219F-DEB1-447C-BF67-1FD58DBE0FC8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63" creationId="{6494F74D-E28F-413B-8164-8F0E73A65191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64" creationId="{E8E385DC-715B-4298-8246-0A50D0D786E7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65" creationId="{9A0B6463-2A9E-489F-97E4-AA68EF5FD50C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74" creationId="{25EBCEB2-A073-4ABC-80B8-6AC5AD6C442B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75" creationId="{DDD577A2-AF2A-44A6-B033-A013072CD687}"/>
          </ac:cxnSpMkLst>
        </pc:cxnChg>
        <pc:cxnChg chg="add mod">
          <ac:chgData name="vidushi dadu" userId="8f6edd75c0a5619a" providerId="LiveId" clId="{4A1D7BB4-DB2B-401C-9583-309F517E6E8F}" dt="2020-10-16T07:54:37.194" v="15650" actId="164"/>
          <ac:cxnSpMkLst>
            <pc:docMk/>
            <pc:sldMk cId="1275277448" sldId="1361"/>
            <ac:cxnSpMk id="176" creationId="{35E60401-7B99-401C-B6CD-A9BDE1B725FB}"/>
          </ac:cxnSpMkLst>
        </pc:cxnChg>
        <pc:cxnChg chg="del mod topLvl">
          <ac:chgData name="vidushi dadu" userId="8f6edd75c0a5619a" providerId="LiveId" clId="{4A1D7BB4-DB2B-401C-9583-309F517E6E8F}" dt="2020-10-16T07:54:18.938" v="15647" actId="478"/>
          <ac:cxnSpMkLst>
            <pc:docMk/>
            <pc:sldMk cId="1275277448" sldId="1361"/>
            <ac:cxnSpMk id="214" creationId="{4CCA64BB-2810-4206-9C6A-186971DFF8BA}"/>
          </ac:cxnSpMkLst>
        </pc:cxnChg>
        <pc:cxnChg chg="del">
          <ac:chgData name="vidushi dadu" userId="8f6edd75c0a5619a" providerId="LiveId" clId="{4A1D7BB4-DB2B-401C-9583-309F517E6E8F}" dt="2020-10-13T23:01:54.548" v="10383" actId="478"/>
          <ac:cxnSpMkLst>
            <pc:docMk/>
            <pc:sldMk cId="1275277448" sldId="1361"/>
            <ac:cxnSpMk id="215" creationId="{E261C709-2435-4522-8590-16BFC3DCC0AB}"/>
          </ac:cxnSpMkLst>
        </pc:cxnChg>
        <pc:cxnChg chg="del">
          <ac:chgData name="vidushi dadu" userId="8f6edd75c0a5619a" providerId="LiveId" clId="{4A1D7BB4-DB2B-401C-9583-309F517E6E8F}" dt="2020-10-13T23:07:48.071" v="10661" actId="478"/>
          <ac:cxnSpMkLst>
            <pc:docMk/>
            <pc:sldMk cId="1275277448" sldId="1361"/>
            <ac:cxnSpMk id="226" creationId="{919A1FF4-0A71-4E67-AE2B-5E06992C39E8}"/>
          </ac:cxnSpMkLst>
        </pc:cxnChg>
        <pc:cxnChg chg="del">
          <ac:chgData name="vidushi dadu" userId="8f6edd75c0a5619a" providerId="LiveId" clId="{4A1D7BB4-DB2B-401C-9583-309F517E6E8F}" dt="2020-10-13T23:07:52.157" v="10662" actId="478"/>
          <ac:cxnSpMkLst>
            <pc:docMk/>
            <pc:sldMk cId="1275277448" sldId="1361"/>
            <ac:cxnSpMk id="227" creationId="{A2237AA8-CF79-46E5-8F3E-46FEA55C1297}"/>
          </ac:cxnSpMkLst>
        </pc:cxnChg>
      </pc:sldChg>
      <pc:sldChg chg="addSp delSp modSp add del modAnim">
        <pc:chgData name="vidushi dadu" userId="8f6edd75c0a5619a" providerId="LiveId" clId="{4A1D7BB4-DB2B-401C-9583-309F517E6E8F}" dt="2020-10-16T08:03:46.100" v="15763" actId="2696"/>
        <pc:sldMkLst>
          <pc:docMk/>
          <pc:sldMk cId="3701119641" sldId="1362"/>
        </pc:sldMkLst>
        <pc:spChg chg="add mod">
          <ac:chgData name="vidushi dadu" userId="8f6edd75c0a5619a" providerId="LiveId" clId="{4A1D7BB4-DB2B-401C-9583-309F517E6E8F}" dt="2020-10-13T23:11:30.527" v="10693" actId="14100"/>
          <ac:spMkLst>
            <pc:docMk/>
            <pc:sldMk cId="3701119641" sldId="1362"/>
            <ac:spMk id="3" creationId="{575C9BCE-70FC-45B5-9CAA-455870D21A6A}"/>
          </ac:spMkLst>
        </pc:spChg>
        <pc:spChg chg="mod">
          <ac:chgData name="vidushi dadu" userId="8f6edd75c0a5619a" providerId="LiveId" clId="{4A1D7BB4-DB2B-401C-9583-309F517E6E8F}" dt="2020-10-16T04:12:07.568" v="14739" actId="20577"/>
          <ac:spMkLst>
            <pc:docMk/>
            <pc:sldMk cId="3701119641" sldId="1362"/>
            <ac:spMk id="28" creationId="{F505003E-20FB-4630-88B1-90C6227D6C40}"/>
          </ac:spMkLst>
        </pc:spChg>
        <pc:spChg chg="mod">
          <ac:chgData name="vidushi dadu" userId="8f6edd75c0a5619a" providerId="LiveId" clId="{4A1D7BB4-DB2B-401C-9583-309F517E6E8F}" dt="2020-10-16T04:11:36.336" v="14718" actId="20577"/>
          <ac:spMkLst>
            <pc:docMk/>
            <pc:sldMk cId="3701119641" sldId="1362"/>
            <ac:spMk id="80" creationId="{53A9F0CA-D93B-4628-B86F-5B9C1A7E6B21}"/>
          </ac:spMkLst>
        </pc:spChg>
        <pc:spChg chg="add mod">
          <ac:chgData name="vidushi dadu" userId="8f6edd75c0a5619a" providerId="LiveId" clId="{4A1D7BB4-DB2B-401C-9583-309F517E6E8F}" dt="2020-10-16T04:11:28.652" v="14717" actId="1036"/>
          <ac:spMkLst>
            <pc:docMk/>
            <pc:sldMk cId="3701119641" sldId="1362"/>
            <ac:spMk id="117" creationId="{D5C20A65-BA34-494F-929B-60F07BB3DD10}"/>
          </ac:spMkLst>
        </pc:spChg>
        <pc:spChg chg="add mod">
          <ac:chgData name="vidushi dadu" userId="8f6edd75c0a5619a" providerId="LiveId" clId="{4A1D7BB4-DB2B-401C-9583-309F517E6E8F}" dt="2020-10-13T23:11:44.368" v="10702" actId="14100"/>
          <ac:spMkLst>
            <pc:docMk/>
            <pc:sldMk cId="3701119641" sldId="1362"/>
            <ac:spMk id="119" creationId="{FC1F277C-0060-4F83-AD24-C8CF2B38E9D3}"/>
          </ac:spMkLst>
        </pc:spChg>
        <pc:spChg chg="add del mod">
          <ac:chgData name="vidushi dadu" userId="8f6edd75c0a5619a" providerId="LiveId" clId="{4A1D7BB4-DB2B-401C-9583-309F517E6E8F}" dt="2020-10-16T07:55:46.737" v="15665" actId="478"/>
          <ac:spMkLst>
            <pc:docMk/>
            <pc:sldMk cId="3701119641" sldId="1362"/>
            <ac:spMk id="120" creationId="{79E911AE-AC3E-414F-BD4F-24BE6E1F423F}"/>
          </ac:spMkLst>
        </pc:spChg>
        <pc:spChg chg="add del mod">
          <ac:chgData name="vidushi dadu" userId="8f6edd75c0a5619a" providerId="LiveId" clId="{4A1D7BB4-DB2B-401C-9583-309F517E6E8F}" dt="2020-10-16T07:55:46.737" v="15665" actId="478"/>
          <ac:spMkLst>
            <pc:docMk/>
            <pc:sldMk cId="3701119641" sldId="1362"/>
            <ac:spMk id="121" creationId="{4071DC2F-0EEA-45C9-A08E-09E06B372C75}"/>
          </ac:spMkLst>
        </pc:spChg>
        <pc:spChg chg="mod">
          <ac:chgData name="vidushi dadu" userId="8f6edd75c0a5619a" providerId="LiveId" clId="{4A1D7BB4-DB2B-401C-9583-309F517E6E8F}" dt="2020-10-13T23:09:49.655" v="10671" actId="20577"/>
          <ac:spMkLst>
            <pc:docMk/>
            <pc:sldMk cId="3701119641" sldId="1362"/>
            <ac:spMk id="217" creationId="{65BEED04-69D8-4F32-84D0-D7ABB6992BA0}"/>
          </ac:spMkLst>
        </pc:spChg>
        <pc:spChg chg="mod">
          <ac:chgData name="vidushi dadu" userId="8f6edd75c0a5619a" providerId="LiveId" clId="{4A1D7BB4-DB2B-401C-9583-309F517E6E8F}" dt="2020-10-16T04:11:40.400" v="14719" actId="20577"/>
          <ac:spMkLst>
            <pc:docMk/>
            <pc:sldMk cId="3701119641" sldId="1362"/>
            <ac:spMk id="219" creationId="{5DAF187D-E841-489F-A094-3AAF92E85D15}"/>
          </ac:spMkLst>
        </pc:spChg>
        <pc:spChg chg="mod">
          <ac:chgData name="vidushi dadu" userId="8f6edd75c0a5619a" providerId="LiveId" clId="{4A1D7BB4-DB2B-401C-9583-309F517E6E8F}" dt="2020-10-16T04:11:44.849" v="14720" actId="20577"/>
          <ac:spMkLst>
            <pc:docMk/>
            <pc:sldMk cId="3701119641" sldId="1362"/>
            <ac:spMk id="222" creationId="{1596FA9B-5913-44AE-96FE-FCEDC3880582}"/>
          </ac:spMkLst>
        </pc:spChg>
        <pc:graphicFrameChg chg="mod modGraphic">
          <ac:chgData name="vidushi dadu" userId="8f6edd75c0a5619a" providerId="LiveId" clId="{4A1D7BB4-DB2B-401C-9583-309F517E6E8F}" dt="2020-10-13T23:10:37.760" v="10685" actId="20577"/>
          <ac:graphicFrameMkLst>
            <pc:docMk/>
            <pc:sldMk cId="3701119641" sldId="1362"/>
            <ac:graphicFrameMk id="16" creationId="{21347826-5758-4473-9939-9B9DC44A6F42}"/>
          </ac:graphicFrameMkLst>
        </pc:graphicFrameChg>
        <pc:cxnChg chg="mod">
          <ac:chgData name="vidushi dadu" userId="8f6edd75c0a5619a" providerId="LiveId" clId="{4A1D7BB4-DB2B-401C-9583-309F517E6E8F}" dt="2020-10-13T23:12:36.488" v="10710" actId="692"/>
          <ac:cxnSpMkLst>
            <pc:docMk/>
            <pc:sldMk cId="3701119641" sldId="1362"/>
            <ac:cxnSpMk id="5" creationId="{3E7636C1-A525-4E61-8D62-71C5142EAD69}"/>
          </ac:cxnSpMkLst>
        </pc:cxnChg>
        <pc:cxnChg chg="mod">
          <ac:chgData name="vidushi dadu" userId="8f6edd75c0a5619a" providerId="LiveId" clId="{4A1D7BB4-DB2B-401C-9583-309F517E6E8F}" dt="2020-10-13T23:12:36.488" v="10710" actId="692"/>
          <ac:cxnSpMkLst>
            <pc:docMk/>
            <pc:sldMk cId="3701119641" sldId="1362"/>
            <ac:cxnSpMk id="12" creationId="{34721395-28ED-429D-8696-F1CE783DD64E}"/>
          </ac:cxnSpMkLst>
        </pc:cxnChg>
        <pc:cxnChg chg="mod">
          <ac:chgData name="vidushi dadu" userId="8f6edd75c0a5619a" providerId="LiveId" clId="{4A1D7BB4-DB2B-401C-9583-309F517E6E8F}" dt="2020-10-13T23:12:36.488" v="10710" actId="692"/>
          <ac:cxnSpMkLst>
            <pc:docMk/>
            <pc:sldMk cId="3701119641" sldId="1362"/>
            <ac:cxnSpMk id="57" creationId="{6CA158EF-D730-48B7-9DE2-E49749AB7573}"/>
          </ac:cxnSpMkLst>
        </pc:cxnChg>
        <pc:cxnChg chg="mod">
          <ac:chgData name="vidushi dadu" userId="8f6edd75c0a5619a" providerId="LiveId" clId="{4A1D7BB4-DB2B-401C-9583-309F517E6E8F}" dt="2020-10-13T23:12:36.488" v="10710" actId="692"/>
          <ac:cxnSpMkLst>
            <pc:docMk/>
            <pc:sldMk cId="3701119641" sldId="1362"/>
            <ac:cxnSpMk id="58" creationId="{35C7F29E-E3C8-44FC-9FA9-2DE3BD1A16A3}"/>
          </ac:cxnSpMkLst>
        </pc:cxnChg>
      </pc:sldChg>
      <pc:sldChg chg="delSp modSp add del">
        <pc:chgData name="vidushi dadu" userId="8f6edd75c0a5619a" providerId="LiveId" clId="{4A1D7BB4-DB2B-401C-9583-309F517E6E8F}" dt="2020-10-13T23:13:27.158" v="10727" actId="2696"/>
        <pc:sldMkLst>
          <pc:docMk/>
          <pc:sldMk cId="1539898585" sldId="1363"/>
        </pc:sldMkLst>
        <pc:spChg chg="mod">
          <ac:chgData name="vidushi dadu" userId="8f6edd75c0a5619a" providerId="LiveId" clId="{4A1D7BB4-DB2B-401C-9583-309F517E6E8F}" dt="2020-10-13T23:11:56.255" v="10707" actId="20577"/>
          <ac:spMkLst>
            <pc:docMk/>
            <pc:sldMk cId="1539898585" sldId="1363"/>
            <ac:spMk id="80" creationId="{53A9F0CA-D93B-4628-B86F-5B9C1A7E6B21}"/>
          </ac:spMkLst>
        </pc:spChg>
        <pc:spChg chg="mod">
          <ac:chgData name="vidushi dadu" userId="8f6edd75c0a5619a" providerId="LiveId" clId="{4A1D7BB4-DB2B-401C-9583-309F517E6E8F}" dt="2020-10-13T23:12:09.967" v="10709" actId="20577"/>
          <ac:spMkLst>
            <pc:docMk/>
            <pc:sldMk cId="1539898585" sldId="1363"/>
            <ac:spMk id="117" creationId="{D5C20A65-BA34-494F-929B-60F07BB3DD10}"/>
          </ac:spMkLst>
        </pc:spChg>
        <pc:spChg chg="del">
          <ac:chgData name="vidushi dadu" userId="8f6edd75c0a5619a" providerId="LiveId" clId="{4A1D7BB4-DB2B-401C-9583-309F517E6E8F}" dt="2020-10-13T23:12:00.543" v="10708" actId="478"/>
          <ac:spMkLst>
            <pc:docMk/>
            <pc:sldMk cId="1539898585" sldId="1363"/>
            <ac:spMk id="220" creationId="{5F11F3C4-DE8D-4E6B-8358-40B2F0A2B599}"/>
          </ac:spMkLst>
        </pc:spChg>
      </pc:sldChg>
      <pc:sldChg chg="delSp modSp add del">
        <pc:chgData name="vidushi dadu" userId="8f6edd75c0a5619a" providerId="LiveId" clId="{4A1D7BB4-DB2B-401C-9583-309F517E6E8F}" dt="2020-10-16T08:03:46.168" v="15764" actId="2696"/>
        <pc:sldMkLst>
          <pc:docMk/>
          <pc:sldMk cId="182339101" sldId="1364"/>
        </pc:sldMkLst>
        <pc:spChg chg="mod">
          <ac:chgData name="vidushi dadu" userId="8f6edd75c0a5619a" providerId="LiveId" clId="{4A1D7BB4-DB2B-401C-9583-309F517E6E8F}" dt="2020-10-13T23:13:11.518" v="10721" actId="14100"/>
          <ac:spMkLst>
            <pc:docMk/>
            <pc:sldMk cId="182339101" sldId="1364"/>
            <ac:spMk id="3" creationId="{575C9BCE-70FC-45B5-9CAA-455870D21A6A}"/>
          </ac:spMkLst>
        </pc:spChg>
        <pc:spChg chg="mod">
          <ac:chgData name="vidushi dadu" userId="8f6edd75c0a5619a" providerId="LiveId" clId="{4A1D7BB4-DB2B-401C-9583-309F517E6E8F}" dt="2020-10-16T04:12:26.428" v="14777" actId="20577"/>
          <ac:spMkLst>
            <pc:docMk/>
            <pc:sldMk cId="182339101" sldId="1364"/>
            <ac:spMk id="28" creationId="{F505003E-20FB-4630-88B1-90C6227D6C40}"/>
          </ac:spMkLst>
        </pc:spChg>
        <pc:spChg chg="mod">
          <ac:chgData name="vidushi dadu" userId="8f6edd75c0a5619a" providerId="LiveId" clId="{4A1D7BB4-DB2B-401C-9583-309F517E6E8F}" dt="2020-10-13T23:12:58.535" v="10717" actId="1076"/>
          <ac:spMkLst>
            <pc:docMk/>
            <pc:sldMk cId="182339101" sldId="1364"/>
            <ac:spMk id="80" creationId="{53A9F0CA-D93B-4628-B86F-5B9C1A7E6B21}"/>
          </ac:spMkLst>
        </pc:spChg>
        <pc:spChg chg="mod">
          <ac:chgData name="vidushi dadu" userId="8f6edd75c0a5619a" providerId="LiveId" clId="{4A1D7BB4-DB2B-401C-9583-309F517E6E8F}" dt="2020-10-16T04:12:32.671" v="14778" actId="1076"/>
          <ac:spMkLst>
            <pc:docMk/>
            <pc:sldMk cId="182339101" sldId="1364"/>
            <ac:spMk id="117" creationId="{D5C20A65-BA34-494F-929B-60F07BB3DD10}"/>
          </ac:spMkLst>
        </pc:spChg>
        <pc:spChg chg="mod">
          <ac:chgData name="vidushi dadu" userId="8f6edd75c0a5619a" providerId="LiveId" clId="{4A1D7BB4-DB2B-401C-9583-309F517E6E8F}" dt="2020-10-13T23:13:18.254" v="10725" actId="20577"/>
          <ac:spMkLst>
            <pc:docMk/>
            <pc:sldMk cId="182339101" sldId="1364"/>
            <ac:spMk id="119" creationId="{FC1F277C-0060-4F83-AD24-C8CF2B38E9D3}"/>
          </ac:spMkLst>
        </pc:spChg>
        <pc:spChg chg="mod">
          <ac:chgData name="vidushi dadu" userId="8f6edd75c0a5619a" providerId="LiveId" clId="{4A1D7BB4-DB2B-401C-9583-309F517E6E8F}" dt="2020-10-16T04:11:50.139" v="14721" actId="20577"/>
          <ac:spMkLst>
            <pc:docMk/>
            <pc:sldMk cId="182339101" sldId="1364"/>
            <ac:spMk id="219" creationId="{5DAF187D-E841-489F-A094-3AAF92E85D15}"/>
          </ac:spMkLst>
        </pc:spChg>
        <pc:spChg chg="del">
          <ac:chgData name="vidushi dadu" userId="8f6edd75c0a5619a" providerId="LiveId" clId="{4A1D7BB4-DB2B-401C-9583-309F517E6E8F}" dt="2020-10-13T23:12:54.936" v="10716" actId="478"/>
          <ac:spMkLst>
            <pc:docMk/>
            <pc:sldMk cId="182339101" sldId="1364"/>
            <ac:spMk id="220" creationId="{5F11F3C4-DE8D-4E6B-8358-40B2F0A2B599}"/>
          </ac:spMkLst>
        </pc:spChg>
        <pc:spChg chg="mod">
          <ac:chgData name="vidushi dadu" userId="8f6edd75c0a5619a" providerId="LiveId" clId="{4A1D7BB4-DB2B-401C-9583-309F517E6E8F}" dt="2020-10-16T04:11:54.920" v="14722" actId="20577"/>
          <ac:spMkLst>
            <pc:docMk/>
            <pc:sldMk cId="182339101" sldId="1364"/>
            <ac:spMk id="222" creationId="{1596FA9B-5913-44AE-96FE-FCEDC3880582}"/>
          </ac:spMkLst>
        </pc:spChg>
      </pc:sldChg>
      <pc:sldChg chg="delSp modSp add del">
        <pc:chgData name="vidushi dadu" userId="8f6edd75c0a5619a" providerId="LiveId" clId="{4A1D7BB4-DB2B-401C-9583-309F517E6E8F}" dt="2020-10-16T08:03:46.240" v="15765" actId="2696"/>
        <pc:sldMkLst>
          <pc:docMk/>
          <pc:sldMk cId="3174497332" sldId="1365"/>
        </pc:sldMkLst>
        <pc:spChg chg="mod">
          <ac:chgData name="vidushi dadu" userId="8f6edd75c0a5619a" providerId="LiveId" clId="{4A1D7BB4-DB2B-401C-9583-309F517E6E8F}" dt="2020-10-16T04:12:44.831" v="14800" actId="20577"/>
          <ac:spMkLst>
            <pc:docMk/>
            <pc:sldMk cId="3174497332" sldId="1365"/>
            <ac:spMk id="28" creationId="{F505003E-20FB-4630-88B1-90C6227D6C40}"/>
          </ac:spMkLst>
        </pc:spChg>
        <pc:spChg chg="mod">
          <ac:chgData name="vidushi dadu" userId="8f6edd75c0a5619a" providerId="LiveId" clId="{4A1D7BB4-DB2B-401C-9583-309F517E6E8F}" dt="2020-10-16T04:12:50.366" v="14801" actId="1076"/>
          <ac:spMkLst>
            <pc:docMk/>
            <pc:sldMk cId="3174497332" sldId="1365"/>
            <ac:spMk id="117" creationId="{D5C20A65-BA34-494F-929B-60F07BB3DD10}"/>
          </ac:spMkLst>
        </pc:spChg>
        <pc:spChg chg="mod">
          <ac:chgData name="vidushi dadu" userId="8f6edd75c0a5619a" providerId="LiveId" clId="{4A1D7BB4-DB2B-401C-9583-309F517E6E8F}" dt="2020-10-16T04:12:38.244" v="14779" actId="20577"/>
          <ac:spMkLst>
            <pc:docMk/>
            <pc:sldMk cId="3174497332" sldId="1365"/>
            <ac:spMk id="219" creationId="{5DAF187D-E841-489F-A094-3AAF92E85D15}"/>
          </ac:spMkLst>
        </pc:spChg>
        <pc:spChg chg="mod">
          <ac:chgData name="vidushi dadu" userId="8f6edd75c0a5619a" providerId="LiveId" clId="{4A1D7BB4-DB2B-401C-9583-309F517E6E8F}" dt="2020-10-13T23:13:46.351" v="10734" actId="1076"/>
          <ac:spMkLst>
            <pc:docMk/>
            <pc:sldMk cId="3174497332" sldId="1365"/>
            <ac:spMk id="222" creationId="{1596FA9B-5913-44AE-96FE-FCEDC3880582}"/>
          </ac:spMkLst>
        </pc:spChg>
        <pc:spChg chg="del">
          <ac:chgData name="vidushi dadu" userId="8f6edd75c0a5619a" providerId="LiveId" clId="{4A1D7BB4-DB2B-401C-9583-309F517E6E8F}" dt="2020-10-13T23:13:42.391" v="10733" actId="478"/>
          <ac:spMkLst>
            <pc:docMk/>
            <pc:sldMk cId="3174497332" sldId="1365"/>
            <ac:spMk id="223" creationId="{F17F595C-D2A0-4AB0-A546-978E73FA9873}"/>
          </ac:spMkLst>
        </pc:spChg>
      </pc:sldChg>
      <pc:sldChg chg="addSp delSp modSp add del">
        <pc:chgData name="vidushi dadu" userId="8f6edd75c0a5619a" providerId="LiveId" clId="{4A1D7BB4-DB2B-401C-9583-309F517E6E8F}" dt="2020-10-16T08:03:46.349" v="15766" actId="2696"/>
        <pc:sldMkLst>
          <pc:docMk/>
          <pc:sldMk cId="2881089018" sldId="1366"/>
        </pc:sldMkLst>
        <pc:spChg chg="mod">
          <ac:chgData name="vidushi dadu" userId="8f6edd75c0a5619a" providerId="LiveId" clId="{4A1D7BB4-DB2B-401C-9583-309F517E6E8F}" dt="2020-10-13T23:14:05.919" v="10741" actId="20577"/>
          <ac:spMkLst>
            <pc:docMk/>
            <pc:sldMk cId="2881089018" sldId="1366"/>
            <ac:spMk id="3" creationId="{575C9BCE-70FC-45B5-9CAA-455870D21A6A}"/>
          </ac:spMkLst>
        </pc:spChg>
        <pc:spChg chg="mod">
          <ac:chgData name="vidushi dadu" userId="8f6edd75c0a5619a" providerId="LiveId" clId="{4A1D7BB4-DB2B-401C-9583-309F517E6E8F}" dt="2020-10-16T04:13:00.295" v="14802" actId="1076"/>
          <ac:spMkLst>
            <pc:docMk/>
            <pc:sldMk cId="2881089018" sldId="1366"/>
            <ac:spMk id="117" creationId="{D5C20A65-BA34-494F-929B-60F07BB3DD10}"/>
          </ac:spMkLst>
        </pc:spChg>
        <pc:spChg chg="add mod">
          <ac:chgData name="vidushi dadu" userId="8f6edd75c0a5619a" providerId="LiveId" clId="{4A1D7BB4-DB2B-401C-9583-309F517E6E8F}" dt="2020-10-13T23:14:35.303" v="10753" actId="14100"/>
          <ac:spMkLst>
            <pc:docMk/>
            <pc:sldMk cId="2881089018" sldId="1366"/>
            <ac:spMk id="118" creationId="{6708A92D-6C1B-4A67-A51E-414EF3A40393}"/>
          </ac:spMkLst>
        </pc:spChg>
        <pc:spChg chg="mod">
          <ac:chgData name="vidushi dadu" userId="8f6edd75c0a5619a" providerId="LiveId" clId="{4A1D7BB4-DB2B-401C-9583-309F517E6E8F}" dt="2020-10-13T23:14:03.262" v="10740" actId="1076"/>
          <ac:spMkLst>
            <pc:docMk/>
            <pc:sldMk cId="2881089018" sldId="1366"/>
            <ac:spMk id="219" creationId="{5DAF187D-E841-489F-A094-3AAF92E85D15}"/>
          </ac:spMkLst>
        </pc:spChg>
        <pc:spChg chg="del">
          <ac:chgData name="vidushi dadu" userId="8f6edd75c0a5619a" providerId="LiveId" clId="{4A1D7BB4-DB2B-401C-9583-309F517E6E8F}" dt="2020-10-13T23:13:59.751" v="10739" actId="478"/>
          <ac:spMkLst>
            <pc:docMk/>
            <pc:sldMk cId="2881089018" sldId="1366"/>
            <ac:spMk id="222" creationId="{1596FA9B-5913-44AE-96FE-FCEDC3880582}"/>
          </ac:spMkLst>
        </pc:spChg>
        <pc:cxnChg chg="mod">
          <ac:chgData name="vidushi dadu" userId="8f6edd75c0a5619a" providerId="LiveId" clId="{4A1D7BB4-DB2B-401C-9583-309F517E6E8F}" dt="2020-10-13T23:14:17.912" v="10743" actId="692"/>
          <ac:cxnSpMkLst>
            <pc:docMk/>
            <pc:sldMk cId="2881089018" sldId="1366"/>
            <ac:cxnSpMk id="20" creationId="{C76B3827-94D8-47E0-9C8D-E7C59ED484C8}"/>
          </ac:cxnSpMkLst>
        </pc:cxnChg>
        <pc:cxnChg chg="mod">
          <ac:chgData name="vidushi dadu" userId="8f6edd75c0a5619a" providerId="LiveId" clId="{4A1D7BB4-DB2B-401C-9583-309F517E6E8F}" dt="2020-10-13T23:14:17.912" v="10743" actId="692"/>
          <ac:cxnSpMkLst>
            <pc:docMk/>
            <pc:sldMk cId="2881089018" sldId="1366"/>
            <ac:cxnSpMk id="61" creationId="{37283BFD-7485-4469-9802-419994F0D871}"/>
          </ac:cxnSpMkLst>
        </pc:cxnChg>
        <pc:cxnChg chg="mod">
          <ac:chgData name="vidushi dadu" userId="8f6edd75c0a5619a" providerId="LiveId" clId="{4A1D7BB4-DB2B-401C-9583-309F517E6E8F}" dt="2020-10-13T23:14:17.912" v="10743" actId="692"/>
          <ac:cxnSpMkLst>
            <pc:docMk/>
            <pc:sldMk cId="2881089018" sldId="1366"/>
            <ac:cxnSpMk id="106" creationId="{C9AA4B43-3FA3-4B7F-8927-17F6F2FCB439}"/>
          </ac:cxnSpMkLst>
        </pc:cxnChg>
      </pc:sldChg>
      <pc:sldChg chg="add del">
        <pc:chgData name="vidushi dadu" userId="8f6edd75c0a5619a" providerId="LiveId" clId="{4A1D7BB4-DB2B-401C-9583-309F517E6E8F}" dt="2020-10-13T23:34:28.794" v="11598" actId="2696"/>
        <pc:sldMkLst>
          <pc:docMk/>
          <pc:sldMk cId="2551798614" sldId="1367"/>
        </pc:sldMkLst>
      </pc:sldChg>
      <pc:sldChg chg="add del">
        <pc:chgData name="vidushi dadu" userId="8f6edd75c0a5619a" providerId="LiveId" clId="{4A1D7BB4-DB2B-401C-9583-309F517E6E8F}" dt="2020-10-14T00:25:47.706" v="12921" actId="2696"/>
        <pc:sldMkLst>
          <pc:docMk/>
          <pc:sldMk cId="2702788528" sldId="1367"/>
        </pc:sldMkLst>
      </pc:sldChg>
      <pc:sldChg chg="modSp add">
        <pc:chgData name="vidushi dadu" userId="8f6edd75c0a5619a" providerId="LiveId" clId="{4A1D7BB4-DB2B-401C-9583-309F517E6E8F}" dt="2020-10-16T08:09:27.301" v="15858"/>
        <pc:sldMkLst>
          <pc:docMk/>
          <pc:sldMk cId="1417788656" sldId="1368"/>
        </pc:sldMkLst>
        <pc:spChg chg="mod">
          <ac:chgData name="vidushi dadu" userId="8f6edd75c0a5619a" providerId="LiveId" clId="{4A1D7BB4-DB2B-401C-9583-309F517E6E8F}" dt="2020-10-13T23:35:05.572" v="11656" actId="20577"/>
          <ac:spMkLst>
            <pc:docMk/>
            <pc:sldMk cId="1417788656" sldId="1368"/>
            <ac:spMk id="2" creationId="{C60589E2-9314-4E96-980C-8C486E1490EA}"/>
          </ac:spMkLst>
        </pc:spChg>
        <pc:spChg chg="mod">
          <ac:chgData name="vidushi dadu" userId="8f6edd75c0a5619a" providerId="LiveId" clId="{4A1D7BB4-DB2B-401C-9583-309F517E6E8F}" dt="2020-10-16T08:09:27.301" v="15858"/>
          <ac:spMkLst>
            <pc:docMk/>
            <pc:sldMk cId="1417788656" sldId="1368"/>
            <ac:spMk id="3" creationId="{855D9268-8E2E-472F-AF0F-94326F0D712A}"/>
          </ac:spMkLst>
        </pc:spChg>
      </pc:sldChg>
      <pc:sldChg chg="add del">
        <pc:chgData name="vidushi dadu" userId="8f6edd75c0a5619a" providerId="LiveId" clId="{4A1D7BB4-DB2B-401C-9583-309F517E6E8F}" dt="2020-10-16T08:31:09.292" v="16754" actId="2696"/>
        <pc:sldMkLst>
          <pc:docMk/>
          <pc:sldMk cId="4164089" sldId="1369"/>
        </pc:sldMkLst>
      </pc:sldChg>
      <pc:sldChg chg="modSp add del">
        <pc:chgData name="vidushi dadu" userId="8f6edd75c0a5619a" providerId="LiveId" clId="{4A1D7BB4-DB2B-401C-9583-309F517E6E8F}" dt="2020-10-13T23:38:28.756" v="12013" actId="2696"/>
        <pc:sldMkLst>
          <pc:docMk/>
          <pc:sldMk cId="213382318" sldId="1369"/>
        </pc:sldMkLst>
        <pc:spChg chg="mod">
          <ac:chgData name="vidushi dadu" userId="8f6edd75c0a5619a" providerId="LiveId" clId="{4A1D7BB4-DB2B-401C-9583-309F517E6E8F}" dt="2020-10-13T23:36:38.558" v="11824" actId="20577"/>
          <ac:spMkLst>
            <pc:docMk/>
            <pc:sldMk cId="213382318" sldId="1369"/>
            <ac:spMk id="2" creationId="{99A664E9-2E7F-4B57-A586-B7DE2DFDE3AE}"/>
          </ac:spMkLst>
        </pc:spChg>
        <pc:spChg chg="mod">
          <ac:chgData name="vidushi dadu" userId="8f6edd75c0a5619a" providerId="LiveId" clId="{4A1D7BB4-DB2B-401C-9583-309F517E6E8F}" dt="2020-10-13T23:36:47.074" v="11825"/>
          <ac:spMkLst>
            <pc:docMk/>
            <pc:sldMk cId="213382318" sldId="1369"/>
            <ac:spMk id="3" creationId="{F1DE0165-117E-4EF7-82D1-65B2C58E25A3}"/>
          </ac:spMkLst>
        </pc:spChg>
      </pc:sldChg>
      <pc:sldChg chg="addSp delSp modSp add del modTransition delAnim modAnim">
        <pc:chgData name="vidushi dadu" userId="8f6edd75c0a5619a" providerId="LiveId" clId="{4A1D7BB4-DB2B-401C-9583-309F517E6E8F}" dt="2020-10-16T04:14:57.760" v="14881" actId="2696"/>
        <pc:sldMkLst>
          <pc:docMk/>
          <pc:sldMk cId="3381665834" sldId="1369"/>
        </pc:sldMkLst>
        <pc:spChg chg="mod">
          <ac:chgData name="vidushi dadu" userId="8f6edd75c0a5619a" providerId="LiveId" clId="{4A1D7BB4-DB2B-401C-9583-309F517E6E8F}" dt="2020-10-14T00:15:04.307" v="12383" actId="20577"/>
          <ac:spMkLst>
            <pc:docMk/>
            <pc:sldMk cId="3381665834" sldId="1369"/>
            <ac:spMk id="2" creationId="{49FF1474-9B6C-4FA7-878C-9D25A2AEE9E7}"/>
          </ac:spMkLst>
        </pc:spChg>
        <pc:spChg chg="del">
          <ac:chgData name="vidushi dadu" userId="8f6edd75c0a5619a" providerId="LiveId" clId="{4A1D7BB4-DB2B-401C-9583-309F517E6E8F}" dt="2020-10-13T23:40:32.427" v="12073" actId="478"/>
          <ac:spMkLst>
            <pc:docMk/>
            <pc:sldMk cId="3381665834" sldId="1369"/>
            <ac:spMk id="3" creationId="{43361953-8C02-454A-B7E7-47CEF6A3B1D1}"/>
          </ac:spMkLst>
        </pc:spChg>
        <pc:spChg chg="add del mod">
          <ac:chgData name="vidushi dadu" userId="8f6edd75c0a5619a" providerId="LiveId" clId="{4A1D7BB4-DB2B-401C-9583-309F517E6E8F}" dt="2020-10-13T23:40:34.982" v="12074" actId="478"/>
          <ac:spMkLst>
            <pc:docMk/>
            <pc:sldMk cId="3381665834" sldId="1369"/>
            <ac:spMk id="8" creationId="{10017B8C-7E5C-429B-8C92-F35212BBFB23}"/>
          </ac:spMkLst>
        </pc:spChg>
        <pc:spChg chg="del">
          <ac:chgData name="vidushi dadu" userId="8f6edd75c0a5619a" providerId="LiveId" clId="{4A1D7BB4-DB2B-401C-9583-309F517E6E8F}" dt="2020-10-13T23:40:32.427" v="12073" actId="478"/>
          <ac:spMkLst>
            <pc:docMk/>
            <pc:sldMk cId="3381665834" sldId="1369"/>
            <ac:spMk id="36" creationId="{8C9B06D4-E32F-431D-9C8F-1FA77553F53E}"/>
          </ac:spMkLst>
        </pc:spChg>
        <pc:spChg chg="add mod">
          <ac:chgData name="vidushi dadu" userId="8f6edd75c0a5619a" providerId="LiveId" clId="{4A1D7BB4-DB2B-401C-9583-309F517E6E8F}" dt="2020-10-13T23:42:19.850" v="12103" actId="1076"/>
          <ac:spMkLst>
            <pc:docMk/>
            <pc:sldMk cId="3381665834" sldId="1369"/>
            <ac:spMk id="37" creationId="{89AB60B7-EA7B-4748-8736-DC9FBBC2415A}"/>
          </ac:spMkLst>
        </pc:spChg>
        <pc:spChg chg="add mod">
          <ac:chgData name="vidushi dadu" userId="8f6edd75c0a5619a" providerId="LiveId" clId="{4A1D7BB4-DB2B-401C-9583-309F517E6E8F}" dt="2020-10-14T21:38:38.687" v="14529" actId="20577"/>
          <ac:spMkLst>
            <pc:docMk/>
            <pc:sldMk cId="3381665834" sldId="1369"/>
            <ac:spMk id="38" creationId="{86FA6E4F-F90C-4325-8498-C862B187B634}"/>
          </ac:spMkLst>
        </pc:spChg>
        <pc:spChg chg="mod">
          <ac:chgData name="vidushi dadu" userId="8f6edd75c0a5619a" providerId="LiveId" clId="{4A1D7BB4-DB2B-401C-9583-309F517E6E8F}" dt="2020-10-14T21:38:35.307" v="14528" actId="20577"/>
          <ac:spMkLst>
            <pc:docMk/>
            <pc:sldMk cId="3381665834" sldId="1369"/>
            <ac:spMk id="174" creationId="{410AC21A-182F-403B-8F7A-3F7583A0A148}"/>
          </ac:spMkLst>
        </pc:spChg>
        <pc:grpChg chg="mod">
          <ac:chgData name="vidushi dadu" userId="8f6edd75c0a5619a" providerId="LiveId" clId="{4A1D7BB4-DB2B-401C-9583-309F517E6E8F}" dt="2020-10-13T23:42:17.222" v="12102" actId="1076"/>
          <ac:grpSpMkLst>
            <pc:docMk/>
            <pc:sldMk cId="3381665834" sldId="1369"/>
            <ac:grpSpMk id="69" creationId="{ABFCAE5F-0BAF-4A42-85A9-64A7AA93C329}"/>
          </ac:grpSpMkLst>
        </pc:grpChg>
      </pc:sldChg>
      <pc:sldChg chg="add del">
        <pc:chgData name="vidushi dadu" userId="8f6edd75c0a5619a" providerId="LiveId" clId="{4A1D7BB4-DB2B-401C-9583-309F517E6E8F}" dt="2020-10-13T23:40:22.634" v="12071" actId="2696"/>
        <pc:sldMkLst>
          <pc:docMk/>
          <pc:sldMk cId="3848787702" sldId="1369"/>
        </pc:sldMkLst>
      </pc:sldChg>
      <pc:sldChg chg="add del">
        <pc:chgData name="vidushi dadu" userId="8f6edd75c0a5619a" providerId="LiveId" clId="{4A1D7BB4-DB2B-401C-9583-309F517E6E8F}" dt="2020-10-14T00:25:47.791" v="12923" actId="2696"/>
        <pc:sldMkLst>
          <pc:docMk/>
          <pc:sldMk cId="391547904" sldId="1370"/>
        </pc:sldMkLst>
      </pc:sldChg>
      <pc:sldChg chg="add del">
        <pc:chgData name="vidushi dadu" userId="8f6edd75c0a5619a" providerId="LiveId" clId="{4A1D7BB4-DB2B-401C-9583-309F517E6E8F}" dt="2020-10-14T00:25:20.442" v="12907" actId="2696"/>
        <pc:sldMkLst>
          <pc:docMk/>
          <pc:sldMk cId="1680470382" sldId="1370"/>
        </pc:sldMkLst>
      </pc:sldChg>
      <pc:sldChg chg="add del">
        <pc:chgData name="vidushi dadu" userId="8f6edd75c0a5619a" providerId="LiveId" clId="{4A1D7BB4-DB2B-401C-9583-309F517E6E8F}" dt="2020-10-14T00:10:07.935" v="12319" actId="2696"/>
        <pc:sldMkLst>
          <pc:docMk/>
          <pc:sldMk cId="1080135027" sldId="1371"/>
        </pc:sldMkLst>
      </pc:sldChg>
      <pc:sldChg chg="addSp delSp modSp add modAnim">
        <pc:chgData name="vidushi dadu" userId="8f6edd75c0a5619a" providerId="LiveId" clId="{4A1D7BB4-DB2B-401C-9583-309F517E6E8F}" dt="2020-10-16T23:38:56.300" v="18064"/>
        <pc:sldMkLst>
          <pc:docMk/>
          <pc:sldMk cId="941132317" sldId="1372"/>
        </pc:sldMkLst>
        <pc:spChg chg="mod">
          <ac:chgData name="vidushi dadu" userId="8f6edd75c0a5619a" providerId="LiveId" clId="{4A1D7BB4-DB2B-401C-9583-309F517E6E8F}" dt="2020-10-16T22:35:08.968" v="17454"/>
          <ac:spMkLst>
            <pc:docMk/>
            <pc:sldMk cId="941132317" sldId="1372"/>
            <ac:spMk id="2" creationId="{CF9A0BB0-975C-4A59-8E27-A3CA049C3877}"/>
          </ac:spMkLst>
        </pc:spChg>
        <pc:spChg chg="del">
          <ac:chgData name="vidushi dadu" userId="8f6edd75c0a5619a" providerId="LiveId" clId="{4A1D7BB4-DB2B-401C-9583-309F517E6E8F}" dt="2020-10-14T00:10:18.491" v="12320" actId="478"/>
          <ac:spMkLst>
            <pc:docMk/>
            <pc:sldMk cId="941132317" sldId="1372"/>
            <ac:spMk id="8" creationId="{745D95B9-39DB-42DD-AF3E-83C05F9DCAA5}"/>
          </ac:spMkLst>
        </pc:spChg>
        <pc:spChg chg="add mod">
          <ac:chgData name="vidushi dadu" userId="8f6edd75c0a5619a" providerId="LiveId" clId="{4A1D7BB4-DB2B-401C-9583-309F517E6E8F}" dt="2020-10-16T23:19:04.140" v="17701" actId="20577"/>
          <ac:spMkLst>
            <pc:docMk/>
            <pc:sldMk cId="941132317" sldId="1372"/>
            <ac:spMk id="48" creationId="{EE5BDE20-6D29-4E0D-A1F1-0DCAE67DF034}"/>
          </ac:spMkLst>
        </pc:spChg>
        <pc:spChg chg="add mod">
          <ac:chgData name="vidushi dadu" userId="8f6edd75c0a5619a" providerId="LiveId" clId="{4A1D7BB4-DB2B-401C-9583-309F517E6E8F}" dt="2020-10-14T21:37:05.778" v="14474" actId="20577"/>
          <ac:spMkLst>
            <pc:docMk/>
            <pc:sldMk cId="941132317" sldId="1372"/>
            <ac:spMk id="49" creationId="{0E0069F4-2628-426F-94C2-EC3C6A93D5B2}"/>
          </ac:spMkLst>
        </pc:spChg>
        <pc:spChg chg="add mod">
          <ac:chgData name="vidushi dadu" userId="8f6edd75c0a5619a" providerId="LiveId" clId="{4A1D7BB4-DB2B-401C-9583-309F517E6E8F}" dt="2020-10-16T23:29:15.387" v="17786" actId="1076"/>
          <ac:spMkLst>
            <pc:docMk/>
            <pc:sldMk cId="941132317" sldId="1372"/>
            <ac:spMk id="50" creationId="{454ED187-878F-4E30-892C-0E18C341F880}"/>
          </ac:spMkLst>
        </pc:spChg>
        <pc:spChg chg="mod">
          <ac:chgData name="vidushi dadu" userId="8f6edd75c0a5619a" providerId="LiveId" clId="{4A1D7BB4-DB2B-401C-9583-309F517E6E8F}" dt="2020-10-16T23:29:25.060" v="17789" actId="20577"/>
          <ac:spMkLst>
            <pc:docMk/>
            <pc:sldMk cId="941132317" sldId="1372"/>
            <ac:spMk id="51" creationId="{37ED4D90-1D78-4CFF-A3A1-339691C45FED}"/>
          </ac:spMkLst>
        </pc:spChg>
        <pc:spChg chg="add mod">
          <ac:chgData name="vidushi dadu" userId="8f6edd75c0a5619a" providerId="LiveId" clId="{4A1D7BB4-DB2B-401C-9583-309F517E6E8F}" dt="2020-10-16T23:29:21.907" v="17788" actId="1076"/>
          <ac:spMkLst>
            <pc:docMk/>
            <pc:sldMk cId="941132317" sldId="1372"/>
            <ac:spMk id="52" creationId="{3CA9FFDB-A81F-4DD0-BF3E-BDBFE030FB5C}"/>
          </ac:spMkLst>
        </pc:spChg>
        <pc:spChg chg="mod">
          <ac:chgData name="vidushi dadu" userId="8f6edd75c0a5619a" providerId="LiveId" clId="{4A1D7BB4-DB2B-401C-9583-309F517E6E8F}" dt="2020-10-16T23:29:27.107" v="17790" actId="20577"/>
          <ac:spMkLst>
            <pc:docMk/>
            <pc:sldMk cId="941132317" sldId="1372"/>
            <ac:spMk id="93" creationId="{833B3076-61D0-4102-B7BF-6249E9560A50}"/>
          </ac:spMkLst>
        </pc:spChg>
        <pc:grpChg chg="mod">
          <ac:chgData name="vidushi dadu" userId="8f6edd75c0a5619a" providerId="LiveId" clId="{4A1D7BB4-DB2B-401C-9583-309F517E6E8F}" dt="2020-10-14T00:10:37.962" v="12325" actId="1076"/>
          <ac:grpSpMkLst>
            <pc:docMk/>
            <pc:sldMk cId="941132317" sldId="1372"/>
            <ac:grpSpMk id="45" creationId="{7A249A6F-B89D-46E1-9A53-CFFAB60395F3}"/>
          </ac:grpSpMkLst>
        </pc:grpChg>
      </pc:sldChg>
      <pc:sldChg chg="add del">
        <pc:chgData name="vidushi dadu" userId="8f6edd75c0a5619a" providerId="LiveId" clId="{4A1D7BB4-DB2B-401C-9583-309F517E6E8F}" dt="2020-10-14T00:29:31.473" v="13216" actId="2696"/>
        <pc:sldMkLst>
          <pc:docMk/>
          <pc:sldMk cId="2358920614" sldId="1373"/>
        </pc:sldMkLst>
      </pc:sldChg>
      <pc:sldChg chg="add del">
        <pc:chgData name="vidushi dadu" userId="8f6edd75c0a5619a" providerId="LiveId" clId="{4A1D7BB4-DB2B-401C-9583-309F517E6E8F}" dt="2020-10-14T00:27:34.567" v="12966" actId="2696"/>
        <pc:sldMkLst>
          <pc:docMk/>
          <pc:sldMk cId="2562214093" sldId="1374"/>
        </pc:sldMkLst>
      </pc:sldChg>
      <pc:sldChg chg="addSp modSp add del modAnim">
        <pc:chgData name="vidushi dadu" userId="8f6edd75c0a5619a" providerId="LiveId" clId="{4A1D7BB4-DB2B-401C-9583-309F517E6E8F}" dt="2020-10-16T23:53:52.642" v="18491" actId="2696"/>
        <pc:sldMkLst>
          <pc:docMk/>
          <pc:sldMk cId="4011405286" sldId="1375"/>
        </pc:sldMkLst>
        <pc:spChg chg="mod">
          <ac:chgData name="vidushi dadu" userId="8f6edd75c0a5619a" providerId="LiveId" clId="{4A1D7BB4-DB2B-401C-9583-309F517E6E8F}" dt="2020-10-14T00:29:20.065" v="13215" actId="20577"/>
          <ac:spMkLst>
            <pc:docMk/>
            <pc:sldMk cId="4011405286" sldId="1375"/>
            <ac:spMk id="2" creationId="{C60589E2-9314-4E96-980C-8C486E1490EA}"/>
          </ac:spMkLst>
        </pc:spChg>
        <pc:spChg chg="mod">
          <ac:chgData name="vidushi dadu" userId="8f6edd75c0a5619a" providerId="LiveId" clId="{4A1D7BB4-DB2B-401C-9583-309F517E6E8F}" dt="2020-10-17T02:25:12.070" v="17100"/>
          <ac:spMkLst>
            <pc:docMk/>
            <pc:sldMk cId="4011405286" sldId="1375"/>
            <ac:spMk id="3" creationId="{855D9268-8E2E-472F-AF0F-94326F0D712A}"/>
          </ac:spMkLst>
        </pc:spChg>
        <pc:spChg chg="add mod">
          <ac:chgData name="vidushi dadu" userId="8f6edd75c0a5619a" providerId="LiveId" clId="{4A1D7BB4-DB2B-401C-9583-309F517E6E8F}" dt="2020-10-16T08:56:03.610" v="16914" actId="1076"/>
          <ac:spMkLst>
            <pc:docMk/>
            <pc:sldMk cId="4011405286" sldId="1375"/>
            <ac:spMk id="5" creationId="{972DEA53-1FF4-483E-B04B-6C8F775702B7}"/>
          </ac:spMkLst>
        </pc:spChg>
        <pc:spChg chg="add mod">
          <ac:chgData name="vidushi dadu" userId="8f6edd75c0a5619a" providerId="LiveId" clId="{4A1D7BB4-DB2B-401C-9583-309F517E6E8F}" dt="2020-10-16T08:56:36.388" v="16943" actId="1036"/>
          <ac:spMkLst>
            <pc:docMk/>
            <pc:sldMk cId="4011405286" sldId="1375"/>
            <ac:spMk id="6" creationId="{5EB03917-8D9B-40AC-B73A-19BDFAEC690A}"/>
          </ac:spMkLst>
        </pc:spChg>
        <pc:spChg chg="add mod">
          <ac:chgData name="vidushi dadu" userId="8f6edd75c0a5619a" providerId="LiveId" clId="{4A1D7BB4-DB2B-401C-9583-309F517E6E8F}" dt="2020-10-16T08:57:03.168" v="16950" actId="20577"/>
          <ac:spMkLst>
            <pc:docMk/>
            <pc:sldMk cId="4011405286" sldId="1375"/>
            <ac:spMk id="7" creationId="{C03CF33D-4EAD-452A-9DB4-058347601B72}"/>
          </ac:spMkLst>
        </pc:spChg>
        <pc:spChg chg="add mod">
          <ac:chgData name="vidushi dadu" userId="8f6edd75c0a5619a" providerId="LiveId" clId="{4A1D7BB4-DB2B-401C-9583-309F517E6E8F}" dt="2020-10-17T02:26:06.752" v="17171" actId="14100"/>
          <ac:spMkLst>
            <pc:docMk/>
            <pc:sldMk cId="4011405286" sldId="1375"/>
            <ac:spMk id="8" creationId="{C8607F47-A833-4265-8F60-1047B8303BEB}"/>
          </ac:spMkLst>
        </pc:spChg>
        <pc:spChg chg="add mod">
          <ac:chgData name="vidushi dadu" userId="8f6edd75c0a5619a" providerId="LiveId" clId="{4A1D7BB4-DB2B-401C-9583-309F517E6E8F}" dt="2020-10-17T02:26:57.347" v="17240" actId="20577"/>
          <ac:spMkLst>
            <pc:docMk/>
            <pc:sldMk cId="4011405286" sldId="1375"/>
            <ac:spMk id="9" creationId="{FCD2DCF8-56C7-4E69-97C7-44093F0C7558}"/>
          </ac:spMkLst>
        </pc:spChg>
      </pc:sldChg>
      <pc:sldChg chg="add del ord">
        <pc:chgData name="vidushi dadu" userId="8f6edd75c0a5619a" providerId="LiveId" clId="{4A1D7BB4-DB2B-401C-9583-309F517E6E8F}" dt="2020-10-14T03:36:42.209" v="14052" actId="2696"/>
        <pc:sldMkLst>
          <pc:docMk/>
          <pc:sldMk cId="1707351042" sldId="1376"/>
        </pc:sldMkLst>
      </pc:sldChg>
      <pc:sldChg chg="addSp delSp modSp add modTransition modAnim">
        <pc:chgData name="vidushi dadu" userId="8f6edd75c0a5619a" providerId="LiveId" clId="{4A1D7BB4-DB2B-401C-9583-309F517E6E8F}" dt="2020-10-16T08:23:22.512" v="16533"/>
        <pc:sldMkLst>
          <pc:docMk/>
          <pc:sldMk cId="2893863427" sldId="1376"/>
        </pc:sldMkLst>
        <pc:spChg chg="del mod">
          <ac:chgData name="vidushi dadu" userId="8f6edd75c0a5619a" providerId="LiveId" clId="{4A1D7BB4-DB2B-401C-9583-309F517E6E8F}" dt="2020-10-15T04:16:26.094" v="14055" actId="478"/>
          <ac:spMkLst>
            <pc:docMk/>
            <pc:sldMk cId="2893863427" sldId="1376"/>
            <ac:spMk id="5" creationId="{D1E3777B-0596-46BD-A605-D8676332AB6D}"/>
          </ac:spMkLst>
        </pc:spChg>
        <pc:spChg chg="add mod">
          <ac:chgData name="vidushi dadu" userId="8f6edd75c0a5619a" providerId="LiveId" clId="{4A1D7BB4-DB2B-401C-9583-309F517E6E8F}" dt="2020-10-15T04:18:45.214" v="14160" actId="1037"/>
          <ac:spMkLst>
            <pc:docMk/>
            <pc:sldMk cId="2893863427" sldId="1376"/>
            <ac:spMk id="15" creationId="{04CEE3F2-A197-4559-8C91-E093E783996D}"/>
          </ac:spMkLst>
        </pc:spChg>
        <pc:spChg chg="add mod">
          <ac:chgData name="vidushi dadu" userId="8f6edd75c0a5619a" providerId="LiveId" clId="{4A1D7BB4-DB2B-401C-9583-309F517E6E8F}" dt="2020-10-15T04:20:19.112" v="14210" actId="1036"/>
          <ac:spMkLst>
            <pc:docMk/>
            <pc:sldMk cId="2893863427" sldId="1376"/>
            <ac:spMk id="16" creationId="{C822B096-38E1-4615-979C-9CE2E5CFE48D}"/>
          </ac:spMkLst>
        </pc:spChg>
        <pc:spChg chg="add mod">
          <ac:chgData name="vidushi dadu" userId="8f6edd75c0a5619a" providerId="LiveId" clId="{4A1D7BB4-DB2B-401C-9583-309F517E6E8F}" dt="2020-10-15T04:19:40.698" v="14203" actId="255"/>
          <ac:spMkLst>
            <pc:docMk/>
            <pc:sldMk cId="2893863427" sldId="1376"/>
            <ac:spMk id="17" creationId="{BD888E71-39FD-4889-8BB6-3854D33B20EC}"/>
          </ac:spMkLst>
        </pc:spChg>
        <pc:spChg chg="add mod">
          <ac:chgData name="vidushi dadu" userId="8f6edd75c0a5619a" providerId="LiveId" clId="{4A1D7BB4-DB2B-401C-9583-309F517E6E8F}" dt="2020-10-14T21:23:21.012" v="14337" actId="208"/>
          <ac:spMkLst>
            <pc:docMk/>
            <pc:sldMk cId="2893863427" sldId="1376"/>
            <ac:spMk id="18" creationId="{2483372F-81DB-4785-AE84-56580EBA7224}"/>
          </ac:spMkLst>
        </pc:spChg>
        <pc:spChg chg="mod">
          <ac:chgData name="vidushi dadu" userId="8f6edd75c0a5619a" providerId="LiveId" clId="{4A1D7BB4-DB2B-401C-9583-309F517E6E8F}" dt="2020-10-15T04:16:48.062" v="14058" actId="164"/>
          <ac:spMkLst>
            <pc:docMk/>
            <pc:sldMk cId="2893863427" sldId="1376"/>
            <ac:spMk id="86" creationId="{04DF1B42-E7C3-4F53-8DB5-51621B91A5F3}"/>
          </ac:spMkLst>
        </pc:spChg>
        <pc:spChg chg="mod">
          <ac:chgData name="vidushi dadu" userId="8f6edd75c0a5619a" providerId="LiveId" clId="{4A1D7BB4-DB2B-401C-9583-309F517E6E8F}" dt="2020-10-15T04:16:48.062" v="14058" actId="164"/>
          <ac:spMkLst>
            <pc:docMk/>
            <pc:sldMk cId="2893863427" sldId="1376"/>
            <ac:spMk id="87" creationId="{88449F90-3379-4267-BEAB-BCD023C019B5}"/>
          </ac:spMkLst>
        </pc:spChg>
        <pc:spChg chg="mod">
          <ac:chgData name="vidushi dadu" userId="8f6edd75c0a5619a" providerId="LiveId" clId="{4A1D7BB4-DB2B-401C-9583-309F517E6E8F}" dt="2020-10-15T04:16:48.062" v="14058" actId="164"/>
          <ac:spMkLst>
            <pc:docMk/>
            <pc:sldMk cId="2893863427" sldId="1376"/>
            <ac:spMk id="88" creationId="{9C95EF66-9782-4965-9BE9-1B213E330CB1}"/>
          </ac:spMkLst>
        </pc:spChg>
        <pc:spChg chg="mod">
          <ac:chgData name="vidushi dadu" userId="8f6edd75c0a5619a" providerId="LiveId" clId="{4A1D7BB4-DB2B-401C-9583-309F517E6E8F}" dt="2020-10-15T04:16:48.062" v="14058" actId="164"/>
          <ac:spMkLst>
            <pc:docMk/>
            <pc:sldMk cId="2893863427" sldId="1376"/>
            <ac:spMk id="89" creationId="{23846123-00AC-4CAE-B22B-59B1EF7174B8}"/>
          </ac:spMkLst>
        </pc:spChg>
        <pc:spChg chg="mod">
          <ac:chgData name="vidushi dadu" userId="8f6edd75c0a5619a" providerId="LiveId" clId="{4A1D7BB4-DB2B-401C-9583-309F517E6E8F}" dt="2020-10-15T04:16:48.062" v="14058" actId="164"/>
          <ac:spMkLst>
            <pc:docMk/>
            <pc:sldMk cId="2893863427" sldId="1376"/>
            <ac:spMk id="90" creationId="{265B47DD-7F9F-4F62-B893-B7EB5978E23A}"/>
          </ac:spMkLst>
        </pc:spChg>
        <pc:spChg chg="mod">
          <ac:chgData name="vidushi dadu" userId="8f6edd75c0a5619a" providerId="LiveId" clId="{4A1D7BB4-DB2B-401C-9583-309F517E6E8F}" dt="2020-10-15T04:16:48.062" v="14058" actId="164"/>
          <ac:spMkLst>
            <pc:docMk/>
            <pc:sldMk cId="2893863427" sldId="1376"/>
            <ac:spMk id="91" creationId="{9B0706A9-FB96-4BB7-A957-FCB2671A23BE}"/>
          </ac:spMkLst>
        </pc:spChg>
        <pc:spChg chg="mod">
          <ac:chgData name="vidushi dadu" userId="8f6edd75c0a5619a" providerId="LiveId" clId="{4A1D7BB4-DB2B-401C-9583-309F517E6E8F}" dt="2020-10-15T04:16:48.062" v="14058" actId="164"/>
          <ac:spMkLst>
            <pc:docMk/>
            <pc:sldMk cId="2893863427" sldId="1376"/>
            <ac:spMk id="92" creationId="{9D41C6F2-E4FD-4C2A-B82A-0EC9D7A102B3}"/>
          </ac:spMkLst>
        </pc:spChg>
        <pc:spChg chg="mod">
          <ac:chgData name="vidushi dadu" userId="8f6edd75c0a5619a" providerId="LiveId" clId="{4A1D7BB4-DB2B-401C-9583-309F517E6E8F}" dt="2020-10-15T04:16:48.062" v="14058" actId="164"/>
          <ac:spMkLst>
            <pc:docMk/>
            <pc:sldMk cId="2893863427" sldId="1376"/>
            <ac:spMk id="93" creationId="{2D55ADE6-2208-4FFA-B55F-DFAB70B9B762}"/>
          </ac:spMkLst>
        </pc:spChg>
        <pc:spChg chg="mod">
          <ac:chgData name="vidushi dadu" userId="8f6edd75c0a5619a" providerId="LiveId" clId="{4A1D7BB4-DB2B-401C-9583-309F517E6E8F}" dt="2020-10-15T04:16:48.062" v="14058" actId="164"/>
          <ac:spMkLst>
            <pc:docMk/>
            <pc:sldMk cId="2893863427" sldId="1376"/>
            <ac:spMk id="94" creationId="{DC76A66A-1398-49D0-B40F-1C2EC25B03ED}"/>
          </ac:spMkLst>
        </pc:spChg>
        <pc:spChg chg="mod">
          <ac:chgData name="vidushi dadu" userId="8f6edd75c0a5619a" providerId="LiveId" clId="{4A1D7BB4-DB2B-401C-9583-309F517E6E8F}" dt="2020-10-15T04:16:48.062" v="14058" actId="164"/>
          <ac:spMkLst>
            <pc:docMk/>
            <pc:sldMk cId="2893863427" sldId="1376"/>
            <ac:spMk id="95" creationId="{754BDE28-BE42-4612-8DAE-611716A21C0B}"/>
          </ac:spMkLst>
        </pc:spChg>
        <pc:spChg chg="mod">
          <ac:chgData name="vidushi dadu" userId="8f6edd75c0a5619a" providerId="LiveId" clId="{4A1D7BB4-DB2B-401C-9583-309F517E6E8F}" dt="2020-10-15T04:18:35.492" v="14144" actId="20577"/>
          <ac:spMkLst>
            <pc:docMk/>
            <pc:sldMk cId="2893863427" sldId="1376"/>
            <ac:spMk id="96" creationId="{C175AE22-3B79-4561-944F-A0EABE7E2EB7}"/>
          </ac:spMkLst>
        </pc:spChg>
        <pc:spChg chg="mod">
          <ac:chgData name="vidushi dadu" userId="8f6edd75c0a5619a" providerId="LiveId" clId="{4A1D7BB4-DB2B-401C-9583-309F517E6E8F}" dt="2020-10-15T04:16:52.609" v="14059" actId="164"/>
          <ac:spMkLst>
            <pc:docMk/>
            <pc:sldMk cId="2893863427" sldId="1376"/>
            <ac:spMk id="97" creationId="{9F095734-965C-4C24-8B99-6D6F4FA747AF}"/>
          </ac:spMkLst>
        </pc:spChg>
        <pc:spChg chg="mod">
          <ac:chgData name="vidushi dadu" userId="8f6edd75c0a5619a" providerId="LiveId" clId="{4A1D7BB4-DB2B-401C-9583-309F517E6E8F}" dt="2020-10-15T04:16:52.609" v="14059" actId="164"/>
          <ac:spMkLst>
            <pc:docMk/>
            <pc:sldMk cId="2893863427" sldId="1376"/>
            <ac:spMk id="98" creationId="{CD2FD62D-0631-475E-8A37-72129CD47CCD}"/>
          </ac:spMkLst>
        </pc:spChg>
        <pc:spChg chg="mod">
          <ac:chgData name="vidushi dadu" userId="8f6edd75c0a5619a" providerId="LiveId" clId="{4A1D7BB4-DB2B-401C-9583-309F517E6E8F}" dt="2020-10-15T04:17:55.502" v="14081" actId="20577"/>
          <ac:spMkLst>
            <pc:docMk/>
            <pc:sldMk cId="2893863427" sldId="1376"/>
            <ac:spMk id="99" creationId="{4F8A5C53-DA27-497F-907B-1B072BFCCFE0}"/>
          </ac:spMkLst>
        </pc:spChg>
        <pc:spChg chg="add mod">
          <ac:chgData name="vidushi dadu" userId="8f6edd75c0a5619a" providerId="LiveId" clId="{4A1D7BB4-DB2B-401C-9583-309F517E6E8F}" dt="2020-10-15T04:19:40.698" v="14203" actId="255"/>
          <ac:spMkLst>
            <pc:docMk/>
            <pc:sldMk cId="2893863427" sldId="1376"/>
            <ac:spMk id="126" creationId="{E9809C61-823E-4458-9330-279AF9D8A34C}"/>
          </ac:spMkLst>
        </pc:spChg>
        <pc:grpChg chg="mod">
          <ac:chgData name="vidushi dadu" userId="8f6edd75c0a5619a" providerId="LiveId" clId="{4A1D7BB4-DB2B-401C-9583-309F517E6E8F}" dt="2020-10-15T04:16:35.529" v="14056" actId="164"/>
          <ac:grpSpMkLst>
            <pc:docMk/>
            <pc:sldMk cId="2893863427" sldId="1376"/>
            <ac:grpSpMk id="3" creationId="{C010993A-BDE5-4F35-A853-28C0A28A9621}"/>
          </ac:grpSpMkLst>
        </pc:grpChg>
        <pc:grpChg chg="add mod">
          <ac:chgData name="vidushi dadu" userId="8f6edd75c0a5619a" providerId="LiveId" clId="{4A1D7BB4-DB2B-401C-9583-309F517E6E8F}" dt="2020-10-15T04:16:38.048" v="14057" actId="164"/>
          <ac:grpSpMkLst>
            <pc:docMk/>
            <pc:sldMk cId="2893863427" sldId="1376"/>
            <ac:grpSpMk id="11" creationId="{9C4FDB7C-8E41-4C91-AC0E-A9B2B037A8AB}"/>
          </ac:grpSpMkLst>
        </pc:grpChg>
        <pc:grpChg chg="add mod">
          <ac:chgData name="vidushi dadu" userId="8f6edd75c0a5619a" providerId="LiveId" clId="{4A1D7BB4-DB2B-401C-9583-309F517E6E8F}" dt="2020-10-15T04:20:42.549" v="14212" actId="14100"/>
          <ac:grpSpMkLst>
            <pc:docMk/>
            <pc:sldMk cId="2893863427" sldId="1376"/>
            <ac:grpSpMk id="12" creationId="{85B15DD4-54DD-4321-AECA-080FA94F96AE}"/>
          </ac:grpSpMkLst>
        </pc:grpChg>
        <pc:grpChg chg="add del mod">
          <ac:chgData name="vidushi dadu" userId="8f6edd75c0a5619a" providerId="LiveId" clId="{4A1D7BB4-DB2B-401C-9583-309F517E6E8F}" dt="2020-10-15T04:19:51.446" v="14205" actId="478"/>
          <ac:grpSpMkLst>
            <pc:docMk/>
            <pc:sldMk cId="2893863427" sldId="1376"/>
            <ac:grpSpMk id="13" creationId="{72613696-7B82-4E7F-9515-5BC9DED850FD}"/>
          </ac:grpSpMkLst>
        </pc:grpChg>
        <pc:grpChg chg="add mod">
          <ac:chgData name="vidushi dadu" userId="8f6edd75c0a5619a" providerId="LiveId" clId="{4A1D7BB4-DB2B-401C-9583-309F517E6E8F}" dt="2020-10-15T04:20:56.539" v="14222" actId="1037"/>
          <ac:grpSpMkLst>
            <pc:docMk/>
            <pc:sldMk cId="2893863427" sldId="1376"/>
            <ac:grpSpMk id="14" creationId="{DDE9BA86-5703-44AD-A783-D02B0EB0282D}"/>
          </ac:grpSpMkLst>
        </pc:grpChg>
        <pc:grpChg chg="mod">
          <ac:chgData name="vidushi dadu" userId="8f6edd75c0a5619a" providerId="LiveId" clId="{4A1D7BB4-DB2B-401C-9583-309F517E6E8F}" dt="2020-10-15T04:16:48.062" v="14058" actId="164"/>
          <ac:grpSpMkLst>
            <pc:docMk/>
            <pc:sldMk cId="2893863427" sldId="1376"/>
            <ac:grpSpMk id="39" creationId="{8D130419-D302-4755-9EE4-00DE44B0BFDD}"/>
          </ac:grpSpMkLst>
        </pc:grpChg>
        <pc:grpChg chg="mod">
          <ac:chgData name="vidushi dadu" userId="8f6edd75c0a5619a" providerId="LiveId" clId="{4A1D7BB4-DB2B-401C-9583-309F517E6E8F}" dt="2020-10-15T04:16:52.609" v="14059" actId="164"/>
          <ac:grpSpMkLst>
            <pc:docMk/>
            <pc:sldMk cId="2893863427" sldId="1376"/>
            <ac:grpSpMk id="40" creationId="{ABBC1004-80E5-4C93-94FE-436E77B79573}"/>
          </ac:grpSpMkLst>
        </pc:grpChg>
        <pc:grpChg chg="mod">
          <ac:chgData name="vidushi dadu" userId="8f6edd75c0a5619a" providerId="LiveId" clId="{4A1D7BB4-DB2B-401C-9583-309F517E6E8F}" dt="2020-10-15T04:16:35.529" v="14056" actId="164"/>
          <ac:grpSpMkLst>
            <pc:docMk/>
            <pc:sldMk cId="2893863427" sldId="1376"/>
            <ac:grpSpMk id="63" creationId="{906793AA-72E8-4216-91E6-88562374C2FD}"/>
          </ac:grpSpMkLst>
        </pc:grpChg>
        <pc:grpChg chg="mod">
          <ac:chgData name="vidushi dadu" userId="8f6edd75c0a5619a" providerId="LiveId" clId="{4A1D7BB4-DB2B-401C-9583-309F517E6E8F}" dt="2020-10-15T04:16:35.529" v="14056" actId="164"/>
          <ac:grpSpMkLst>
            <pc:docMk/>
            <pc:sldMk cId="2893863427" sldId="1376"/>
            <ac:grpSpMk id="102" creationId="{BC02E282-23D8-4F1F-B409-5D6A20A6E004}"/>
          </ac:grpSpMkLst>
        </pc:grpChg>
        <pc:grpChg chg="mod">
          <ac:chgData name="vidushi dadu" userId="8f6edd75c0a5619a" providerId="LiveId" clId="{4A1D7BB4-DB2B-401C-9583-309F517E6E8F}" dt="2020-10-15T04:16:35.529" v="14056" actId="164"/>
          <ac:grpSpMkLst>
            <pc:docMk/>
            <pc:sldMk cId="2893863427" sldId="1376"/>
            <ac:grpSpMk id="105" creationId="{EE8DB84E-6529-49DE-81A9-675A892E1053}"/>
          </ac:grpSpMkLst>
        </pc:grpChg>
        <pc:grpChg chg="mod">
          <ac:chgData name="vidushi dadu" userId="8f6edd75c0a5619a" providerId="LiveId" clId="{4A1D7BB4-DB2B-401C-9583-309F517E6E8F}" dt="2020-10-15T04:16:35.529" v="14056" actId="164"/>
          <ac:grpSpMkLst>
            <pc:docMk/>
            <pc:sldMk cId="2893863427" sldId="1376"/>
            <ac:grpSpMk id="108" creationId="{200EEF7D-AD8A-4FC5-B1BF-EB71545DD240}"/>
          </ac:grpSpMkLst>
        </pc:grpChg>
        <pc:grpChg chg="mod">
          <ac:chgData name="vidushi dadu" userId="8f6edd75c0a5619a" providerId="LiveId" clId="{4A1D7BB4-DB2B-401C-9583-309F517E6E8F}" dt="2020-10-15T04:16:35.529" v="14056" actId="164"/>
          <ac:grpSpMkLst>
            <pc:docMk/>
            <pc:sldMk cId="2893863427" sldId="1376"/>
            <ac:grpSpMk id="111" creationId="{ED54CF85-CAD8-4803-8C01-8298BE291056}"/>
          </ac:grpSpMkLst>
        </pc:grpChg>
        <pc:grpChg chg="mod">
          <ac:chgData name="vidushi dadu" userId="8f6edd75c0a5619a" providerId="LiveId" clId="{4A1D7BB4-DB2B-401C-9583-309F517E6E8F}" dt="2020-10-15T04:16:35.529" v="14056" actId="164"/>
          <ac:grpSpMkLst>
            <pc:docMk/>
            <pc:sldMk cId="2893863427" sldId="1376"/>
            <ac:grpSpMk id="114" creationId="{E615E3E9-CD61-4AF0-9F41-EC24735CEBDA}"/>
          </ac:grpSpMkLst>
        </pc:grpChg>
        <pc:grpChg chg="mod">
          <ac:chgData name="vidushi dadu" userId="8f6edd75c0a5619a" providerId="LiveId" clId="{4A1D7BB4-DB2B-401C-9583-309F517E6E8F}" dt="2020-10-15T04:16:35.529" v="14056" actId="164"/>
          <ac:grpSpMkLst>
            <pc:docMk/>
            <pc:sldMk cId="2893863427" sldId="1376"/>
            <ac:grpSpMk id="117" creationId="{DD3F3B9F-E35B-4BCB-82B4-679749BBB1D9}"/>
          </ac:grpSpMkLst>
        </pc:grpChg>
        <pc:grpChg chg="mod">
          <ac:chgData name="vidushi dadu" userId="8f6edd75c0a5619a" providerId="LiveId" clId="{4A1D7BB4-DB2B-401C-9583-309F517E6E8F}" dt="2020-10-15T04:16:35.529" v="14056" actId="164"/>
          <ac:grpSpMkLst>
            <pc:docMk/>
            <pc:sldMk cId="2893863427" sldId="1376"/>
            <ac:grpSpMk id="120" creationId="{51DC73D6-1302-440A-B960-F1977CCCE57A}"/>
          </ac:grpSpMkLst>
        </pc:grpChg>
        <pc:grpChg chg="mod">
          <ac:chgData name="vidushi dadu" userId="8f6edd75c0a5619a" providerId="LiveId" clId="{4A1D7BB4-DB2B-401C-9583-309F517E6E8F}" dt="2020-10-15T04:16:35.529" v="14056" actId="164"/>
          <ac:grpSpMkLst>
            <pc:docMk/>
            <pc:sldMk cId="2893863427" sldId="1376"/>
            <ac:grpSpMk id="123" creationId="{066FFF0F-7F16-4A41-9668-F8E04AF74945}"/>
          </ac:grpSpMkLst>
        </pc:grpChg>
      </pc:sldChg>
      <pc:sldChg chg="addSp modSp">
        <pc:chgData name="vidushi dadu" userId="8f6edd75c0a5619a" providerId="LiveId" clId="{4A1D7BB4-DB2B-401C-9583-309F517E6E8F}" dt="2020-10-16T23:40:11.175" v="18327" actId="1038"/>
        <pc:sldMkLst>
          <pc:docMk/>
          <pc:sldMk cId="3235452828" sldId="1377"/>
        </pc:sldMkLst>
        <pc:spChg chg="add mod">
          <ac:chgData name="vidushi dadu" userId="8f6edd75c0a5619a" providerId="LiveId" clId="{4A1D7BB4-DB2B-401C-9583-309F517E6E8F}" dt="2020-10-16T08:17:40.610" v="16322" actId="14100"/>
          <ac:spMkLst>
            <pc:docMk/>
            <pc:sldMk cId="3235452828" sldId="1377"/>
            <ac:spMk id="3" creationId="{DEC87F14-E8A9-483E-8EF7-EC997CCECC85}"/>
          </ac:spMkLst>
        </pc:spChg>
        <pc:spChg chg="mod">
          <ac:chgData name="vidushi dadu" userId="8f6edd75c0a5619a" providerId="LiveId" clId="{4A1D7BB4-DB2B-401C-9583-309F517E6E8F}" dt="2020-10-16T08:15:24.382" v="16104" actId="14100"/>
          <ac:spMkLst>
            <pc:docMk/>
            <pc:sldMk cId="3235452828" sldId="1377"/>
            <ac:spMk id="49" creationId="{0E0069F4-2628-426F-94C2-EC3C6A93D5B2}"/>
          </ac:spMkLst>
        </pc:spChg>
        <pc:spChg chg="add mod">
          <ac:chgData name="vidushi dadu" userId="8f6edd75c0a5619a" providerId="LiveId" clId="{4A1D7BB4-DB2B-401C-9583-309F517E6E8F}" dt="2020-10-16T23:40:11.175" v="18327" actId="1038"/>
          <ac:spMkLst>
            <pc:docMk/>
            <pc:sldMk cId="3235452828" sldId="1377"/>
            <ac:spMk id="50" creationId="{6BAA32B6-E765-4253-80E5-F488ACDB5D95}"/>
          </ac:spMkLst>
        </pc:spChg>
        <pc:spChg chg="mod">
          <ac:chgData name="vidushi dadu" userId="8f6edd75c0a5619a" providerId="LiveId" clId="{4A1D7BB4-DB2B-401C-9583-309F517E6E8F}" dt="2020-10-16T23:30:11.927" v="17796" actId="20577"/>
          <ac:spMkLst>
            <pc:docMk/>
            <pc:sldMk cId="3235452828" sldId="1377"/>
            <ac:spMk id="51" creationId="{37ED4D90-1D78-4CFF-A3A1-339691C45FED}"/>
          </ac:spMkLst>
        </pc:spChg>
        <pc:spChg chg="add mod">
          <ac:chgData name="vidushi dadu" userId="8f6edd75c0a5619a" providerId="LiveId" clId="{4A1D7BB4-DB2B-401C-9583-309F517E6E8F}" dt="2020-10-16T23:40:11.175" v="18327" actId="1038"/>
          <ac:spMkLst>
            <pc:docMk/>
            <pc:sldMk cId="3235452828" sldId="1377"/>
            <ac:spMk id="52" creationId="{7A461E78-E590-4776-A6F7-128B7D692583}"/>
          </ac:spMkLst>
        </pc:spChg>
        <pc:spChg chg="mod">
          <ac:chgData name="vidushi dadu" userId="8f6edd75c0a5619a" providerId="LiveId" clId="{4A1D7BB4-DB2B-401C-9583-309F517E6E8F}" dt="2020-10-16T23:30:14.223" v="17798" actId="20577"/>
          <ac:spMkLst>
            <pc:docMk/>
            <pc:sldMk cId="3235452828" sldId="1377"/>
            <ac:spMk id="93" creationId="{833B3076-61D0-4102-B7BF-6249E9560A50}"/>
          </ac:spMkLst>
        </pc:spChg>
      </pc:sldChg>
      <pc:sldChg chg="add del ord">
        <pc:chgData name="vidushi dadu" userId="8f6edd75c0a5619a" providerId="LiveId" clId="{4A1D7BB4-DB2B-401C-9583-309F517E6E8F}" dt="2020-10-14T03:36:42.174" v="14051" actId="2696"/>
        <pc:sldMkLst>
          <pc:docMk/>
          <pc:sldMk cId="3831912248" sldId="1377"/>
        </pc:sldMkLst>
      </pc:sldChg>
      <pc:sldChg chg="addSp delSp modSp add delAnim modAnim">
        <pc:chgData name="vidushi dadu" userId="8f6edd75c0a5619a" providerId="LiveId" clId="{4A1D7BB4-DB2B-401C-9583-309F517E6E8F}" dt="2020-10-16T08:12:18.793" v="15994" actId="20577"/>
        <pc:sldMkLst>
          <pc:docMk/>
          <pc:sldMk cId="1822168343" sldId="1378"/>
        </pc:sldMkLst>
        <pc:spChg chg="mod">
          <ac:chgData name="vidushi dadu" userId="8f6edd75c0a5619a" providerId="LiveId" clId="{4A1D7BB4-DB2B-401C-9583-309F517E6E8F}" dt="2020-10-16T07:47:20.200" v="15536" actId="1036"/>
          <ac:spMkLst>
            <pc:docMk/>
            <pc:sldMk cId="1822168343" sldId="1378"/>
            <ac:spMk id="7" creationId="{0F0F964A-5A8E-4027-89DF-DF0181FDF905}"/>
          </ac:spMkLst>
        </pc:spChg>
        <pc:spChg chg="mod">
          <ac:chgData name="vidushi dadu" userId="8f6edd75c0a5619a" providerId="LiveId" clId="{4A1D7BB4-DB2B-401C-9583-309F517E6E8F}" dt="2020-10-16T07:47:20.200" v="15536" actId="1036"/>
          <ac:spMkLst>
            <pc:docMk/>
            <pc:sldMk cId="1822168343" sldId="1378"/>
            <ac:spMk id="12" creationId="{20ED6171-9027-45D3-B18C-295F366C3D95}"/>
          </ac:spMkLst>
        </pc:spChg>
        <pc:spChg chg="mod">
          <ac:chgData name="vidushi dadu" userId="8f6edd75c0a5619a" providerId="LiveId" clId="{4A1D7BB4-DB2B-401C-9583-309F517E6E8F}" dt="2020-10-16T07:47:20.200" v="15536" actId="1036"/>
          <ac:spMkLst>
            <pc:docMk/>
            <pc:sldMk cId="1822168343" sldId="1378"/>
            <ac:spMk id="18" creationId="{0ED5A2B3-C8D6-4D2D-AC46-ADBB474C1243}"/>
          </ac:spMkLst>
        </pc:spChg>
        <pc:spChg chg="mod">
          <ac:chgData name="vidushi dadu" userId="8f6edd75c0a5619a" providerId="LiveId" clId="{4A1D7BB4-DB2B-401C-9583-309F517E6E8F}" dt="2020-10-16T07:47:20.200" v="15536" actId="1036"/>
          <ac:spMkLst>
            <pc:docMk/>
            <pc:sldMk cId="1822168343" sldId="1378"/>
            <ac:spMk id="192" creationId="{525C711F-3037-461B-8FC0-A59CDDD8C4B6}"/>
          </ac:spMkLst>
        </pc:spChg>
        <pc:spChg chg="add mod">
          <ac:chgData name="vidushi dadu" userId="8f6edd75c0a5619a" providerId="LiveId" clId="{4A1D7BB4-DB2B-401C-9583-309F517E6E8F}" dt="2020-10-16T07:47:56.009" v="15587" actId="164"/>
          <ac:spMkLst>
            <pc:docMk/>
            <pc:sldMk cId="1822168343" sldId="1378"/>
            <ac:spMk id="235" creationId="{1C7BE091-1750-48B3-9ED3-56FB19FF0CC1}"/>
          </ac:spMkLst>
        </pc:spChg>
        <pc:spChg chg="add mod">
          <ac:chgData name="vidushi dadu" userId="8f6edd75c0a5619a" providerId="LiveId" clId="{4A1D7BB4-DB2B-401C-9583-309F517E6E8F}" dt="2020-10-16T07:47:56.009" v="15587" actId="164"/>
          <ac:spMkLst>
            <pc:docMk/>
            <pc:sldMk cId="1822168343" sldId="1378"/>
            <ac:spMk id="240" creationId="{D9B60E5D-2D5E-4C40-85EB-9B5C2C7AC30B}"/>
          </ac:spMkLst>
        </pc:spChg>
        <pc:spChg chg="add mod">
          <ac:chgData name="vidushi dadu" userId="8f6edd75c0a5619a" providerId="LiveId" clId="{4A1D7BB4-DB2B-401C-9583-309F517E6E8F}" dt="2020-10-16T07:47:56.009" v="15587" actId="164"/>
          <ac:spMkLst>
            <pc:docMk/>
            <pc:sldMk cId="1822168343" sldId="1378"/>
            <ac:spMk id="241" creationId="{5AE6325F-F492-4313-8E68-C293AC9BBA62}"/>
          </ac:spMkLst>
        </pc:spChg>
        <pc:spChg chg="add del">
          <ac:chgData name="vidushi dadu" userId="8f6edd75c0a5619a" providerId="LiveId" clId="{4A1D7BB4-DB2B-401C-9583-309F517E6E8F}" dt="2020-10-16T07:47:10.219" v="15501" actId="478"/>
          <ac:spMkLst>
            <pc:docMk/>
            <pc:sldMk cId="1822168343" sldId="1378"/>
            <ac:spMk id="242" creationId="{1538A7FB-8DDF-4F9F-826E-7E6A9F75768A}"/>
          </ac:spMkLst>
        </pc:spChg>
        <pc:spChg chg="add del mod">
          <ac:chgData name="vidushi dadu" userId="8f6edd75c0a5619a" providerId="LiveId" clId="{4A1D7BB4-DB2B-401C-9583-309F517E6E8F}" dt="2020-10-16T07:47:12.604" v="15502" actId="478"/>
          <ac:spMkLst>
            <pc:docMk/>
            <pc:sldMk cId="1822168343" sldId="1378"/>
            <ac:spMk id="244" creationId="{1FFB0158-6F11-43B1-B25E-6CA74D954AFD}"/>
          </ac:spMkLst>
        </pc:spChg>
        <pc:spChg chg="add mod">
          <ac:chgData name="vidushi dadu" userId="8f6edd75c0a5619a" providerId="LiveId" clId="{4A1D7BB4-DB2B-401C-9583-309F517E6E8F}" dt="2020-10-16T08:12:18.793" v="15994" actId="20577"/>
          <ac:spMkLst>
            <pc:docMk/>
            <pc:sldMk cId="1822168343" sldId="1378"/>
            <ac:spMk id="245" creationId="{F1F0D2F4-8CEE-4F10-8290-A9E748F7C07C}"/>
          </ac:spMkLst>
        </pc:spChg>
        <pc:spChg chg="add mod">
          <ac:chgData name="vidushi dadu" userId="8f6edd75c0a5619a" providerId="LiveId" clId="{4A1D7BB4-DB2B-401C-9583-309F517E6E8F}" dt="2020-10-16T07:48:28.430" v="15595" actId="1076"/>
          <ac:spMkLst>
            <pc:docMk/>
            <pc:sldMk cId="1822168343" sldId="1378"/>
            <ac:spMk id="246" creationId="{610D55FB-11A9-4C2C-A196-D56EE78BAA85}"/>
          </ac:spMkLst>
        </pc:spChg>
        <pc:spChg chg="add mod">
          <ac:chgData name="vidushi dadu" userId="8f6edd75c0a5619a" providerId="LiveId" clId="{4A1D7BB4-DB2B-401C-9583-309F517E6E8F}" dt="2020-10-16T07:48:56.399" v="15604" actId="1076"/>
          <ac:spMkLst>
            <pc:docMk/>
            <pc:sldMk cId="1822168343" sldId="1378"/>
            <ac:spMk id="250" creationId="{A4208E21-D453-47C8-B3F9-926806A7D899}"/>
          </ac:spMkLst>
        </pc:spChg>
        <pc:spChg chg="add mod">
          <ac:chgData name="vidushi dadu" userId="8f6edd75c0a5619a" providerId="LiveId" clId="{4A1D7BB4-DB2B-401C-9583-309F517E6E8F}" dt="2020-10-16T07:49:15.141" v="15612" actId="20577"/>
          <ac:spMkLst>
            <pc:docMk/>
            <pc:sldMk cId="1822168343" sldId="1378"/>
            <ac:spMk id="251" creationId="{417B2FD0-5676-438A-9E57-BD5E4C30602A}"/>
          </ac:spMkLst>
        </pc:spChg>
        <pc:spChg chg="add mod">
          <ac:chgData name="vidushi dadu" userId="8f6edd75c0a5619a" providerId="LiveId" clId="{4A1D7BB4-DB2B-401C-9583-309F517E6E8F}" dt="2020-10-16T07:50:02.715" v="15625" actId="1076"/>
          <ac:spMkLst>
            <pc:docMk/>
            <pc:sldMk cId="1822168343" sldId="1378"/>
            <ac:spMk id="252" creationId="{5F774C4C-735A-4013-9263-EAE59819A031}"/>
          </ac:spMkLst>
        </pc:spChg>
        <pc:spChg chg="add mod">
          <ac:chgData name="vidushi dadu" userId="8f6edd75c0a5619a" providerId="LiveId" clId="{4A1D7BB4-DB2B-401C-9583-309F517E6E8F}" dt="2020-10-16T07:53:00.983" v="15640" actId="1076"/>
          <ac:spMkLst>
            <pc:docMk/>
            <pc:sldMk cId="1822168343" sldId="1378"/>
            <ac:spMk id="253" creationId="{E5238421-B366-4F90-B123-8EE56CF4810F}"/>
          </ac:spMkLst>
        </pc:spChg>
        <pc:grpChg chg="mod">
          <ac:chgData name="vidushi dadu" userId="8f6edd75c0a5619a" providerId="LiveId" clId="{4A1D7BB4-DB2B-401C-9583-309F517E6E8F}" dt="2020-10-16T07:47:20.200" v="15536" actId="1036"/>
          <ac:grpSpMkLst>
            <pc:docMk/>
            <pc:sldMk cId="1822168343" sldId="1378"/>
            <ac:grpSpMk id="23" creationId="{3C000761-67F7-42E5-B48E-9AA2D9E9D7EC}"/>
          </ac:grpSpMkLst>
        </pc:grpChg>
        <pc:grpChg chg="mod">
          <ac:chgData name="vidushi dadu" userId="8f6edd75c0a5619a" providerId="LiveId" clId="{4A1D7BB4-DB2B-401C-9583-309F517E6E8F}" dt="2020-10-16T07:47:20.200" v="15536" actId="1036"/>
          <ac:grpSpMkLst>
            <pc:docMk/>
            <pc:sldMk cId="1822168343" sldId="1378"/>
            <ac:grpSpMk id="24" creationId="{352C196F-B4E0-4445-B638-11861C356C0A}"/>
          </ac:grpSpMkLst>
        </pc:grpChg>
        <pc:grpChg chg="mod">
          <ac:chgData name="vidushi dadu" userId="8f6edd75c0a5619a" providerId="LiveId" clId="{4A1D7BB4-DB2B-401C-9583-309F517E6E8F}" dt="2020-10-16T07:47:20.200" v="15536" actId="1036"/>
          <ac:grpSpMkLst>
            <pc:docMk/>
            <pc:sldMk cId="1822168343" sldId="1378"/>
            <ac:grpSpMk id="25" creationId="{A8207B48-4151-49E8-837B-5DDFA2020A3A}"/>
          </ac:grpSpMkLst>
        </pc:grpChg>
        <pc:grpChg chg="mod">
          <ac:chgData name="vidushi dadu" userId="8f6edd75c0a5619a" providerId="LiveId" clId="{4A1D7BB4-DB2B-401C-9583-309F517E6E8F}" dt="2020-10-16T07:47:20.200" v="15536" actId="1036"/>
          <ac:grpSpMkLst>
            <pc:docMk/>
            <pc:sldMk cId="1822168343" sldId="1378"/>
            <ac:grpSpMk id="26" creationId="{D0B25B0E-AD39-4DF4-8506-ED42371942C5}"/>
          </ac:grpSpMkLst>
        </pc:grpChg>
        <pc:grpChg chg="mod">
          <ac:chgData name="vidushi dadu" userId="8f6edd75c0a5619a" providerId="LiveId" clId="{4A1D7BB4-DB2B-401C-9583-309F517E6E8F}" dt="2020-10-16T07:47:20.200" v="15536" actId="1036"/>
          <ac:grpSpMkLst>
            <pc:docMk/>
            <pc:sldMk cId="1822168343" sldId="1378"/>
            <ac:grpSpMk id="53" creationId="{9A0DEBF4-52AA-4ACB-8F52-FD833B707D86}"/>
          </ac:grpSpMkLst>
        </pc:grpChg>
        <pc:grpChg chg="mod">
          <ac:chgData name="vidushi dadu" userId="8f6edd75c0a5619a" providerId="LiveId" clId="{4A1D7BB4-DB2B-401C-9583-309F517E6E8F}" dt="2020-10-16T07:47:20.200" v="15536" actId="1036"/>
          <ac:grpSpMkLst>
            <pc:docMk/>
            <pc:sldMk cId="1822168343" sldId="1378"/>
            <ac:grpSpMk id="194" creationId="{9D318634-05CD-465C-BA33-CA53665EF951}"/>
          </ac:grpSpMkLst>
        </pc:grpChg>
        <pc:grpChg chg="add mod">
          <ac:chgData name="vidushi dadu" userId="8f6edd75c0a5619a" providerId="LiveId" clId="{4A1D7BB4-DB2B-401C-9583-309F517E6E8F}" dt="2020-10-16T07:47:20.200" v="15536" actId="1036"/>
          <ac:grpSpMkLst>
            <pc:docMk/>
            <pc:sldMk cId="1822168343" sldId="1378"/>
            <ac:grpSpMk id="206" creationId="{91D3FA57-9FF7-4935-A689-EA647787D19D}"/>
          </ac:grpSpMkLst>
        </pc:grpChg>
        <pc:grpChg chg="add mod">
          <ac:chgData name="vidushi dadu" userId="8f6edd75c0a5619a" providerId="LiveId" clId="{4A1D7BB4-DB2B-401C-9583-309F517E6E8F}" dt="2020-10-16T07:48:01.654" v="15588" actId="1076"/>
          <ac:grpSpMkLst>
            <pc:docMk/>
            <pc:sldMk cId="1822168343" sldId="1378"/>
            <ac:grpSpMk id="247" creationId="{B516CB31-CCF3-4709-A223-DB35233EABEE}"/>
          </ac:grpSpMkLst>
        </pc:grpChg>
        <pc:cxnChg chg="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10" creationId="{10496351-920E-467E-BE8B-D285679DE4E3}"/>
          </ac:cxnSpMkLst>
        </pc:cxnChg>
        <pc:cxnChg chg="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11" creationId="{48ED7578-321D-4C61-94E3-3030D2AB3455}"/>
          </ac:cxnSpMkLst>
        </pc:cxnChg>
        <pc:cxnChg chg="mod">
          <ac:chgData name="vidushi dadu" userId="8f6edd75c0a5619a" providerId="LiveId" clId="{4A1D7BB4-DB2B-401C-9583-309F517E6E8F}" dt="2020-10-16T07:48:08.415" v="15590" actId="14100"/>
          <ac:cxnSpMkLst>
            <pc:docMk/>
            <pc:sldMk cId="1822168343" sldId="1378"/>
            <ac:cxnSpMk id="13" creationId="{3F7B60E8-5292-429F-81E9-5C01AC0BC45F}"/>
          </ac:cxnSpMkLst>
        </pc:cxnChg>
        <pc:cxnChg chg="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15" creationId="{FF3A70C1-56E5-4719-BD20-7DED9C21838D}"/>
          </ac:cxnSpMkLst>
        </pc:cxnChg>
        <pc:cxnChg chg="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19" creationId="{02EE680F-CB45-4F2C-B498-4E486D26B24F}"/>
          </ac:cxnSpMkLst>
        </pc:cxnChg>
        <pc:cxnChg chg="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20" creationId="{1F68C814-CCDA-4355-B4DE-3E0AF0C342B4}"/>
          </ac:cxnSpMkLst>
        </pc:cxnChg>
        <pc:cxnChg chg="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21" creationId="{2EE3F11D-26F6-4709-A495-812614D2F594}"/>
          </ac:cxnSpMkLst>
        </pc:cxnChg>
        <pc:cxnChg chg="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22" creationId="{1A3B0D0B-4673-458A-9ED9-938447770668}"/>
          </ac:cxnSpMkLst>
        </pc:cxnChg>
        <pc:cxnChg chg="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27" creationId="{68439058-C07A-43BC-A9B9-D89259594E77}"/>
          </ac:cxnSpMkLst>
        </pc:cxnChg>
        <pc:cxnChg chg="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28" creationId="{F2A9B425-6C25-49B3-80D7-BA3A8403CED8}"/>
          </ac:cxnSpMkLst>
        </pc:cxnChg>
        <pc:cxnChg chg="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29" creationId="{3FA429E7-75F9-4733-9BBE-3C2EFA63B2A5}"/>
          </ac:cxnSpMkLst>
        </pc:cxnChg>
        <pc:cxnChg chg="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30" creationId="{C22454CF-0D8C-45D2-A39D-F6794CC46305}"/>
          </ac:cxnSpMkLst>
        </pc:cxnChg>
        <pc:cxnChg chg="add 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187" creationId="{334F6FD1-5DD4-4029-9F61-59CD79AD8203}"/>
          </ac:cxnSpMkLst>
        </pc:cxnChg>
        <pc:cxnChg chg="add del mod">
          <ac:chgData name="vidushi dadu" userId="8f6edd75c0a5619a" providerId="LiveId" clId="{4A1D7BB4-DB2B-401C-9583-309F517E6E8F}" dt="2020-10-16T07:25:10.829" v="15314" actId="478"/>
          <ac:cxnSpMkLst>
            <pc:docMk/>
            <pc:sldMk cId="1822168343" sldId="1378"/>
            <ac:cxnSpMk id="188" creationId="{AA102FEE-983B-423E-8B4A-F878676EB339}"/>
          </ac:cxnSpMkLst>
        </pc:cxnChg>
        <pc:cxnChg chg="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199" creationId="{03A727A0-E084-4FAF-9669-64B37C9D76C5}"/>
          </ac:cxnSpMkLst>
        </pc:cxnChg>
        <pc:cxnChg chg="add del mod">
          <ac:chgData name="vidushi dadu" userId="8f6edd75c0a5619a" providerId="LiveId" clId="{4A1D7BB4-DB2B-401C-9583-309F517E6E8F}" dt="2020-10-16T07:25:09.054" v="15313" actId="478"/>
          <ac:cxnSpMkLst>
            <pc:docMk/>
            <pc:sldMk cId="1822168343" sldId="1378"/>
            <ac:cxnSpMk id="200" creationId="{DB4F778A-F5D1-4196-949D-C8C3538B0448}"/>
          </ac:cxnSpMkLst>
        </pc:cxnChg>
        <pc:cxnChg chg="add mod">
          <ac:chgData name="vidushi dadu" userId="8f6edd75c0a5619a" providerId="LiveId" clId="{4A1D7BB4-DB2B-401C-9583-309F517E6E8F}" dt="2020-10-16T07:51:25.413" v="15631" actId="208"/>
          <ac:cxnSpMkLst>
            <pc:docMk/>
            <pc:sldMk cId="1822168343" sldId="1378"/>
            <ac:cxnSpMk id="202" creationId="{9595C62D-2741-445E-A6B7-E866D2CAC131}"/>
          </ac:cxnSpMkLst>
        </pc:cxnChg>
        <pc:cxnChg chg="add del mod">
          <ac:chgData name="vidushi dadu" userId="8f6edd75c0a5619a" providerId="LiveId" clId="{4A1D7BB4-DB2B-401C-9583-309F517E6E8F}" dt="2020-10-16T07:45:12.310" v="15364" actId="478"/>
          <ac:cxnSpMkLst>
            <pc:docMk/>
            <pc:sldMk cId="1822168343" sldId="1378"/>
            <ac:cxnSpMk id="203" creationId="{3599D26A-EC82-44A0-AB68-FB99AD5A0F80}"/>
          </ac:cxnSpMkLst>
        </pc:cxnChg>
        <pc:cxnChg chg="add del mod">
          <ac:chgData name="vidushi dadu" userId="8f6edd75c0a5619a" providerId="LiveId" clId="{4A1D7BB4-DB2B-401C-9583-309F517E6E8F}" dt="2020-10-16T07:45:09.539" v="15363" actId="478"/>
          <ac:cxnSpMkLst>
            <pc:docMk/>
            <pc:sldMk cId="1822168343" sldId="1378"/>
            <ac:cxnSpMk id="214" creationId="{130BB188-8A41-4E27-BF58-ED89D3D72AD2}"/>
          </ac:cxnSpMkLst>
        </pc:cxnChg>
        <pc:cxnChg chg="add 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221" creationId="{85781624-1F84-4314-9027-87FCFD762F3E}"/>
          </ac:cxnSpMkLst>
        </pc:cxnChg>
        <pc:cxnChg chg="add 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224" creationId="{900FB7A6-7D04-47C8-8A28-56EC47DC3506}"/>
          </ac:cxnSpMkLst>
        </pc:cxnChg>
        <pc:cxnChg chg="add 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227" creationId="{D13CDDFE-41F9-4CDD-98EC-9E327524A2E0}"/>
          </ac:cxnSpMkLst>
        </pc:cxnChg>
        <pc:cxnChg chg="add 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228" creationId="{438FA83A-1082-45BF-9B36-7FD75707385C}"/>
          </ac:cxnSpMkLst>
        </pc:cxnChg>
        <pc:cxnChg chg="add del mod">
          <ac:chgData name="vidushi dadu" userId="8f6edd75c0a5619a" providerId="LiveId" clId="{4A1D7BB4-DB2B-401C-9583-309F517E6E8F}" dt="2020-10-16T07:51:19.779" v="15630" actId="478"/>
          <ac:cxnSpMkLst>
            <pc:docMk/>
            <pc:sldMk cId="1822168343" sldId="1378"/>
            <ac:cxnSpMk id="238" creationId="{71237BF6-C5E0-4F1B-95A0-0491BF33855C}"/>
          </ac:cxnSpMkLst>
        </pc:cxnChg>
        <pc:cxnChg chg="add mod">
          <ac:chgData name="vidushi dadu" userId="8f6edd75c0a5619a" providerId="LiveId" clId="{4A1D7BB4-DB2B-401C-9583-309F517E6E8F}" dt="2020-10-16T07:47:20.200" v="15536" actId="1036"/>
          <ac:cxnSpMkLst>
            <pc:docMk/>
            <pc:sldMk cId="1822168343" sldId="1378"/>
            <ac:cxnSpMk id="239" creationId="{E3C6BE54-D9E4-4A95-B9C7-0DE3B6A14B8A}"/>
          </ac:cxnSpMkLst>
        </pc:cxnChg>
      </pc:sldChg>
      <pc:sldChg chg="addSp delSp modSp add del">
        <pc:chgData name="vidushi dadu" userId="8f6edd75c0a5619a" providerId="LiveId" clId="{4A1D7BB4-DB2B-401C-9583-309F517E6E8F}" dt="2020-10-16T13:56:52.807" v="14892" actId="2696"/>
        <pc:sldMkLst>
          <pc:docMk/>
          <pc:sldMk cId="2709311865" sldId="1378"/>
        </pc:sldMkLst>
        <pc:spChg chg="del">
          <ac:chgData name="vidushi dadu" userId="8f6edd75c0a5619a" providerId="LiveId" clId="{4A1D7BB4-DB2B-401C-9583-309F517E6E8F}" dt="2020-10-16T04:04:05.108" v="14606" actId="478"/>
          <ac:spMkLst>
            <pc:docMk/>
            <pc:sldMk cId="2709311865" sldId="1378"/>
            <ac:spMk id="2" creationId="{45016CFC-6A09-4D9A-AABE-BE1BDF55707C}"/>
          </ac:spMkLst>
        </pc:spChg>
        <pc:spChg chg="del">
          <ac:chgData name="vidushi dadu" userId="8f6edd75c0a5619a" providerId="LiveId" clId="{4A1D7BB4-DB2B-401C-9583-309F517E6E8F}" dt="2020-10-16T04:01:49.196" v="14598" actId="478"/>
          <ac:spMkLst>
            <pc:docMk/>
            <pc:sldMk cId="2709311865" sldId="1378"/>
            <ac:spMk id="3" creationId="{EBAC9BB5-E223-4938-A661-8D710E7C4423}"/>
          </ac:spMkLst>
        </pc:spChg>
        <pc:spChg chg="add del">
          <ac:chgData name="vidushi dadu" userId="8f6edd75c0a5619a" providerId="LiveId" clId="{4A1D7BB4-DB2B-401C-9583-309F517E6E8F}" dt="2020-10-16T04:01:53.570" v="14600" actId="478"/>
          <ac:spMkLst>
            <pc:docMk/>
            <pc:sldMk cId="2709311865" sldId="1378"/>
            <ac:spMk id="5" creationId="{F21AA4B0-E87D-4229-A9CB-D89DE29DE0C1}"/>
          </ac:spMkLst>
        </pc:spChg>
        <pc:spChg chg="add del">
          <ac:chgData name="vidushi dadu" userId="8f6edd75c0a5619a" providerId="LiveId" clId="{4A1D7BB4-DB2B-401C-9583-309F517E6E8F}" dt="2020-10-16T04:02:05.578" v="14602" actId="478"/>
          <ac:spMkLst>
            <pc:docMk/>
            <pc:sldMk cId="2709311865" sldId="1378"/>
            <ac:spMk id="6" creationId="{27706D89-C6C2-493E-8B42-3B202CE22DB9}"/>
          </ac:spMkLst>
        </pc:spChg>
        <pc:spChg chg="add">
          <ac:chgData name="vidushi dadu" userId="8f6edd75c0a5619a" providerId="LiveId" clId="{4A1D7BB4-DB2B-401C-9583-309F517E6E8F}" dt="2020-10-16T04:04:00.446" v="14604"/>
          <ac:spMkLst>
            <pc:docMk/>
            <pc:sldMk cId="2709311865" sldId="1378"/>
            <ac:spMk id="7" creationId="{0F0F964A-5A8E-4027-89DF-DF0181FDF905}"/>
          </ac:spMkLst>
        </pc:spChg>
        <pc:spChg chg="mod topLvl">
          <ac:chgData name="vidushi dadu" userId="8f6edd75c0a5619a" providerId="LiveId" clId="{4A1D7BB4-DB2B-401C-9583-309F517E6E8F}" dt="2020-10-16T04:08:24.113" v="14614" actId="165"/>
          <ac:spMkLst>
            <pc:docMk/>
            <pc:sldMk cId="2709311865" sldId="1378"/>
            <ac:spMk id="12" creationId="{20ED6171-9027-45D3-B18C-295F366C3D95}"/>
          </ac:spMkLst>
        </pc:spChg>
        <pc:spChg chg="del">
          <ac:chgData name="vidushi dadu" userId="8f6edd75c0a5619a" providerId="LiveId" clId="{4A1D7BB4-DB2B-401C-9583-309F517E6E8F}" dt="2020-10-16T04:08:13.081" v="14612" actId="478"/>
          <ac:spMkLst>
            <pc:docMk/>
            <pc:sldMk cId="2709311865" sldId="1378"/>
            <ac:spMk id="14" creationId="{4DED58C9-3244-45BF-AC4E-A4D136B6B733}"/>
          </ac:spMkLst>
        </pc:spChg>
        <pc:spChg chg="del">
          <ac:chgData name="vidushi dadu" userId="8f6edd75c0a5619a" providerId="LiveId" clId="{4A1D7BB4-DB2B-401C-9583-309F517E6E8F}" dt="2020-10-16T04:08:18.046" v="14613" actId="478"/>
          <ac:spMkLst>
            <pc:docMk/>
            <pc:sldMk cId="2709311865" sldId="1378"/>
            <ac:spMk id="16" creationId="{8691B451-AB64-4C62-9747-C15379FF2152}"/>
          </ac:spMkLst>
        </pc:spChg>
        <pc:spChg chg="mod topLvl">
          <ac:chgData name="vidushi dadu" userId="8f6edd75c0a5619a" providerId="LiveId" clId="{4A1D7BB4-DB2B-401C-9583-309F517E6E8F}" dt="2020-10-16T04:08:34.577" v="14616" actId="1076"/>
          <ac:spMkLst>
            <pc:docMk/>
            <pc:sldMk cId="2709311865" sldId="1378"/>
            <ac:spMk id="18" creationId="{0ED5A2B3-C8D6-4D2D-AC46-ADBB474C1243}"/>
          </ac:spMkLst>
        </pc:spChg>
        <pc:spChg chg="add mod">
          <ac:chgData name="vidushi dadu" userId="8f6edd75c0a5619a" providerId="LiveId" clId="{4A1D7BB4-DB2B-401C-9583-309F517E6E8F}" dt="2020-10-16T04:09:23.775" v="14623" actId="20577"/>
          <ac:spMkLst>
            <pc:docMk/>
            <pc:sldMk cId="2709311865" sldId="1378"/>
            <ac:spMk id="192" creationId="{525C711F-3037-461B-8FC0-A59CDDD8C4B6}"/>
          </ac:spMkLst>
        </pc:spChg>
        <pc:spChg chg="add del">
          <ac:chgData name="vidushi dadu" userId="8f6edd75c0a5619a" providerId="LiveId" clId="{4A1D7BB4-DB2B-401C-9583-309F517E6E8F}" dt="2020-10-16T04:09:37.261" v="14625" actId="478"/>
          <ac:spMkLst>
            <pc:docMk/>
            <pc:sldMk cId="2709311865" sldId="1378"/>
            <ac:spMk id="193" creationId="{5E587398-C650-495A-B404-D1068A69083A}"/>
          </ac:spMkLst>
        </pc:spChg>
        <pc:grpChg chg="add del mod">
          <ac:chgData name="vidushi dadu" userId="8f6edd75c0a5619a" providerId="LiveId" clId="{4A1D7BB4-DB2B-401C-9583-309F517E6E8F}" dt="2020-10-16T04:08:24.113" v="14614" actId="165"/>
          <ac:grpSpMkLst>
            <pc:docMk/>
            <pc:sldMk cId="2709311865" sldId="1378"/>
            <ac:grpSpMk id="9" creationId="{2769805B-F6E8-4818-BEE4-E36F1FD9ACC5}"/>
          </ac:grpSpMkLst>
        </pc:grpChg>
        <pc:grpChg chg="mod topLvl">
          <ac:chgData name="vidushi dadu" userId="8f6edd75c0a5619a" providerId="LiveId" clId="{4A1D7BB4-DB2B-401C-9583-309F517E6E8F}" dt="2020-10-16T04:08:24.113" v="14614" actId="165"/>
          <ac:grpSpMkLst>
            <pc:docMk/>
            <pc:sldMk cId="2709311865" sldId="1378"/>
            <ac:grpSpMk id="23" creationId="{3C000761-67F7-42E5-B48E-9AA2D9E9D7EC}"/>
          </ac:grpSpMkLst>
        </pc:grpChg>
        <pc:grpChg chg="mod topLvl">
          <ac:chgData name="vidushi dadu" userId="8f6edd75c0a5619a" providerId="LiveId" clId="{4A1D7BB4-DB2B-401C-9583-309F517E6E8F}" dt="2020-10-16T04:08:24.113" v="14614" actId="165"/>
          <ac:grpSpMkLst>
            <pc:docMk/>
            <pc:sldMk cId="2709311865" sldId="1378"/>
            <ac:grpSpMk id="24" creationId="{352C196F-B4E0-4445-B638-11861C356C0A}"/>
          </ac:grpSpMkLst>
        </pc:grpChg>
        <pc:grpChg chg="mod topLvl">
          <ac:chgData name="vidushi dadu" userId="8f6edd75c0a5619a" providerId="LiveId" clId="{4A1D7BB4-DB2B-401C-9583-309F517E6E8F}" dt="2020-10-16T04:08:24.113" v="14614" actId="165"/>
          <ac:grpSpMkLst>
            <pc:docMk/>
            <pc:sldMk cId="2709311865" sldId="1378"/>
            <ac:grpSpMk id="25" creationId="{A8207B48-4151-49E8-837B-5DDFA2020A3A}"/>
          </ac:grpSpMkLst>
        </pc:grpChg>
        <pc:grpChg chg="mod topLvl">
          <ac:chgData name="vidushi dadu" userId="8f6edd75c0a5619a" providerId="LiveId" clId="{4A1D7BB4-DB2B-401C-9583-309F517E6E8F}" dt="2020-10-16T04:08:24.113" v="14614" actId="165"/>
          <ac:grpSpMkLst>
            <pc:docMk/>
            <pc:sldMk cId="2709311865" sldId="1378"/>
            <ac:grpSpMk id="26" creationId="{D0B25B0E-AD39-4DF4-8506-ED42371942C5}"/>
          </ac:grpSpMkLst>
        </pc:grpChg>
        <pc:grpChg chg="add mod">
          <ac:chgData name="vidushi dadu" userId="8f6edd75c0a5619a" providerId="LiveId" clId="{4A1D7BB4-DB2B-401C-9583-309F517E6E8F}" dt="2020-10-16T04:06:24.849" v="14609" actId="1076"/>
          <ac:grpSpMkLst>
            <pc:docMk/>
            <pc:sldMk cId="2709311865" sldId="1378"/>
            <ac:grpSpMk id="53" creationId="{9A0DEBF4-52AA-4ACB-8F52-FD833B707D86}"/>
          </ac:grpSpMkLst>
        </pc:grpChg>
        <pc:grpChg chg="add mod">
          <ac:chgData name="vidushi dadu" userId="8f6edd75c0a5619a" providerId="LiveId" clId="{4A1D7BB4-DB2B-401C-9583-309F517E6E8F}" dt="2020-10-16T04:09:41.749" v="14627" actId="1076"/>
          <ac:grpSpMkLst>
            <pc:docMk/>
            <pc:sldMk cId="2709311865" sldId="1378"/>
            <ac:grpSpMk id="194" creationId="{9D318634-05CD-465C-BA33-CA53665EF951}"/>
          </ac:grpSpMkLst>
        </pc:grpChg>
        <pc:picChg chg="add del">
          <ac:chgData name="vidushi dadu" userId="8f6edd75c0a5619a" providerId="LiveId" clId="{4A1D7BB4-DB2B-401C-9583-309F517E6E8F}" dt="2020-10-16T04:04:02.081" v="14605" actId="478"/>
          <ac:picMkLst>
            <pc:docMk/>
            <pc:sldMk cId="2709311865" sldId="1378"/>
            <ac:picMk id="1026" creationId="{08AA1FC8-7AF1-4387-A667-ED7B641EFCBE}"/>
          </ac:picMkLst>
        </pc:picChg>
        <pc:cxnChg chg="mod topLvl">
          <ac:chgData name="vidushi dadu" userId="8f6edd75c0a5619a" providerId="LiveId" clId="{4A1D7BB4-DB2B-401C-9583-309F517E6E8F}" dt="2020-10-16T04:08:24.113" v="14614" actId="165"/>
          <ac:cxnSpMkLst>
            <pc:docMk/>
            <pc:sldMk cId="2709311865" sldId="1378"/>
            <ac:cxnSpMk id="10" creationId="{10496351-920E-467E-BE8B-D285679DE4E3}"/>
          </ac:cxnSpMkLst>
        </pc:cxnChg>
        <pc:cxnChg chg="mod topLvl">
          <ac:chgData name="vidushi dadu" userId="8f6edd75c0a5619a" providerId="LiveId" clId="{4A1D7BB4-DB2B-401C-9583-309F517E6E8F}" dt="2020-10-16T04:08:24.113" v="14614" actId="165"/>
          <ac:cxnSpMkLst>
            <pc:docMk/>
            <pc:sldMk cId="2709311865" sldId="1378"/>
            <ac:cxnSpMk id="11" creationId="{48ED7578-321D-4C61-94E3-3030D2AB3455}"/>
          </ac:cxnSpMkLst>
        </pc:cxnChg>
        <pc:cxnChg chg="mod topLvl">
          <ac:chgData name="vidushi dadu" userId="8f6edd75c0a5619a" providerId="LiveId" clId="{4A1D7BB4-DB2B-401C-9583-309F517E6E8F}" dt="2020-10-16T04:08:24.113" v="14614" actId="165"/>
          <ac:cxnSpMkLst>
            <pc:docMk/>
            <pc:sldMk cId="2709311865" sldId="1378"/>
            <ac:cxnSpMk id="13" creationId="{3F7B60E8-5292-429F-81E9-5C01AC0BC45F}"/>
          </ac:cxnSpMkLst>
        </pc:cxnChg>
        <pc:cxnChg chg="mod topLvl">
          <ac:chgData name="vidushi dadu" userId="8f6edd75c0a5619a" providerId="LiveId" clId="{4A1D7BB4-DB2B-401C-9583-309F517E6E8F}" dt="2020-10-16T04:08:24.113" v="14614" actId="165"/>
          <ac:cxnSpMkLst>
            <pc:docMk/>
            <pc:sldMk cId="2709311865" sldId="1378"/>
            <ac:cxnSpMk id="15" creationId="{FF3A70C1-56E5-4719-BD20-7DED9C21838D}"/>
          </ac:cxnSpMkLst>
        </pc:cxnChg>
        <pc:cxnChg chg="del mod topLvl">
          <ac:chgData name="vidushi dadu" userId="8f6edd75c0a5619a" providerId="LiveId" clId="{4A1D7BB4-DB2B-401C-9583-309F517E6E8F}" dt="2020-10-16T04:08:27.829" v="14615" actId="478"/>
          <ac:cxnSpMkLst>
            <pc:docMk/>
            <pc:sldMk cId="2709311865" sldId="1378"/>
            <ac:cxnSpMk id="17" creationId="{CD939079-779A-4A08-B41B-3A773BCC648B}"/>
          </ac:cxnSpMkLst>
        </pc:cxnChg>
        <pc:cxnChg chg="mod topLvl">
          <ac:chgData name="vidushi dadu" userId="8f6edd75c0a5619a" providerId="LiveId" clId="{4A1D7BB4-DB2B-401C-9583-309F517E6E8F}" dt="2020-10-16T04:08:34.577" v="14616" actId="1076"/>
          <ac:cxnSpMkLst>
            <pc:docMk/>
            <pc:sldMk cId="2709311865" sldId="1378"/>
            <ac:cxnSpMk id="19" creationId="{02EE680F-CB45-4F2C-B498-4E486D26B24F}"/>
          </ac:cxnSpMkLst>
        </pc:cxnChg>
        <pc:cxnChg chg="mod topLvl">
          <ac:chgData name="vidushi dadu" userId="8f6edd75c0a5619a" providerId="LiveId" clId="{4A1D7BB4-DB2B-401C-9583-309F517E6E8F}" dt="2020-10-16T04:08:34.577" v="14616" actId="1076"/>
          <ac:cxnSpMkLst>
            <pc:docMk/>
            <pc:sldMk cId="2709311865" sldId="1378"/>
            <ac:cxnSpMk id="20" creationId="{1F68C814-CCDA-4355-B4DE-3E0AF0C342B4}"/>
          </ac:cxnSpMkLst>
        </pc:cxnChg>
        <pc:cxnChg chg="mod topLvl">
          <ac:chgData name="vidushi dadu" userId="8f6edd75c0a5619a" providerId="LiveId" clId="{4A1D7BB4-DB2B-401C-9583-309F517E6E8F}" dt="2020-10-16T04:08:34.577" v="14616" actId="1076"/>
          <ac:cxnSpMkLst>
            <pc:docMk/>
            <pc:sldMk cId="2709311865" sldId="1378"/>
            <ac:cxnSpMk id="21" creationId="{2EE3F11D-26F6-4709-A495-812614D2F594}"/>
          </ac:cxnSpMkLst>
        </pc:cxnChg>
        <pc:cxnChg chg="mod topLvl">
          <ac:chgData name="vidushi dadu" userId="8f6edd75c0a5619a" providerId="LiveId" clId="{4A1D7BB4-DB2B-401C-9583-309F517E6E8F}" dt="2020-10-16T04:09:10.768" v="14618" actId="14100"/>
          <ac:cxnSpMkLst>
            <pc:docMk/>
            <pc:sldMk cId="2709311865" sldId="1378"/>
            <ac:cxnSpMk id="22" creationId="{1A3B0D0B-4673-458A-9ED9-938447770668}"/>
          </ac:cxnSpMkLst>
        </pc:cxnChg>
        <pc:cxnChg chg="mod topLvl">
          <ac:chgData name="vidushi dadu" userId="8f6edd75c0a5619a" providerId="LiveId" clId="{4A1D7BB4-DB2B-401C-9583-309F517E6E8F}" dt="2020-10-16T04:08:24.113" v="14614" actId="165"/>
          <ac:cxnSpMkLst>
            <pc:docMk/>
            <pc:sldMk cId="2709311865" sldId="1378"/>
            <ac:cxnSpMk id="27" creationId="{68439058-C07A-43BC-A9B9-D89259594E77}"/>
          </ac:cxnSpMkLst>
        </pc:cxnChg>
        <pc:cxnChg chg="mod topLvl">
          <ac:chgData name="vidushi dadu" userId="8f6edd75c0a5619a" providerId="LiveId" clId="{4A1D7BB4-DB2B-401C-9583-309F517E6E8F}" dt="2020-10-16T04:08:24.113" v="14614" actId="165"/>
          <ac:cxnSpMkLst>
            <pc:docMk/>
            <pc:sldMk cId="2709311865" sldId="1378"/>
            <ac:cxnSpMk id="28" creationId="{F2A9B425-6C25-49B3-80D7-BA3A8403CED8}"/>
          </ac:cxnSpMkLst>
        </pc:cxnChg>
        <pc:cxnChg chg="mod topLvl">
          <ac:chgData name="vidushi dadu" userId="8f6edd75c0a5619a" providerId="LiveId" clId="{4A1D7BB4-DB2B-401C-9583-309F517E6E8F}" dt="2020-10-16T04:08:24.113" v="14614" actId="165"/>
          <ac:cxnSpMkLst>
            <pc:docMk/>
            <pc:sldMk cId="2709311865" sldId="1378"/>
            <ac:cxnSpMk id="29" creationId="{3FA429E7-75F9-4733-9BBE-3C2EFA63B2A5}"/>
          </ac:cxnSpMkLst>
        </pc:cxnChg>
        <pc:cxnChg chg="mod topLvl">
          <ac:chgData name="vidushi dadu" userId="8f6edd75c0a5619a" providerId="LiveId" clId="{4A1D7BB4-DB2B-401C-9583-309F517E6E8F}" dt="2020-10-16T04:08:24.113" v="14614" actId="165"/>
          <ac:cxnSpMkLst>
            <pc:docMk/>
            <pc:sldMk cId="2709311865" sldId="1378"/>
            <ac:cxnSpMk id="30" creationId="{C22454CF-0D8C-45D2-A39D-F6794CC46305}"/>
          </ac:cxnSpMkLst>
        </pc:cxnChg>
        <pc:cxnChg chg="add mod">
          <ac:chgData name="vidushi dadu" userId="8f6edd75c0a5619a" providerId="LiveId" clId="{4A1D7BB4-DB2B-401C-9583-309F517E6E8F}" dt="2020-10-16T04:10:55.388" v="14635" actId="14100"/>
          <ac:cxnSpMkLst>
            <pc:docMk/>
            <pc:sldMk cId="2709311865" sldId="1378"/>
            <ac:cxnSpMk id="199" creationId="{03A727A0-E084-4FAF-9669-64B37C9D76C5}"/>
          </ac:cxnSpMkLst>
        </pc:cxnChg>
      </pc:sldChg>
      <pc:sldChg chg="add del">
        <pc:chgData name="vidushi dadu" userId="8f6edd75c0a5619a" providerId="LiveId" clId="{4A1D7BB4-DB2B-401C-9583-309F517E6E8F}" dt="2020-10-16T07:53:29.201" v="15643" actId="2696"/>
        <pc:sldMkLst>
          <pc:docMk/>
          <pc:sldMk cId="752058500" sldId="1379"/>
        </pc:sldMkLst>
      </pc:sldChg>
      <pc:sldChg chg="modSp add del">
        <pc:chgData name="vidushi dadu" userId="8f6edd75c0a5619a" providerId="LiveId" clId="{4A1D7BB4-DB2B-401C-9583-309F517E6E8F}" dt="2020-10-16T04:18:22.719" v="14890" actId="2696"/>
        <pc:sldMkLst>
          <pc:docMk/>
          <pc:sldMk cId="3195968565" sldId="1380"/>
        </pc:sldMkLst>
        <pc:spChg chg="mod">
          <ac:chgData name="vidushi dadu" userId="8f6edd75c0a5619a" providerId="LiveId" clId="{4A1D7BB4-DB2B-401C-9583-309F517E6E8F}" dt="2020-10-16T04:14:45.828" v="14880" actId="20577"/>
          <ac:spMkLst>
            <pc:docMk/>
            <pc:sldMk cId="3195968565" sldId="1380"/>
            <ac:spMk id="2" creationId="{2D764B5C-D4E5-4A2C-9776-DAE9C8CFB50D}"/>
          </ac:spMkLst>
        </pc:spChg>
      </pc:sldChg>
      <pc:sldChg chg="modSp add del">
        <pc:chgData name="vidushi dadu" userId="8f6edd75c0a5619a" providerId="LiveId" clId="{4A1D7BB4-DB2B-401C-9583-309F517E6E8F}" dt="2020-10-17T02:16:24.261" v="16971" actId="2696"/>
        <pc:sldMkLst>
          <pc:docMk/>
          <pc:sldMk cId="3388764625" sldId="1381"/>
        </pc:sldMkLst>
        <pc:spChg chg="mod">
          <ac:chgData name="vidushi dadu" userId="8f6edd75c0a5619a" providerId="LiveId" clId="{4A1D7BB4-DB2B-401C-9583-309F517E6E8F}" dt="2020-10-16T04:14:41.838" v="14875" actId="20577"/>
          <ac:spMkLst>
            <pc:docMk/>
            <pc:sldMk cId="3388764625" sldId="1381"/>
            <ac:spMk id="2" creationId="{4453F9E5-165D-405F-B80D-0CAF687FA5DC}"/>
          </ac:spMkLst>
        </pc:spChg>
      </pc:sldChg>
      <pc:sldChg chg="addSp delSp modSp add del delAnim modAnim">
        <pc:chgData name="vidushi dadu" userId="8f6edd75c0a5619a" providerId="LiveId" clId="{4A1D7BB4-DB2B-401C-9583-309F517E6E8F}" dt="2020-10-17T03:10:13.871" v="17398" actId="2696"/>
        <pc:sldMkLst>
          <pc:docMk/>
          <pc:sldMk cId="104145168" sldId="1382"/>
        </pc:sldMkLst>
        <pc:spChg chg="del mod">
          <ac:chgData name="vidushi dadu" userId="8f6edd75c0a5619a" providerId="LiveId" clId="{4A1D7BB4-DB2B-401C-9583-309F517E6E8F}" dt="2020-10-16T13:59:46.958" v="14969" actId="478"/>
          <ac:spMkLst>
            <pc:docMk/>
            <pc:sldMk cId="104145168" sldId="1382"/>
            <ac:spMk id="2" creationId="{CF9A0BB0-975C-4A59-8E27-A3CA049C3877}"/>
          </ac:spMkLst>
        </pc:spChg>
        <pc:spChg chg="add del mod">
          <ac:chgData name="vidushi dadu" userId="8f6edd75c0a5619a" providerId="LiveId" clId="{4A1D7BB4-DB2B-401C-9583-309F517E6E8F}" dt="2020-10-16T13:59:51.114" v="14971" actId="478"/>
          <ac:spMkLst>
            <pc:docMk/>
            <pc:sldMk cId="104145168" sldId="1382"/>
            <ac:spMk id="5" creationId="{A13112AC-346B-470F-9FD4-BCB3A5F6BB2C}"/>
          </ac:spMkLst>
        </pc:spChg>
        <pc:spChg chg="del mod topLvl">
          <ac:chgData name="vidushi dadu" userId="8f6edd75c0a5619a" providerId="LiveId" clId="{4A1D7BB4-DB2B-401C-9583-309F517E6E8F}" dt="2020-10-16T14:09:17.569" v="15115" actId="478"/>
          <ac:spMkLst>
            <pc:docMk/>
            <pc:sldMk cId="104145168" sldId="1382"/>
            <ac:spMk id="42" creationId="{94C044DB-B593-4E3F-B30D-EDD1D3E7CDAE}"/>
          </ac:spMkLst>
        </pc:spChg>
        <pc:spChg chg="mod topLvl">
          <ac:chgData name="vidushi dadu" userId="8f6edd75c0a5619a" providerId="LiveId" clId="{4A1D7BB4-DB2B-401C-9583-309F517E6E8F}" dt="2020-10-16T14:09:24.050" v="15116" actId="1076"/>
          <ac:spMkLst>
            <pc:docMk/>
            <pc:sldMk cId="104145168" sldId="1382"/>
            <ac:spMk id="43" creationId="{5A87592D-FFB7-423F-8A3B-DDA0F030EBE3}"/>
          </ac:spMkLst>
        </pc:spChg>
        <pc:spChg chg="add mod">
          <ac:chgData name="vidushi dadu" userId="8f6edd75c0a5619a" providerId="LiveId" clId="{4A1D7BB4-DB2B-401C-9583-309F517E6E8F}" dt="2020-10-16T14:00:07.401" v="15020" actId="20577"/>
          <ac:spMkLst>
            <pc:docMk/>
            <pc:sldMk cId="104145168" sldId="1382"/>
            <ac:spMk id="49" creationId="{109AA0BB-1DBF-4AC5-94A1-B783AAF8041C}"/>
          </ac:spMkLst>
        </pc:spChg>
        <pc:spChg chg="mod topLvl">
          <ac:chgData name="vidushi dadu" userId="8f6edd75c0a5619a" providerId="LiveId" clId="{4A1D7BB4-DB2B-401C-9583-309F517E6E8F}" dt="2020-10-16T14:14:06.700" v="15154" actId="1076"/>
          <ac:spMkLst>
            <pc:docMk/>
            <pc:sldMk cId="104145168" sldId="1382"/>
            <ac:spMk id="51" creationId="{37ED4D90-1D78-4CFF-A3A1-339691C45FED}"/>
          </ac:spMkLst>
        </pc:spChg>
        <pc:spChg chg="mod topLvl">
          <ac:chgData name="vidushi dadu" userId="8f6edd75c0a5619a" providerId="LiveId" clId="{4A1D7BB4-DB2B-401C-9583-309F517E6E8F}" dt="2020-10-16T04:19:15.781" v="14891" actId="165"/>
          <ac:spMkLst>
            <pc:docMk/>
            <pc:sldMk cId="104145168" sldId="1382"/>
            <ac:spMk id="57" creationId="{D37EDF68-4722-4637-ABBE-E13B077BC51C}"/>
          </ac:spMkLst>
        </pc:spChg>
        <pc:spChg chg="mod topLvl">
          <ac:chgData name="vidushi dadu" userId="8f6edd75c0a5619a" providerId="LiveId" clId="{4A1D7BB4-DB2B-401C-9583-309F517E6E8F}" dt="2020-10-16T14:04:31.215" v="15051" actId="20577"/>
          <ac:spMkLst>
            <pc:docMk/>
            <pc:sldMk cId="104145168" sldId="1382"/>
            <ac:spMk id="58" creationId="{4D3B5613-A870-49C2-8892-5E9678581B6C}"/>
          </ac:spMkLst>
        </pc:spChg>
        <pc:spChg chg="del mod topLvl">
          <ac:chgData name="vidushi dadu" userId="8f6edd75c0a5619a" providerId="LiveId" clId="{4A1D7BB4-DB2B-401C-9583-309F517E6E8F}" dt="2020-10-16T14:00:48.189" v="15021" actId="478"/>
          <ac:spMkLst>
            <pc:docMk/>
            <pc:sldMk cId="104145168" sldId="1382"/>
            <ac:spMk id="59" creationId="{C5994318-2718-439F-A98A-8C7AA6380C1F}"/>
          </ac:spMkLst>
        </pc:spChg>
        <pc:spChg chg="add mod">
          <ac:chgData name="vidushi dadu" userId="8f6edd75c0a5619a" providerId="LiveId" clId="{4A1D7BB4-DB2B-401C-9583-309F517E6E8F}" dt="2020-10-16T14:05:24.309" v="15064" actId="1076"/>
          <ac:spMkLst>
            <pc:docMk/>
            <pc:sldMk cId="104145168" sldId="1382"/>
            <ac:spMk id="65" creationId="{98AB3240-E779-46B9-B280-92E3B098CD22}"/>
          </ac:spMkLst>
        </pc:spChg>
        <pc:spChg chg="del mod topLvl">
          <ac:chgData name="vidushi dadu" userId="8f6edd75c0a5619a" providerId="LiveId" clId="{4A1D7BB4-DB2B-401C-9583-309F517E6E8F}" dt="2020-10-16T14:04:03.106" v="15040" actId="478"/>
          <ac:spMkLst>
            <pc:docMk/>
            <pc:sldMk cId="104145168" sldId="1382"/>
            <ac:spMk id="69" creationId="{E90DAB47-D12E-41BB-B286-F2DD02620E18}"/>
          </ac:spMkLst>
        </pc:spChg>
        <pc:spChg chg="add mod">
          <ac:chgData name="vidushi dadu" userId="8f6edd75c0a5619a" providerId="LiveId" clId="{4A1D7BB4-DB2B-401C-9583-309F517E6E8F}" dt="2020-10-16T14:08:45.696" v="15111" actId="1076"/>
          <ac:spMkLst>
            <pc:docMk/>
            <pc:sldMk cId="104145168" sldId="1382"/>
            <ac:spMk id="70" creationId="{D38FB3A4-1AED-4930-A38D-4AE0A91FD4BE}"/>
          </ac:spMkLst>
        </pc:spChg>
        <pc:spChg chg="mod topLvl">
          <ac:chgData name="vidushi dadu" userId="8f6edd75c0a5619a" providerId="LiveId" clId="{4A1D7BB4-DB2B-401C-9583-309F517E6E8F}" dt="2020-10-16T14:14:18.176" v="15156" actId="1076"/>
          <ac:spMkLst>
            <pc:docMk/>
            <pc:sldMk cId="104145168" sldId="1382"/>
            <ac:spMk id="72" creationId="{111D5DB6-ED44-42DD-8FDF-34B6986378AE}"/>
          </ac:spMkLst>
        </pc:spChg>
        <pc:spChg chg="del mod topLvl">
          <ac:chgData name="vidushi dadu" userId="8f6edd75c0a5619a" providerId="LiveId" clId="{4A1D7BB4-DB2B-401C-9583-309F517E6E8F}" dt="2020-10-16T14:04:04.486" v="15041" actId="478"/>
          <ac:spMkLst>
            <pc:docMk/>
            <pc:sldMk cId="104145168" sldId="1382"/>
            <ac:spMk id="73" creationId="{95E79691-AAD6-45BC-9A65-97F096C3B0EE}"/>
          </ac:spMkLst>
        </pc:spChg>
        <pc:spChg chg="add mod">
          <ac:chgData name="vidushi dadu" userId="8f6edd75c0a5619a" providerId="LiveId" clId="{4A1D7BB4-DB2B-401C-9583-309F517E6E8F}" dt="2020-10-16T14:08:35.248" v="15110" actId="1076"/>
          <ac:spMkLst>
            <pc:docMk/>
            <pc:sldMk cId="104145168" sldId="1382"/>
            <ac:spMk id="75" creationId="{955D280A-C7C0-443B-809A-963DA1FAF714}"/>
          </ac:spMkLst>
        </pc:spChg>
        <pc:spChg chg="del mod topLvl">
          <ac:chgData name="vidushi dadu" userId="8f6edd75c0a5619a" providerId="LiveId" clId="{4A1D7BB4-DB2B-401C-9583-309F517E6E8F}" dt="2020-10-16T14:04:05.743" v="15042" actId="478"/>
          <ac:spMkLst>
            <pc:docMk/>
            <pc:sldMk cId="104145168" sldId="1382"/>
            <ac:spMk id="78" creationId="{86900E2D-645A-4D7A-B630-695AFEE208CB}"/>
          </ac:spMkLst>
        </pc:spChg>
        <pc:spChg chg="mod topLvl">
          <ac:chgData name="vidushi dadu" userId="8f6edd75c0a5619a" providerId="LiveId" clId="{4A1D7BB4-DB2B-401C-9583-309F517E6E8F}" dt="2020-10-16T04:19:15.781" v="14891" actId="165"/>
          <ac:spMkLst>
            <pc:docMk/>
            <pc:sldMk cId="104145168" sldId="1382"/>
            <ac:spMk id="80" creationId="{34D92DBC-9AF4-45E4-97E9-670A8B8B3329}"/>
          </ac:spMkLst>
        </pc:spChg>
        <pc:spChg chg="mod topLvl">
          <ac:chgData name="vidushi dadu" userId="8f6edd75c0a5619a" providerId="LiveId" clId="{4A1D7BB4-DB2B-401C-9583-309F517E6E8F}" dt="2020-10-16T14:06:35.501" v="15081" actId="20577"/>
          <ac:spMkLst>
            <pc:docMk/>
            <pc:sldMk cId="104145168" sldId="1382"/>
            <ac:spMk id="82" creationId="{34D94494-C606-4B6E-9C10-887CF17E526C}"/>
          </ac:spMkLst>
        </pc:spChg>
        <pc:spChg chg="mod topLvl">
          <ac:chgData name="vidushi dadu" userId="8f6edd75c0a5619a" providerId="LiveId" clId="{4A1D7BB4-DB2B-401C-9583-309F517E6E8F}" dt="2020-10-16T04:19:15.781" v="14891" actId="165"/>
          <ac:spMkLst>
            <pc:docMk/>
            <pc:sldMk cId="104145168" sldId="1382"/>
            <ac:spMk id="83" creationId="{40909170-BCA4-45B9-B209-1A24AEE63D84}"/>
          </ac:spMkLst>
        </pc:spChg>
        <pc:spChg chg="add mod">
          <ac:chgData name="vidushi dadu" userId="8f6edd75c0a5619a" providerId="LiveId" clId="{4A1D7BB4-DB2B-401C-9583-309F517E6E8F}" dt="2020-10-16T14:06:25.619" v="15076" actId="1076"/>
          <ac:spMkLst>
            <pc:docMk/>
            <pc:sldMk cId="104145168" sldId="1382"/>
            <ac:spMk id="86" creationId="{2C66A4B2-6F51-45AB-8BD9-9564F1BCE141}"/>
          </ac:spMkLst>
        </pc:spChg>
        <pc:spChg chg="add mod">
          <ac:chgData name="vidushi dadu" userId="8f6edd75c0a5619a" providerId="LiveId" clId="{4A1D7BB4-DB2B-401C-9583-309F517E6E8F}" dt="2020-10-16T14:15:35.678" v="15221" actId="1076"/>
          <ac:spMkLst>
            <pc:docMk/>
            <pc:sldMk cId="104145168" sldId="1382"/>
            <ac:spMk id="89" creationId="{5EFB9DD1-A666-4727-A078-C2F0862C3D84}"/>
          </ac:spMkLst>
        </pc:spChg>
        <pc:spChg chg="del mod topLvl">
          <ac:chgData name="vidushi dadu" userId="8f6edd75c0a5619a" providerId="LiveId" clId="{4A1D7BB4-DB2B-401C-9583-309F517E6E8F}" dt="2020-10-16T14:14:52.773" v="15168" actId="478"/>
          <ac:spMkLst>
            <pc:docMk/>
            <pc:sldMk cId="104145168" sldId="1382"/>
            <ac:spMk id="93" creationId="{833B3076-61D0-4102-B7BF-6249E9560A50}"/>
          </ac:spMkLst>
        </pc:spChg>
        <pc:spChg chg="add mod">
          <ac:chgData name="vidushi dadu" userId="8f6edd75c0a5619a" providerId="LiveId" clId="{4A1D7BB4-DB2B-401C-9583-309F517E6E8F}" dt="2020-10-16T14:12:20.467" v="15125" actId="1076"/>
          <ac:spMkLst>
            <pc:docMk/>
            <pc:sldMk cId="104145168" sldId="1382"/>
            <ac:spMk id="99" creationId="{4C1AE4C6-BA27-4C1A-A37E-04EA95CA8E82}"/>
          </ac:spMkLst>
        </pc:spChg>
        <pc:spChg chg="add mod">
          <ac:chgData name="vidushi dadu" userId="8f6edd75c0a5619a" providerId="LiveId" clId="{4A1D7BB4-DB2B-401C-9583-309F517E6E8F}" dt="2020-10-16T14:14:09.702" v="15155" actId="1076"/>
          <ac:spMkLst>
            <pc:docMk/>
            <pc:sldMk cId="104145168" sldId="1382"/>
            <ac:spMk id="112" creationId="{033734A9-5299-46C5-BEAD-874EE8BAA1D7}"/>
          </ac:spMkLst>
        </pc:spChg>
        <pc:spChg chg="add mod">
          <ac:chgData name="vidushi dadu" userId="8f6edd75c0a5619a" providerId="LiveId" clId="{4A1D7BB4-DB2B-401C-9583-309F517E6E8F}" dt="2020-10-16T14:14:49.305" v="15167" actId="1076"/>
          <ac:spMkLst>
            <pc:docMk/>
            <pc:sldMk cId="104145168" sldId="1382"/>
            <ac:spMk id="116" creationId="{B7605FDF-84A5-48B2-8C93-E49CC530A7A2}"/>
          </ac:spMkLst>
        </pc:spChg>
        <pc:spChg chg="add del mod">
          <ac:chgData name="vidushi dadu" userId="8f6edd75c0a5619a" providerId="LiveId" clId="{4A1D7BB4-DB2B-401C-9583-309F517E6E8F}" dt="2020-10-16T08:10:00.354" v="15865" actId="478"/>
          <ac:spMkLst>
            <pc:docMk/>
            <pc:sldMk cId="104145168" sldId="1382"/>
            <ac:spMk id="118" creationId="{58D6E8AD-872A-4CF8-B3A9-04E357BF22E5}"/>
          </ac:spMkLst>
        </pc:spChg>
        <pc:spChg chg="add mod">
          <ac:chgData name="vidushi dadu" userId="8f6edd75c0a5619a" providerId="LiveId" clId="{4A1D7BB4-DB2B-401C-9583-309F517E6E8F}" dt="2020-10-16T08:11:07.996" v="15895" actId="208"/>
          <ac:spMkLst>
            <pc:docMk/>
            <pc:sldMk cId="104145168" sldId="1382"/>
            <ac:spMk id="119" creationId="{1040A989-7E54-4312-825D-8ECEEEEBF6C2}"/>
          </ac:spMkLst>
        </pc:spChg>
        <pc:spChg chg="add mod">
          <ac:chgData name="vidushi dadu" userId="8f6edd75c0a5619a" providerId="LiveId" clId="{4A1D7BB4-DB2B-401C-9583-309F517E6E8F}" dt="2020-10-16T08:10:58.594" v="15893" actId="207"/>
          <ac:spMkLst>
            <pc:docMk/>
            <pc:sldMk cId="104145168" sldId="1382"/>
            <ac:spMk id="120" creationId="{AC3F7EBA-0397-4E3F-88BE-14DD5D90AEF0}"/>
          </ac:spMkLst>
        </pc:spChg>
        <pc:spChg chg="add mod">
          <ac:chgData name="vidushi dadu" userId="8f6edd75c0a5619a" providerId="LiveId" clId="{4A1D7BB4-DB2B-401C-9583-309F517E6E8F}" dt="2020-10-16T08:11:12.677" v="15896" actId="208"/>
          <ac:spMkLst>
            <pc:docMk/>
            <pc:sldMk cId="104145168" sldId="1382"/>
            <ac:spMk id="134" creationId="{D968E10C-BC2E-4D13-AEC8-17FC720085A6}"/>
          </ac:spMkLst>
        </pc:spChg>
        <pc:spChg chg="add mod">
          <ac:chgData name="vidushi dadu" userId="8f6edd75c0a5619a" providerId="LiveId" clId="{4A1D7BB4-DB2B-401C-9583-309F517E6E8F}" dt="2020-10-16T08:11:03.112" v="15894" actId="207"/>
          <ac:spMkLst>
            <pc:docMk/>
            <pc:sldMk cId="104145168" sldId="1382"/>
            <ac:spMk id="135" creationId="{9E5C9794-4AC2-4B9A-B865-DBEB14252599}"/>
          </ac:spMkLst>
        </pc:spChg>
        <pc:spChg chg="mod topLvl">
          <ac:chgData name="vidushi dadu" userId="8f6edd75c0a5619a" providerId="LiveId" clId="{4A1D7BB4-DB2B-401C-9583-309F517E6E8F}" dt="2020-10-16T04:19:15.781" v="14891" actId="165"/>
          <ac:spMkLst>
            <pc:docMk/>
            <pc:sldMk cId="104145168" sldId="1382"/>
            <ac:spMk id="152" creationId="{9B0EE3B4-EB7F-42D1-BD53-11BDC9298450}"/>
          </ac:spMkLst>
        </pc:spChg>
        <pc:spChg chg="mod topLvl">
          <ac:chgData name="vidushi dadu" userId="8f6edd75c0a5619a" providerId="LiveId" clId="{4A1D7BB4-DB2B-401C-9583-309F517E6E8F}" dt="2020-10-16T14:12:42.661" v="15130" actId="1076"/>
          <ac:spMkLst>
            <pc:docMk/>
            <pc:sldMk cId="104145168" sldId="1382"/>
            <ac:spMk id="187" creationId="{7B018403-53A3-435F-91DC-80610D9B2DE8}"/>
          </ac:spMkLst>
        </pc:spChg>
        <pc:grpChg chg="add mod">
          <ac:chgData name="vidushi dadu" userId="8f6edd75c0a5619a" providerId="LiveId" clId="{4A1D7BB4-DB2B-401C-9583-309F517E6E8F}" dt="2020-10-16T14:08:18.128" v="15107" actId="164"/>
          <ac:grpSpMkLst>
            <pc:docMk/>
            <pc:sldMk cId="104145168" sldId="1382"/>
            <ac:grpSpMk id="32" creationId="{8CA782B7-107B-4C1F-8119-FCB80002B0C1}"/>
          </ac:grpSpMkLst>
        </pc:grpChg>
        <pc:grpChg chg="del">
          <ac:chgData name="vidushi dadu" userId="8f6edd75c0a5619a" providerId="LiveId" clId="{4A1D7BB4-DB2B-401C-9583-309F517E6E8F}" dt="2020-10-16T04:19:15.781" v="14891" actId="165"/>
          <ac:grpSpMkLst>
            <pc:docMk/>
            <pc:sldMk cId="104145168" sldId="1382"/>
            <ac:grpSpMk id="45" creationId="{7A249A6F-B89D-46E1-9A53-CFFAB60395F3}"/>
          </ac:grpSpMkLst>
        </pc:grpChg>
        <pc:grpChg chg="add mod">
          <ac:chgData name="vidushi dadu" userId="8f6edd75c0a5619a" providerId="LiveId" clId="{4A1D7BB4-DB2B-401C-9583-309F517E6E8F}" dt="2020-10-16T14:08:25.817" v="15109" actId="1076"/>
          <ac:grpSpMkLst>
            <pc:docMk/>
            <pc:sldMk cId="104145168" sldId="1382"/>
            <ac:grpSpMk id="91" creationId="{CC94BE36-2CEB-48D3-80EE-28EBF27531C1}"/>
          </ac:grpSpMkLst>
        </pc:grpChg>
        <pc:picChg chg="add del">
          <ac:chgData name="vidushi dadu" userId="8f6edd75c0a5619a" providerId="LiveId" clId="{4A1D7BB4-DB2B-401C-9583-309F517E6E8F}" dt="2020-10-16T14:16:16.188" v="15223"/>
          <ac:picMkLst>
            <pc:docMk/>
            <pc:sldMk cId="104145168" sldId="1382"/>
            <ac:picMk id="127" creationId="{4060013C-1E5F-4B8C-BF1A-D33D4E770D39}"/>
          </ac:picMkLst>
        </pc:picChg>
        <pc:picChg chg="add del">
          <ac:chgData name="vidushi dadu" userId="8f6edd75c0a5619a" providerId="LiveId" clId="{4A1D7BB4-DB2B-401C-9583-309F517E6E8F}" dt="2020-10-16T14:16:16.188" v="15223"/>
          <ac:picMkLst>
            <pc:docMk/>
            <pc:sldMk cId="104145168" sldId="1382"/>
            <ac:picMk id="128" creationId="{930B7F35-4EF4-461C-8E76-20689D32745B}"/>
          </ac:picMkLst>
        </pc:picChg>
        <pc:picChg chg="add del mod">
          <ac:chgData name="vidushi dadu" userId="8f6edd75c0a5619a" providerId="LiveId" clId="{4A1D7BB4-DB2B-401C-9583-309F517E6E8F}" dt="2020-10-16T08:09:53.454" v="15863" actId="478"/>
          <ac:picMkLst>
            <pc:docMk/>
            <pc:sldMk cId="104145168" sldId="1382"/>
            <ac:picMk id="129" creationId="{56AE4CDE-AC24-4E8A-A058-DE645E9E005C}"/>
          </ac:picMkLst>
        </pc:picChg>
        <pc:picChg chg="add del mod">
          <ac:chgData name="vidushi dadu" userId="8f6edd75c0a5619a" providerId="LiveId" clId="{4A1D7BB4-DB2B-401C-9583-309F517E6E8F}" dt="2020-10-16T08:09:53.454" v="15863" actId="478"/>
          <ac:picMkLst>
            <pc:docMk/>
            <pc:sldMk cId="104145168" sldId="1382"/>
            <ac:picMk id="130" creationId="{74E0FC75-09D3-4217-B51D-A8CE068A327C}"/>
          </ac:picMkLst>
        </pc:picChg>
        <pc:cxnChg chg="del mod topLvl">
          <ac:chgData name="vidushi dadu" userId="8f6edd75c0a5619a" providerId="LiveId" clId="{4A1D7BB4-DB2B-401C-9583-309F517E6E8F}" dt="2020-10-16T14:01:03.876" v="15026" actId="478"/>
          <ac:cxnSpMkLst>
            <pc:docMk/>
            <pc:sldMk cId="104145168" sldId="1382"/>
            <ac:cxnSpMk id="44" creationId="{D22C2491-00F0-46FA-811F-B0185A8E0744}"/>
          </ac:cxnSpMkLst>
        </pc:cxnChg>
        <pc:cxnChg chg="mod topLvl">
          <ac:chgData name="vidushi dadu" userId="8f6edd75c0a5619a" providerId="LiveId" clId="{4A1D7BB4-DB2B-401C-9583-309F517E6E8F}" dt="2020-10-16T14:14:35.874" v="15160" actId="14100"/>
          <ac:cxnSpMkLst>
            <pc:docMk/>
            <pc:sldMk cId="104145168" sldId="1382"/>
            <ac:cxnSpMk id="47" creationId="{F98715BF-E731-4058-9BE2-814C1275FE85}"/>
          </ac:cxnSpMkLst>
        </pc:cxnChg>
        <pc:cxnChg chg="del mod topLvl">
          <ac:chgData name="vidushi dadu" userId="8f6edd75c0a5619a" providerId="LiveId" clId="{4A1D7BB4-DB2B-401C-9583-309F517E6E8F}" dt="2020-10-16T14:01:09.341" v="15028" actId="478"/>
          <ac:cxnSpMkLst>
            <pc:docMk/>
            <pc:sldMk cId="104145168" sldId="1382"/>
            <ac:cxnSpMk id="60" creationId="{1F2328B1-5CE9-4D1C-80FC-25BF022C29D1}"/>
          </ac:cxnSpMkLst>
        </pc:cxnChg>
        <pc:cxnChg chg="mod topLvl">
          <ac:chgData name="vidushi dadu" userId="8f6edd75c0a5619a" providerId="LiveId" clId="{4A1D7BB4-DB2B-401C-9583-309F517E6E8F}" dt="2020-10-16T14:04:22.472" v="15048" actId="1076"/>
          <ac:cxnSpMkLst>
            <pc:docMk/>
            <pc:sldMk cId="104145168" sldId="1382"/>
            <ac:cxnSpMk id="61" creationId="{D87DA4D0-6B4C-4FBF-805A-4C949682D282}"/>
          </ac:cxnSpMkLst>
        </pc:cxnChg>
        <pc:cxnChg chg="del mod topLvl">
          <ac:chgData name="vidushi dadu" userId="8f6edd75c0a5619a" providerId="LiveId" clId="{4A1D7BB4-DB2B-401C-9583-309F517E6E8F}" dt="2020-10-16T14:00:58.026" v="15024" actId="478"/>
          <ac:cxnSpMkLst>
            <pc:docMk/>
            <pc:sldMk cId="104145168" sldId="1382"/>
            <ac:cxnSpMk id="62" creationId="{A152F59A-9846-447C-B9DF-88DF663444CD}"/>
          </ac:cxnSpMkLst>
        </pc:cxnChg>
        <pc:cxnChg chg="del mod topLvl">
          <ac:chgData name="vidushi dadu" userId="8f6edd75c0a5619a" providerId="LiveId" clId="{4A1D7BB4-DB2B-401C-9583-309F517E6E8F}" dt="2020-10-16T14:00:56.136" v="15023" actId="478"/>
          <ac:cxnSpMkLst>
            <pc:docMk/>
            <pc:sldMk cId="104145168" sldId="1382"/>
            <ac:cxnSpMk id="63" creationId="{36F34CAB-D721-4785-8A83-5D81BB5AF682}"/>
          </ac:cxnSpMkLst>
        </pc:cxnChg>
        <pc:cxnChg chg="mod topLvl">
          <ac:chgData name="vidushi dadu" userId="8f6edd75c0a5619a" providerId="LiveId" clId="{4A1D7BB4-DB2B-401C-9583-309F517E6E8F}" dt="2020-10-16T14:14:23.003" v="15157" actId="14100"/>
          <ac:cxnSpMkLst>
            <pc:docMk/>
            <pc:sldMk cId="104145168" sldId="1382"/>
            <ac:cxnSpMk id="64" creationId="{6649A03E-CF9C-4C56-ADD6-9EC909738F99}"/>
          </ac:cxnSpMkLst>
        </pc:cxnChg>
        <pc:cxnChg chg="del mod topLvl">
          <ac:chgData name="vidushi dadu" userId="8f6edd75c0a5619a" providerId="LiveId" clId="{4A1D7BB4-DB2B-401C-9583-309F517E6E8F}" dt="2020-10-16T14:01:02.634" v="15025" actId="478"/>
          <ac:cxnSpMkLst>
            <pc:docMk/>
            <pc:sldMk cId="104145168" sldId="1382"/>
            <ac:cxnSpMk id="66" creationId="{93769713-4D66-4B08-944E-C8D213D522AF}"/>
          </ac:cxnSpMkLst>
        </pc:cxnChg>
        <pc:cxnChg chg="mod topLvl">
          <ac:chgData name="vidushi dadu" userId="8f6edd75c0a5619a" providerId="LiveId" clId="{4A1D7BB4-DB2B-401C-9583-309F517E6E8F}" dt="2020-10-16T14:04:22.472" v="15048" actId="1076"/>
          <ac:cxnSpMkLst>
            <pc:docMk/>
            <pc:sldMk cId="104145168" sldId="1382"/>
            <ac:cxnSpMk id="67" creationId="{B50A094D-C1BC-403E-ACF2-9FAC9C9316B2}"/>
          </ac:cxnSpMkLst>
        </pc:cxnChg>
        <pc:cxnChg chg="del mod topLvl">
          <ac:chgData name="vidushi dadu" userId="8f6edd75c0a5619a" providerId="LiveId" clId="{4A1D7BB4-DB2B-401C-9583-309F517E6E8F}" dt="2020-10-16T14:04:11.837" v="15044" actId="478"/>
          <ac:cxnSpMkLst>
            <pc:docMk/>
            <pc:sldMk cId="104145168" sldId="1382"/>
            <ac:cxnSpMk id="68" creationId="{3EF1B4D3-87D5-4443-9016-71E5E3419620}"/>
          </ac:cxnSpMkLst>
        </pc:cxnChg>
        <pc:cxnChg chg="add mod">
          <ac:chgData name="vidushi dadu" userId="8f6edd75c0a5619a" providerId="LiveId" clId="{4A1D7BB4-DB2B-401C-9583-309F517E6E8F}" dt="2020-10-16T14:08:45.696" v="15111" actId="1076"/>
          <ac:cxnSpMkLst>
            <pc:docMk/>
            <pc:sldMk cId="104145168" sldId="1382"/>
            <ac:cxnSpMk id="71" creationId="{1B3C5FF6-8C8E-4A0B-A3E4-397236EB08FA}"/>
          </ac:cxnSpMkLst>
        </pc:cxnChg>
        <pc:cxnChg chg="add mod">
          <ac:chgData name="vidushi dadu" userId="8f6edd75c0a5619a" providerId="LiveId" clId="{4A1D7BB4-DB2B-401C-9583-309F517E6E8F}" dt="2020-10-16T14:05:16.250" v="15062" actId="14100"/>
          <ac:cxnSpMkLst>
            <pc:docMk/>
            <pc:sldMk cId="104145168" sldId="1382"/>
            <ac:cxnSpMk id="74" creationId="{768F7774-A02F-48BE-9FC4-0D0761BD3F50}"/>
          </ac:cxnSpMkLst>
        </pc:cxnChg>
        <pc:cxnChg chg="del mod topLvl">
          <ac:chgData name="vidushi dadu" userId="8f6edd75c0a5619a" providerId="LiveId" clId="{4A1D7BB4-DB2B-401C-9583-309F517E6E8F}" dt="2020-10-16T14:03:29.136" v="15039" actId="478"/>
          <ac:cxnSpMkLst>
            <pc:docMk/>
            <pc:sldMk cId="104145168" sldId="1382"/>
            <ac:cxnSpMk id="76" creationId="{8A999BBF-DD8F-4FAD-A067-3A4876A39144}"/>
          </ac:cxnSpMkLst>
        </pc:cxnChg>
        <pc:cxnChg chg="del mod topLvl">
          <ac:chgData name="vidushi dadu" userId="8f6edd75c0a5619a" providerId="LiveId" clId="{4A1D7BB4-DB2B-401C-9583-309F517E6E8F}" dt="2020-10-16T14:03:29.136" v="15039" actId="478"/>
          <ac:cxnSpMkLst>
            <pc:docMk/>
            <pc:sldMk cId="104145168" sldId="1382"/>
            <ac:cxnSpMk id="77" creationId="{592E5845-604A-4775-8A4F-4A8E5D405C25}"/>
          </ac:cxnSpMkLst>
        </pc:cxnChg>
        <pc:cxnChg chg="del mod topLvl">
          <ac:chgData name="vidushi dadu" userId="8f6edd75c0a5619a" providerId="LiveId" clId="{4A1D7BB4-DB2B-401C-9583-309F517E6E8F}" dt="2020-10-16T14:04:12.808" v="15045" actId="478"/>
          <ac:cxnSpMkLst>
            <pc:docMk/>
            <pc:sldMk cId="104145168" sldId="1382"/>
            <ac:cxnSpMk id="79" creationId="{B2840CE9-3F3C-4192-83DB-8C02CE34550A}"/>
          </ac:cxnSpMkLst>
        </pc:cxnChg>
        <pc:cxnChg chg="del mod topLvl">
          <ac:chgData name="vidushi dadu" userId="8f6edd75c0a5619a" providerId="LiveId" clId="{4A1D7BB4-DB2B-401C-9583-309F517E6E8F}" dt="2020-10-16T14:04:14.022" v="15046" actId="478"/>
          <ac:cxnSpMkLst>
            <pc:docMk/>
            <pc:sldMk cId="104145168" sldId="1382"/>
            <ac:cxnSpMk id="81" creationId="{FD08B290-6588-48EE-A8B0-F8339AE14C75}"/>
          </ac:cxnSpMkLst>
        </pc:cxnChg>
        <pc:cxnChg chg="mod topLvl">
          <ac:chgData name="vidushi dadu" userId="8f6edd75c0a5619a" providerId="LiveId" clId="{4A1D7BB4-DB2B-401C-9583-309F517E6E8F}" dt="2020-10-16T14:14:55.976" v="15169" actId="14100"/>
          <ac:cxnSpMkLst>
            <pc:docMk/>
            <pc:sldMk cId="104145168" sldId="1382"/>
            <ac:cxnSpMk id="84" creationId="{D28952B2-FE02-42E0-82BF-E8891EDE3C42}"/>
          </ac:cxnSpMkLst>
        </pc:cxnChg>
        <pc:cxnChg chg="del mod topLvl">
          <ac:chgData name="vidushi dadu" userId="8f6edd75c0a5619a" providerId="LiveId" clId="{4A1D7BB4-DB2B-401C-9583-309F517E6E8F}" dt="2020-10-16T14:09:17.569" v="15115" actId="478"/>
          <ac:cxnSpMkLst>
            <pc:docMk/>
            <pc:sldMk cId="104145168" sldId="1382"/>
            <ac:cxnSpMk id="85" creationId="{BE7B563F-790F-4662-AFEF-8CE2C819A106}"/>
          </ac:cxnSpMkLst>
        </pc:cxnChg>
        <pc:cxnChg chg="add mod">
          <ac:chgData name="vidushi dadu" userId="8f6edd75c0a5619a" providerId="LiveId" clId="{4A1D7BB4-DB2B-401C-9583-309F517E6E8F}" dt="2020-10-16T14:06:25.619" v="15076" actId="1076"/>
          <ac:cxnSpMkLst>
            <pc:docMk/>
            <pc:sldMk cId="104145168" sldId="1382"/>
            <ac:cxnSpMk id="87" creationId="{934B01F1-82EB-44A2-92F8-5F46B41391F8}"/>
          </ac:cxnSpMkLst>
        </pc:cxnChg>
        <pc:cxnChg chg="add mod">
          <ac:chgData name="vidushi dadu" userId="8f6edd75c0a5619a" providerId="LiveId" clId="{4A1D7BB4-DB2B-401C-9583-309F517E6E8F}" dt="2020-10-16T14:08:18.128" v="15107" actId="164"/>
          <ac:cxnSpMkLst>
            <pc:docMk/>
            <pc:sldMk cId="104145168" sldId="1382"/>
            <ac:cxnSpMk id="88" creationId="{48879437-03C7-4055-AD08-2F9640032167}"/>
          </ac:cxnSpMkLst>
        </pc:cxnChg>
        <pc:cxnChg chg="add mod">
          <ac:chgData name="vidushi dadu" userId="8f6edd75c0a5619a" providerId="LiveId" clId="{4A1D7BB4-DB2B-401C-9583-309F517E6E8F}" dt="2020-10-16T14:08:18.128" v="15107" actId="164"/>
          <ac:cxnSpMkLst>
            <pc:docMk/>
            <pc:sldMk cId="104145168" sldId="1382"/>
            <ac:cxnSpMk id="90" creationId="{122E2BC3-C34A-40AC-8C0D-E3BCBB7183DE}"/>
          </ac:cxnSpMkLst>
        </pc:cxnChg>
        <pc:cxnChg chg="mod topLvl">
          <ac:chgData name="vidushi dadu" userId="8f6edd75c0a5619a" providerId="LiveId" clId="{4A1D7BB4-DB2B-401C-9583-309F517E6E8F}" dt="2020-10-16T14:14:06.700" v="15154" actId="1076"/>
          <ac:cxnSpMkLst>
            <pc:docMk/>
            <pc:sldMk cId="104145168" sldId="1382"/>
            <ac:cxnSpMk id="92" creationId="{16BAEBE4-119E-49EB-9594-D96D5B7BA408}"/>
          </ac:cxnSpMkLst>
        </pc:cxnChg>
        <pc:cxnChg chg="add mod">
          <ac:chgData name="vidushi dadu" userId="8f6edd75c0a5619a" providerId="LiveId" clId="{4A1D7BB4-DB2B-401C-9583-309F517E6E8F}" dt="2020-10-16T14:08:58.763" v="15114" actId="14100"/>
          <ac:cxnSpMkLst>
            <pc:docMk/>
            <pc:sldMk cId="104145168" sldId="1382"/>
            <ac:cxnSpMk id="97" creationId="{141B215C-5F7D-4595-9D28-091332151467}"/>
          </ac:cxnSpMkLst>
        </pc:cxnChg>
        <pc:cxnChg chg="add mod">
          <ac:chgData name="vidushi dadu" userId="8f6edd75c0a5619a" providerId="LiveId" clId="{4A1D7BB4-DB2B-401C-9583-309F517E6E8F}" dt="2020-10-16T14:09:32.224" v="15119" actId="14100"/>
          <ac:cxnSpMkLst>
            <pc:docMk/>
            <pc:sldMk cId="104145168" sldId="1382"/>
            <ac:cxnSpMk id="98" creationId="{E6C83EBE-A95F-4E27-BFD7-2D3BFD0C152C}"/>
          </ac:cxnSpMkLst>
        </pc:cxnChg>
        <pc:cxnChg chg="mod topLvl">
          <ac:chgData name="vidushi dadu" userId="8f6edd75c0a5619a" providerId="LiveId" clId="{4A1D7BB4-DB2B-401C-9583-309F517E6E8F}" dt="2020-10-16T14:14:18.176" v="15156" actId="1076"/>
          <ac:cxnSpMkLst>
            <pc:docMk/>
            <pc:sldMk cId="104145168" sldId="1382"/>
            <ac:cxnSpMk id="101" creationId="{4BF90E80-CFBC-464E-B9D3-A6FD0074411F}"/>
          </ac:cxnSpMkLst>
        </pc:cxnChg>
        <pc:cxnChg chg="mod topLvl">
          <ac:chgData name="vidushi dadu" userId="8f6edd75c0a5619a" providerId="LiveId" clId="{4A1D7BB4-DB2B-401C-9583-309F517E6E8F}" dt="2020-10-16T14:14:18.176" v="15156" actId="1076"/>
          <ac:cxnSpMkLst>
            <pc:docMk/>
            <pc:sldMk cId="104145168" sldId="1382"/>
            <ac:cxnSpMk id="102" creationId="{05EFD7DD-2738-4515-9949-AAC9FCA571B2}"/>
          </ac:cxnSpMkLst>
        </pc:cxnChg>
        <pc:cxnChg chg="add mod">
          <ac:chgData name="vidushi dadu" userId="8f6edd75c0a5619a" providerId="LiveId" clId="{4A1D7BB4-DB2B-401C-9583-309F517E6E8F}" dt="2020-10-16T14:14:06.700" v="15154" actId="1076"/>
          <ac:cxnSpMkLst>
            <pc:docMk/>
            <pc:sldMk cId="104145168" sldId="1382"/>
            <ac:cxnSpMk id="109" creationId="{0DE9ACC1-8C28-431F-9BAC-504CBC518311}"/>
          </ac:cxnSpMkLst>
        </pc:cxnChg>
        <pc:cxnChg chg="add mod">
          <ac:chgData name="vidushi dadu" userId="8f6edd75c0a5619a" providerId="LiveId" clId="{4A1D7BB4-DB2B-401C-9583-309F517E6E8F}" dt="2020-10-16T14:14:28.984" v="15159" actId="14100"/>
          <ac:cxnSpMkLst>
            <pc:docMk/>
            <pc:sldMk cId="104145168" sldId="1382"/>
            <ac:cxnSpMk id="113" creationId="{DFE399AC-88AD-4CBE-ADD8-EE0379BC17E6}"/>
          </ac:cxnSpMkLst>
        </pc:cxnChg>
        <pc:cxnChg chg="mod topLvl">
          <ac:chgData name="vidushi dadu" userId="8f6edd75c0a5619a" providerId="LiveId" clId="{4A1D7BB4-DB2B-401C-9583-309F517E6E8F}" dt="2020-10-16T04:19:15.781" v="14891" actId="165"/>
          <ac:cxnSpMkLst>
            <pc:docMk/>
            <pc:sldMk cId="104145168" sldId="1382"/>
            <ac:cxnSpMk id="153" creationId="{DC4B9AF2-58AE-4F73-B1B7-5711C4DB6AAB}"/>
          </ac:cxnSpMkLst>
        </pc:cxnChg>
        <pc:cxnChg chg="mod topLvl">
          <ac:chgData name="vidushi dadu" userId="8f6edd75c0a5619a" providerId="LiveId" clId="{4A1D7BB4-DB2B-401C-9583-309F517E6E8F}" dt="2020-10-16T14:15:08.620" v="15170" actId="208"/>
          <ac:cxnSpMkLst>
            <pc:docMk/>
            <pc:sldMk cId="104145168" sldId="1382"/>
            <ac:cxnSpMk id="158" creationId="{E787E8EF-64DA-4BE7-BB88-D1EA3341B4BC}"/>
          </ac:cxnSpMkLst>
        </pc:cxnChg>
        <pc:cxnChg chg="mod topLvl">
          <ac:chgData name="vidushi dadu" userId="8f6edd75c0a5619a" providerId="LiveId" clId="{4A1D7BB4-DB2B-401C-9583-309F517E6E8F}" dt="2020-10-16T14:15:08.620" v="15170" actId="208"/>
          <ac:cxnSpMkLst>
            <pc:docMk/>
            <pc:sldMk cId="104145168" sldId="1382"/>
            <ac:cxnSpMk id="159" creationId="{62B7B139-BF25-4E36-B203-716E87701729}"/>
          </ac:cxnSpMkLst>
        </pc:cxnChg>
        <pc:cxnChg chg="mod topLvl">
          <ac:chgData name="vidushi dadu" userId="8f6edd75c0a5619a" providerId="LiveId" clId="{4A1D7BB4-DB2B-401C-9583-309F517E6E8F}" dt="2020-10-16T04:19:15.781" v="14891" actId="165"/>
          <ac:cxnSpMkLst>
            <pc:docMk/>
            <pc:sldMk cId="104145168" sldId="1382"/>
            <ac:cxnSpMk id="163" creationId="{6B9E4F2C-19B4-45F2-90F0-1596B461FD3F}"/>
          </ac:cxnSpMkLst>
        </pc:cxnChg>
        <pc:cxnChg chg="mod topLvl">
          <ac:chgData name="vidushi dadu" userId="8f6edd75c0a5619a" providerId="LiveId" clId="{4A1D7BB4-DB2B-401C-9583-309F517E6E8F}" dt="2020-10-16T14:15:08.620" v="15170" actId="208"/>
          <ac:cxnSpMkLst>
            <pc:docMk/>
            <pc:sldMk cId="104145168" sldId="1382"/>
            <ac:cxnSpMk id="166" creationId="{5D3BE284-12AE-4DFE-B4BE-5E4F9B677E03}"/>
          </ac:cxnSpMkLst>
        </pc:cxnChg>
        <pc:cxnChg chg="del mod topLvl">
          <ac:chgData name="vidushi dadu" userId="8f6edd75c0a5619a" providerId="LiveId" clId="{4A1D7BB4-DB2B-401C-9583-309F517E6E8F}" dt="2020-10-16T14:09:17.569" v="15115" actId="478"/>
          <ac:cxnSpMkLst>
            <pc:docMk/>
            <pc:sldMk cId="104145168" sldId="1382"/>
            <ac:cxnSpMk id="184" creationId="{91EEA5CC-DB57-46A6-9F4C-1CB957866F39}"/>
          </ac:cxnSpMkLst>
        </pc:cxnChg>
        <pc:cxnChg chg="del mod topLvl">
          <ac:chgData name="vidushi dadu" userId="8f6edd75c0a5619a" providerId="LiveId" clId="{4A1D7BB4-DB2B-401C-9583-309F517E6E8F}" dt="2020-10-16T14:14:52.773" v="15168" actId="478"/>
          <ac:cxnSpMkLst>
            <pc:docMk/>
            <pc:sldMk cId="104145168" sldId="1382"/>
            <ac:cxnSpMk id="188" creationId="{4C2DA382-2E7C-4F00-8F14-3FD8D07D1269}"/>
          </ac:cxnSpMkLst>
        </pc:cxnChg>
      </pc:sldChg>
      <pc:sldChg chg="addSp modSp del">
        <pc:chgData name="vidushi dadu" userId="8f6edd75c0a5619a" providerId="LiveId" clId="{4A1D7BB4-DB2B-401C-9583-309F517E6E8F}" dt="2020-10-16T08:11:28.978" v="15897" actId="2696"/>
        <pc:sldMkLst>
          <pc:docMk/>
          <pc:sldMk cId="777263974" sldId="1383"/>
        </pc:sldMkLst>
        <pc:spChg chg="mod">
          <ac:chgData name="vidushi dadu" userId="8f6edd75c0a5619a" providerId="LiveId" clId="{4A1D7BB4-DB2B-401C-9583-309F517E6E8F}" dt="2020-10-16T13:59:14.819" v="14960" actId="20577"/>
          <ac:spMkLst>
            <pc:docMk/>
            <pc:sldMk cId="777263974" sldId="1383"/>
            <ac:spMk id="2" creationId="{3FDC1B92-8B82-4DAA-B909-728AEB499BC5}"/>
          </ac:spMkLst>
        </pc:spChg>
        <pc:spChg chg="mod">
          <ac:chgData name="vidushi dadu" userId="8f6edd75c0a5619a" providerId="LiveId" clId="{4A1D7BB4-DB2B-401C-9583-309F517E6E8F}" dt="2020-10-16T13:57:22.972" v="14899" actId="20577"/>
          <ac:spMkLst>
            <pc:docMk/>
            <pc:sldMk cId="777263974" sldId="1383"/>
            <ac:spMk id="3" creationId="{B7BBD81B-D6D4-463C-95CA-A9BF86419270}"/>
          </ac:spMkLst>
        </pc:spChg>
        <pc:spChg chg="add mod">
          <ac:chgData name="vidushi dadu" userId="8f6edd75c0a5619a" providerId="LiveId" clId="{4A1D7BB4-DB2B-401C-9583-309F517E6E8F}" dt="2020-10-16T14:15:26.116" v="15220" actId="20577"/>
          <ac:spMkLst>
            <pc:docMk/>
            <pc:sldMk cId="777263974" sldId="1383"/>
            <ac:spMk id="5" creationId="{AC8ED1E9-95B9-4BF5-A9DC-590DA0A02C4C}"/>
          </ac:spMkLst>
        </pc:spChg>
      </pc:sldChg>
      <pc:sldChg chg="modSp add modAnim">
        <pc:chgData name="vidushi dadu" userId="8f6edd75c0a5619a" providerId="LiveId" clId="{4A1D7BB4-DB2B-401C-9583-309F517E6E8F}" dt="2020-10-17T13:32:18.177" v="18638" actId="20577"/>
        <pc:sldMkLst>
          <pc:docMk/>
          <pc:sldMk cId="1255703379" sldId="1383"/>
        </pc:sldMkLst>
        <pc:spChg chg="mod">
          <ac:chgData name="vidushi dadu" userId="8f6edd75c0a5619a" providerId="LiveId" clId="{4A1D7BB4-DB2B-401C-9583-309F517E6E8F}" dt="2020-10-17T13:32:18.177" v="18638" actId="20577"/>
          <ac:spMkLst>
            <pc:docMk/>
            <pc:sldMk cId="1255703379" sldId="1383"/>
            <ac:spMk id="2" creationId="{3FDC1B92-8B82-4DAA-B909-728AEB499BC5}"/>
          </ac:spMkLst>
        </pc:spChg>
        <pc:spChg chg="mod">
          <ac:chgData name="vidushi dadu" userId="8f6edd75c0a5619a" providerId="LiveId" clId="{4A1D7BB4-DB2B-401C-9583-309F517E6E8F}" dt="2020-10-17T03:11:05.182" v="17419" actId="113"/>
          <ac:spMkLst>
            <pc:docMk/>
            <pc:sldMk cId="1255703379" sldId="1383"/>
            <ac:spMk id="3" creationId="{B7BBD81B-D6D4-463C-95CA-A9BF86419270}"/>
          </ac:spMkLst>
        </pc:spChg>
        <pc:spChg chg="mod">
          <ac:chgData name="vidushi dadu" userId="8f6edd75c0a5619a" providerId="LiveId" clId="{4A1D7BB4-DB2B-401C-9583-309F517E6E8F}" dt="2020-10-17T02:17:52.175" v="16975" actId="207"/>
          <ac:spMkLst>
            <pc:docMk/>
            <pc:sldMk cId="1255703379" sldId="1383"/>
            <ac:spMk id="5" creationId="{AC8ED1E9-95B9-4BF5-A9DC-590DA0A02C4C}"/>
          </ac:spMkLst>
        </pc:spChg>
      </pc:sldChg>
      <pc:sldChg chg="add del">
        <pc:chgData name="vidushi dadu" userId="8f6edd75c0a5619a" providerId="LiveId" clId="{4A1D7BB4-DB2B-401C-9583-309F517E6E8F}" dt="2020-10-16T08:31:09.533" v="16758" actId="2696"/>
        <pc:sldMkLst>
          <pc:docMk/>
          <pc:sldMk cId="962004409" sldId="1384"/>
        </pc:sldMkLst>
      </pc:sldChg>
      <pc:sldChg chg="addSp delSp modSp add del">
        <pc:chgData name="vidushi dadu" userId="8f6edd75c0a5619a" providerId="LiveId" clId="{4A1D7BB4-DB2B-401C-9583-309F517E6E8F}" dt="2020-10-16T07:47:34.824" v="15538" actId="2696"/>
        <pc:sldMkLst>
          <pc:docMk/>
          <pc:sldMk cId="2517507948" sldId="1384"/>
        </pc:sldMkLst>
        <pc:spChg chg="del">
          <ac:chgData name="vidushi dadu" userId="8f6edd75c0a5619a" providerId="LiveId" clId="{4A1D7BB4-DB2B-401C-9583-309F517E6E8F}" dt="2020-10-16T14:18:25.647" v="15292" actId="478"/>
          <ac:spMkLst>
            <pc:docMk/>
            <pc:sldMk cId="2517507948" sldId="1384"/>
            <ac:spMk id="213" creationId="{38971AE5-947D-461B-9195-19DF62AF8F46}"/>
          </ac:spMkLst>
        </pc:spChg>
        <pc:grpChg chg="del">
          <ac:chgData name="vidushi dadu" userId="8f6edd75c0a5619a" providerId="LiveId" clId="{4A1D7BB4-DB2B-401C-9583-309F517E6E8F}" dt="2020-10-16T14:18:43.064" v="15296" actId="478"/>
          <ac:grpSpMkLst>
            <pc:docMk/>
            <pc:sldMk cId="2517507948" sldId="1384"/>
            <ac:grpSpMk id="80" creationId="{373B08D6-095F-4479-887B-912F20260F3A}"/>
          </ac:grpSpMkLst>
        </pc:grpChg>
        <pc:grpChg chg="del">
          <ac:chgData name="vidushi dadu" userId="8f6edd75c0a5619a" providerId="LiveId" clId="{4A1D7BB4-DB2B-401C-9583-309F517E6E8F}" dt="2020-10-16T14:18:18.632" v="15289" actId="478"/>
          <ac:grpSpMkLst>
            <pc:docMk/>
            <pc:sldMk cId="2517507948" sldId="1384"/>
            <ac:grpSpMk id="120" creationId="{982BC540-BEB9-42A0-946B-5A27554CF5D8}"/>
          </ac:grpSpMkLst>
        </pc:grpChg>
        <pc:grpChg chg="add mod">
          <ac:chgData name="vidushi dadu" userId="8f6edd75c0a5619a" providerId="LiveId" clId="{4A1D7BB4-DB2B-401C-9583-309F517E6E8F}" dt="2020-10-16T14:18:29.598" v="15293" actId="1076"/>
          <ac:grpSpMkLst>
            <pc:docMk/>
            <pc:sldMk cId="2517507948" sldId="1384"/>
            <ac:grpSpMk id="216" creationId="{9F0892F8-BDF2-401F-8B45-040AACE7969E}"/>
          </ac:grpSpMkLst>
        </pc:grpChg>
        <pc:cxnChg chg="mod">
          <ac:chgData name="vidushi dadu" userId="8f6edd75c0a5619a" providerId="LiveId" clId="{4A1D7BB4-DB2B-401C-9583-309F517E6E8F}" dt="2020-10-16T14:18:39.359" v="15295" actId="14100"/>
          <ac:cxnSpMkLst>
            <pc:docMk/>
            <pc:sldMk cId="2517507948" sldId="1384"/>
            <ac:cxnSpMk id="6" creationId="{9B56CA26-AE4C-42D6-A8AD-FF26BEB08B71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21" creationId="{626FD433-F6CF-430C-896E-14D0B4E2F1EA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22" creationId="{6D38B048-0862-4632-8258-EDA2BEDA7948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23" creationId="{4B54FE4B-369A-44E1-9F8C-9D7EF9DA2733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24" creationId="{ED891169-A887-46C2-B66F-E7441A0EAE11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25" creationId="{97C10F9E-E858-4C3B-B6F7-52696CBD92C2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26" creationId="{13D94667-1A2B-46B9-BB3F-5AC0F29421DD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27" creationId="{347AD7EC-587D-457F-859E-EF59DF91059C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28" creationId="{E00AF094-8CC1-4380-B2A6-7FFA3C55D400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29" creationId="{8A2FC49E-DF8C-4545-B633-ADE14EC72751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30" creationId="{5C170921-C178-4DFF-9815-80427A6FA4BD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31" creationId="{555AC550-078C-4575-9AF3-8A1159310227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32" creationId="{39EEA51F-F4C8-4F4E-A495-300705B7DD64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33" creationId="{E6324A92-94B3-4C09-A47B-559070C566D7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34" creationId="{9BA8FA09-95CA-466A-AD5F-84C2CDA6D593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35" creationId="{CA458F09-710C-42A0-AD9E-6C2B2207C2D7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36" creationId="{3732B201-98C8-43FB-AA59-45A3EF0306DD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37" creationId="{81FE56D7-5024-4537-983D-4994DE4D3C60}"/>
          </ac:cxnSpMkLst>
        </pc:cxnChg>
        <pc:cxnChg chg="mod">
          <ac:chgData name="vidushi dadu" userId="8f6edd75c0a5619a" providerId="LiveId" clId="{4A1D7BB4-DB2B-401C-9583-309F517E6E8F}" dt="2020-10-16T14:18:18.632" v="15289" actId="478"/>
          <ac:cxnSpMkLst>
            <pc:docMk/>
            <pc:sldMk cId="2517507948" sldId="1384"/>
            <ac:cxnSpMk id="138" creationId="{2335FD05-0245-4E33-B76C-3BE9D2A5184A}"/>
          </ac:cxnSpMkLst>
        </pc:cxnChg>
        <pc:cxnChg chg="mod">
          <ac:chgData name="vidushi dadu" userId="8f6edd75c0a5619a" providerId="LiveId" clId="{4A1D7BB4-DB2B-401C-9583-309F517E6E8F}" dt="2020-10-16T14:18:35.310" v="15294" actId="14100"/>
          <ac:cxnSpMkLst>
            <pc:docMk/>
            <pc:sldMk cId="2517507948" sldId="1384"/>
            <ac:cxnSpMk id="215" creationId="{E261C709-2435-4522-8590-16BFC3DCC0AB}"/>
          </ac:cxnSpMkLst>
        </pc:cxnChg>
      </pc:sldChg>
      <pc:sldChg chg="add del">
        <pc:chgData name="vidushi dadu" userId="8f6edd75c0a5619a" providerId="LiveId" clId="{4A1D7BB4-DB2B-401C-9583-309F517E6E8F}" dt="2020-10-16T08:31:09.672" v="16759" actId="2696"/>
        <pc:sldMkLst>
          <pc:docMk/>
          <pc:sldMk cId="3115307210" sldId="1385"/>
        </pc:sldMkLst>
      </pc:sldChg>
      <pc:sldChg chg="add del">
        <pc:chgData name="vidushi dadu" userId="8f6edd75c0a5619a" providerId="LiveId" clId="{4A1D7BB4-DB2B-401C-9583-309F517E6E8F}" dt="2020-10-16T08:31:09.782" v="16760" actId="2696"/>
        <pc:sldMkLst>
          <pc:docMk/>
          <pc:sldMk cId="4177838569" sldId="1386"/>
        </pc:sldMkLst>
      </pc:sldChg>
      <pc:sldChg chg="add del">
        <pc:chgData name="vidushi dadu" userId="8f6edd75c0a5619a" providerId="LiveId" clId="{4A1D7BB4-DB2B-401C-9583-309F517E6E8F}" dt="2020-10-16T08:31:09.860" v="16761" actId="2696"/>
        <pc:sldMkLst>
          <pc:docMk/>
          <pc:sldMk cId="85934558" sldId="1387"/>
        </pc:sldMkLst>
      </pc:sldChg>
      <pc:sldChg chg="add del">
        <pc:chgData name="vidushi dadu" userId="8f6edd75c0a5619a" providerId="LiveId" clId="{4A1D7BB4-DB2B-401C-9583-309F517E6E8F}" dt="2020-10-16T08:31:09.944" v="16762" actId="2696"/>
        <pc:sldMkLst>
          <pc:docMk/>
          <pc:sldMk cId="886785892" sldId="1388"/>
        </pc:sldMkLst>
      </pc:sldChg>
      <pc:sldChg chg="add del">
        <pc:chgData name="vidushi dadu" userId="8f6edd75c0a5619a" providerId="LiveId" clId="{4A1D7BB4-DB2B-401C-9583-309F517E6E8F}" dt="2020-10-16T08:31:10.009" v="16763" actId="2696"/>
        <pc:sldMkLst>
          <pc:docMk/>
          <pc:sldMk cId="200762228" sldId="1389"/>
        </pc:sldMkLst>
      </pc:sldChg>
      <pc:sldChg chg="addSp delSp modSp add del modAnim">
        <pc:chgData name="vidushi dadu" userId="8f6edd75c0a5619a" providerId="LiveId" clId="{4A1D7BB4-DB2B-401C-9583-309F517E6E8F}" dt="2020-10-17T13:23:46.243" v="18566" actId="2696"/>
        <pc:sldMkLst>
          <pc:docMk/>
          <pc:sldMk cId="292607939" sldId="1390"/>
        </pc:sldMkLst>
        <pc:spChg chg="mod">
          <ac:chgData name="vidushi dadu" userId="8f6edd75c0a5619a" providerId="LiveId" clId="{4A1D7BB4-DB2B-401C-9583-309F517E6E8F}" dt="2020-10-16T08:12:27.389" v="15996" actId="20577"/>
          <ac:spMkLst>
            <pc:docMk/>
            <pc:sldMk cId="292607939" sldId="1390"/>
            <ac:spMk id="2" creationId="{C15408CF-6CDB-46D1-8F2D-8F50CACD8BEA}"/>
          </ac:spMkLst>
        </pc:spChg>
        <pc:spChg chg="mod">
          <ac:chgData name="vidushi dadu" userId="8f6edd75c0a5619a" providerId="LiveId" clId="{4A1D7BB4-DB2B-401C-9583-309F517E6E8F}" dt="2020-10-16T07:58:39.208" v="15686" actId="14100"/>
          <ac:spMkLst>
            <pc:docMk/>
            <pc:sldMk cId="292607939" sldId="1390"/>
            <ac:spMk id="13" creationId="{4BCB8E5B-33DF-4631-9A7F-C5F58584A6FC}"/>
          </ac:spMkLst>
        </pc:spChg>
        <pc:spChg chg="add mod">
          <ac:chgData name="vidushi dadu" userId="8f6edd75c0a5619a" providerId="LiveId" clId="{4A1D7BB4-DB2B-401C-9583-309F517E6E8F}" dt="2020-10-16T08:00:59.916" v="15719" actId="1076"/>
          <ac:spMkLst>
            <pc:docMk/>
            <pc:sldMk cId="292607939" sldId="1390"/>
            <ac:spMk id="81" creationId="{626B274F-7B3D-4B51-AB6B-3A6885AE3C1C}"/>
          </ac:spMkLst>
        </pc:spChg>
        <pc:spChg chg="add mod">
          <ac:chgData name="vidushi dadu" userId="8f6edd75c0a5619a" providerId="LiveId" clId="{4A1D7BB4-DB2B-401C-9583-309F517E6E8F}" dt="2020-10-16T08:00:57.707" v="15718" actId="1076"/>
          <ac:spMkLst>
            <pc:docMk/>
            <pc:sldMk cId="292607939" sldId="1390"/>
            <ac:spMk id="82" creationId="{A97C00CA-7D95-44E5-AAF9-A9192160512D}"/>
          </ac:spMkLst>
        </pc:spChg>
        <pc:spChg chg="add mod">
          <ac:chgData name="vidushi dadu" userId="8f6edd75c0a5619a" providerId="LiveId" clId="{4A1D7BB4-DB2B-401C-9583-309F517E6E8F}" dt="2020-10-16T07:56:39.340" v="15670" actId="1076"/>
          <ac:spMkLst>
            <pc:docMk/>
            <pc:sldMk cId="292607939" sldId="1390"/>
            <ac:spMk id="83" creationId="{3DE98321-767C-4EAC-A661-DD27405E2031}"/>
          </ac:spMkLst>
        </pc:spChg>
        <pc:spChg chg="add del mod">
          <ac:chgData name="vidushi dadu" userId="8f6edd75c0a5619a" providerId="LiveId" clId="{4A1D7BB4-DB2B-401C-9583-309F517E6E8F}" dt="2020-10-16T07:58:24.922" v="15683" actId="478"/>
          <ac:spMkLst>
            <pc:docMk/>
            <pc:sldMk cId="292607939" sldId="1390"/>
            <ac:spMk id="85" creationId="{003E48A5-F79B-480A-924A-A909E6DFB83F}"/>
          </ac:spMkLst>
        </pc:spChg>
        <pc:spChg chg="add del mod">
          <ac:chgData name="vidushi dadu" userId="8f6edd75c0a5619a" providerId="LiveId" clId="{4A1D7BB4-DB2B-401C-9583-309F517E6E8F}" dt="2020-10-16T07:58:24.922" v="15683" actId="478"/>
          <ac:spMkLst>
            <pc:docMk/>
            <pc:sldMk cId="292607939" sldId="1390"/>
            <ac:spMk id="86" creationId="{477A654D-0156-4328-9713-C8F0F8EF96F2}"/>
          </ac:spMkLst>
        </pc:spChg>
        <pc:spChg chg="add del mod">
          <ac:chgData name="vidushi dadu" userId="8f6edd75c0a5619a" providerId="LiveId" clId="{4A1D7BB4-DB2B-401C-9583-309F517E6E8F}" dt="2020-10-16T08:06:19.266" v="15803" actId="478"/>
          <ac:spMkLst>
            <pc:docMk/>
            <pc:sldMk cId="292607939" sldId="1390"/>
            <ac:spMk id="87" creationId="{21C68CCB-AA85-4A25-AB01-5AFC0A9AF42C}"/>
          </ac:spMkLst>
        </pc:spChg>
        <pc:spChg chg="mod">
          <ac:chgData name="vidushi dadu" userId="8f6edd75c0a5619a" providerId="LiveId" clId="{4A1D7BB4-DB2B-401C-9583-309F517E6E8F}" dt="2020-10-16T08:05:42.623" v="15796" actId="1076"/>
          <ac:spMkLst>
            <pc:docMk/>
            <pc:sldMk cId="292607939" sldId="1390"/>
            <ac:spMk id="181" creationId="{63B3BB5E-4455-4D4F-BD62-8DE152B30642}"/>
          </ac:spMkLst>
        </pc:spChg>
        <pc:spChg chg="mod">
          <ac:chgData name="vidushi dadu" userId="8f6edd75c0a5619a" providerId="LiveId" clId="{4A1D7BB4-DB2B-401C-9583-309F517E6E8F}" dt="2020-10-16T07:57:16.037" v="15673" actId="20577"/>
          <ac:spMkLst>
            <pc:docMk/>
            <pc:sldMk cId="292607939" sldId="1390"/>
            <ac:spMk id="217" creationId="{65BEED04-69D8-4F32-84D0-D7ABB6992BA0}"/>
          </ac:spMkLst>
        </pc:spChg>
        <pc:spChg chg="mod">
          <ac:chgData name="vidushi dadu" userId="8f6edd75c0a5619a" providerId="LiveId" clId="{4A1D7BB4-DB2B-401C-9583-309F517E6E8F}" dt="2020-10-16T07:58:29.589" v="15684" actId="255"/>
          <ac:spMkLst>
            <pc:docMk/>
            <pc:sldMk cId="292607939" sldId="1390"/>
            <ac:spMk id="218" creationId="{17FD8C52-0040-487E-B277-3495C1358088}"/>
          </ac:spMkLst>
        </pc:spChg>
        <pc:grpChg chg="mod">
          <ac:chgData name="vidushi dadu" userId="8f6edd75c0a5619a" providerId="LiveId" clId="{4A1D7BB4-DB2B-401C-9583-309F517E6E8F}" dt="2020-10-17T13:21:55.257" v="18551" actId="1038"/>
          <ac:grpSpMkLst>
            <pc:docMk/>
            <pc:sldMk cId="292607939" sldId="1390"/>
            <ac:grpSpMk id="3" creationId="{A3A747C5-0222-42FC-B892-CA39515CE032}"/>
          </ac:grpSpMkLst>
        </pc:grpChg>
        <pc:graphicFrameChg chg="mod modGraphic">
          <ac:chgData name="vidushi dadu" userId="8f6edd75c0a5619a" providerId="LiveId" clId="{4A1D7BB4-DB2B-401C-9583-309F517E6E8F}" dt="2020-10-16T08:00:27.377" v="15716" actId="2165"/>
          <ac:graphicFrameMkLst>
            <pc:docMk/>
            <pc:sldMk cId="292607939" sldId="1390"/>
            <ac:graphicFrameMk id="16" creationId="{21347826-5758-4473-9939-9B9DC44A6F42}"/>
          </ac:graphicFrameMkLst>
        </pc:graphicFrameChg>
        <pc:cxnChg chg="mod">
          <ac:chgData name="vidushi dadu" userId="8f6edd75c0a5619a" providerId="LiveId" clId="{4A1D7BB4-DB2B-401C-9583-309F517E6E8F}" dt="2020-10-16T08:00:51.445" v="15717" actId="692"/>
          <ac:cxnSpMkLst>
            <pc:docMk/>
            <pc:sldMk cId="292607939" sldId="1390"/>
            <ac:cxnSpMk id="164" creationId="{E8E385DC-715B-4298-8246-0A50D0D786E7}"/>
          </ac:cxnSpMkLst>
        </pc:cxnChg>
        <pc:cxnChg chg="mod">
          <ac:chgData name="vidushi dadu" userId="8f6edd75c0a5619a" providerId="LiveId" clId="{4A1D7BB4-DB2B-401C-9583-309F517E6E8F}" dt="2020-10-16T08:05:38.485" v="15795" actId="692"/>
          <ac:cxnSpMkLst>
            <pc:docMk/>
            <pc:sldMk cId="292607939" sldId="1390"/>
            <ac:cxnSpMk id="174" creationId="{25EBCEB2-A073-4ABC-80B8-6AC5AD6C442B}"/>
          </ac:cxnSpMkLst>
        </pc:cxnChg>
        <pc:cxnChg chg="mod">
          <ac:chgData name="vidushi dadu" userId="8f6edd75c0a5619a" providerId="LiveId" clId="{4A1D7BB4-DB2B-401C-9583-309F517E6E8F}" dt="2020-10-16T08:04:24.004" v="15780" actId="692"/>
          <ac:cxnSpMkLst>
            <pc:docMk/>
            <pc:sldMk cId="292607939" sldId="1390"/>
            <ac:cxnSpMk id="175" creationId="{DDD577A2-AF2A-44A6-B033-A013072CD687}"/>
          </ac:cxnSpMkLst>
        </pc:cxnChg>
      </pc:sldChg>
      <pc:sldChg chg="delSp modSp add del modAnim">
        <pc:chgData name="vidushi dadu" userId="8f6edd75c0a5619a" providerId="LiveId" clId="{4A1D7BB4-DB2B-401C-9583-309F517E6E8F}" dt="2020-10-17T13:25:20.479" v="18585" actId="2696"/>
        <pc:sldMkLst>
          <pc:docMk/>
          <pc:sldMk cId="1043917996" sldId="1391"/>
        </pc:sldMkLst>
        <pc:spChg chg="mod">
          <ac:chgData name="vidushi dadu" userId="8f6edd75c0a5619a" providerId="LiveId" clId="{4A1D7BB4-DB2B-401C-9583-309F517E6E8F}" dt="2020-10-16T08:12:38.702" v="15997" actId="20577"/>
          <ac:spMkLst>
            <pc:docMk/>
            <pc:sldMk cId="1043917996" sldId="1391"/>
            <ac:spMk id="2" creationId="{C15408CF-6CDB-46D1-8F2D-8F50CACD8BEA}"/>
          </ac:spMkLst>
        </pc:spChg>
        <pc:spChg chg="mod">
          <ac:chgData name="vidushi dadu" userId="8f6edd75c0a5619a" providerId="LiveId" clId="{4A1D7BB4-DB2B-401C-9583-309F517E6E8F}" dt="2020-10-16T08:01:33.792" v="15729" actId="14100"/>
          <ac:spMkLst>
            <pc:docMk/>
            <pc:sldMk cId="1043917996" sldId="1391"/>
            <ac:spMk id="81" creationId="{626B274F-7B3D-4B51-AB6B-3A6885AE3C1C}"/>
          </ac:spMkLst>
        </pc:spChg>
        <pc:spChg chg="mod">
          <ac:chgData name="vidushi dadu" userId="8f6edd75c0a5619a" providerId="LiveId" clId="{4A1D7BB4-DB2B-401C-9583-309F517E6E8F}" dt="2020-10-16T08:01:37.978" v="15730" actId="20577"/>
          <ac:spMkLst>
            <pc:docMk/>
            <pc:sldMk cId="1043917996" sldId="1391"/>
            <ac:spMk id="82" creationId="{A97C00CA-7D95-44E5-AAF9-A9192160512D}"/>
          </ac:spMkLst>
        </pc:spChg>
        <pc:spChg chg="mod">
          <ac:chgData name="vidushi dadu" userId="8f6edd75c0a5619a" providerId="LiveId" clId="{4A1D7BB4-DB2B-401C-9583-309F517E6E8F}" dt="2020-10-16T08:01:42.098" v="15731" actId="20577"/>
          <ac:spMkLst>
            <pc:docMk/>
            <pc:sldMk cId="1043917996" sldId="1391"/>
            <ac:spMk id="83" creationId="{3DE98321-767C-4EAC-A661-DD27405E2031}"/>
          </ac:spMkLst>
        </pc:spChg>
        <pc:spChg chg="mod">
          <ac:chgData name="vidushi dadu" userId="8f6edd75c0a5619a" providerId="LiveId" clId="{4A1D7BB4-DB2B-401C-9583-309F517E6E8F}" dt="2020-10-16T08:01:20.447" v="15724" actId="1076"/>
          <ac:spMkLst>
            <pc:docMk/>
            <pc:sldMk cId="1043917996" sldId="1391"/>
            <ac:spMk id="184" creationId="{A6C4F8B4-B454-4A17-8153-11014903F172}"/>
          </ac:spMkLst>
        </pc:spChg>
        <pc:spChg chg="del">
          <ac:chgData name="vidushi dadu" userId="8f6edd75c0a5619a" providerId="LiveId" clId="{4A1D7BB4-DB2B-401C-9583-309F517E6E8F}" dt="2020-10-16T08:01:22.949" v="15725" actId="478"/>
          <ac:spMkLst>
            <pc:docMk/>
            <pc:sldMk cId="1043917996" sldId="1391"/>
            <ac:spMk id="186" creationId="{16B39C00-0692-42AC-AF11-F2DA54F17F42}"/>
          </ac:spMkLst>
        </pc:spChg>
        <pc:cxnChg chg="mod">
          <ac:chgData name="vidushi dadu" userId="8f6edd75c0a5619a" providerId="LiveId" clId="{4A1D7BB4-DB2B-401C-9583-309F517E6E8F}" dt="2020-10-16T08:01:59.065" v="15735" actId="692"/>
          <ac:cxnSpMkLst>
            <pc:docMk/>
            <pc:sldMk cId="1043917996" sldId="1391"/>
            <ac:cxnSpMk id="163" creationId="{6494F74D-E28F-413B-8164-8F0E73A65191}"/>
          </ac:cxnSpMkLst>
        </pc:cxnChg>
        <pc:cxnChg chg="mod">
          <ac:chgData name="vidushi dadu" userId="8f6edd75c0a5619a" providerId="LiveId" clId="{4A1D7BB4-DB2B-401C-9583-309F517E6E8F}" dt="2020-10-16T08:01:47.204" v="15733" actId="692"/>
          <ac:cxnSpMkLst>
            <pc:docMk/>
            <pc:sldMk cId="1043917996" sldId="1391"/>
            <ac:cxnSpMk id="164" creationId="{E8E385DC-715B-4298-8246-0A50D0D786E7}"/>
          </ac:cxnSpMkLst>
        </pc:cxnChg>
      </pc:sldChg>
      <pc:sldChg chg="delSp modSp add del modAnim">
        <pc:chgData name="vidushi dadu" userId="8f6edd75c0a5619a" providerId="LiveId" clId="{4A1D7BB4-DB2B-401C-9583-309F517E6E8F}" dt="2020-10-17T13:26:15.148" v="18607" actId="2696"/>
        <pc:sldMkLst>
          <pc:docMk/>
          <pc:sldMk cId="2494441809" sldId="1392"/>
        </pc:sldMkLst>
        <pc:spChg chg="mod">
          <ac:chgData name="vidushi dadu" userId="8f6edd75c0a5619a" providerId="LiveId" clId="{4A1D7BB4-DB2B-401C-9583-309F517E6E8F}" dt="2020-10-16T08:12:41.609" v="15999" actId="20577"/>
          <ac:spMkLst>
            <pc:docMk/>
            <pc:sldMk cId="2494441809" sldId="1392"/>
            <ac:spMk id="2" creationId="{C15408CF-6CDB-46D1-8F2D-8F50CACD8BEA}"/>
          </ac:spMkLst>
        </pc:spChg>
        <pc:spChg chg="mod">
          <ac:chgData name="vidushi dadu" userId="8f6edd75c0a5619a" providerId="LiveId" clId="{4A1D7BB4-DB2B-401C-9583-309F517E6E8F}" dt="2020-10-16T08:02:07.835" v="15737" actId="20577"/>
          <ac:spMkLst>
            <pc:docMk/>
            <pc:sldMk cId="2494441809" sldId="1392"/>
            <ac:spMk id="185" creationId="{79A4BCEE-66A6-40C1-979D-6FA6231C2BCD}"/>
          </ac:spMkLst>
        </pc:spChg>
        <pc:spChg chg="mod">
          <ac:chgData name="vidushi dadu" userId="8f6edd75c0a5619a" providerId="LiveId" clId="{4A1D7BB4-DB2B-401C-9583-309F517E6E8F}" dt="2020-10-16T08:02:11.998" v="15740" actId="20577"/>
          <ac:spMkLst>
            <pc:docMk/>
            <pc:sldMk cId="2494441809" sldId="1392"/>
            <ac:spMk id="187" creationId="{F06A7271-6168-45B1-89C2-C4F4740743D1}"/>
          </ac:spMkLst>
        </pc:spChg>
        <pc:spChg chg="del">
          <ac:chgData name="vidushi dadu" userId="8f6edd75c0a5619a" providerId="LiveId" clId="{4A1D7BB4-DB2B-401C-9583-309F517E6E8F}" dt="2020-10-16T08:02:14.749" v="15741" actId="478"/>
          <ac:spMkLst>
            <pc:docMk/>
            <pc:sldMk cId="2494441809" sldId="1392"/>
            <ac:spMk id="188" creationId="{A0C95441-7052-46C2-A349-F2447F433372}"/>
          </ac:spMkLst>
        </pc:spChg>
      </pc:sldChg>
      <pc:sldChg chg="addSp delSp modSp add del modAnim">
        <pc:chgData name="vidushi dadu" userId="8f6edd75c0a5619a" providerId="LiveId" clId="{4A1D7BB4-DB2B-401C-9583-309F517E6E8F}" dt="2020-10-17T13:26:55.332" v="18615" actId="2696"/>
        <pc:sldMkLst>
          <pc:docMk/>
          <pc:sldMk cId="341173090" sldId="1393"/>
        </pc:sldMkLst>
        <pc:spChg chg="mod">
          <ac:chgData name="vidushi dadu" userId="8f6edd75c0a5619a" providerId="LiveId" clId="{4A1D7BB4-DB2B-401C-9583-309F517E6E8F}" dt="2020-10-16T08:12:45.411" v="16001" actId="20577"/>
          <ac:spMkLst>
            <pc:docMk/>
            <pc:sldMk cId="341173090" sldId="1393"/>
            <ac:spMk id="2" creationId="{C15408CF-6CDB-46D1-8F2D-8F50CACD8BEA}"/>
          </ac:spMkLst>
        </pc:spChg>
        <pc:spChg chg="mod">
          <ac:chgData name="vidushi dadu" userId="8f6edd75c0a5619a" providerId="LiveId" clId="{4A1D7BB4-DB2B-401C-9583-309F517E6E8F}" dt="2020-10-16T08:02:37.964" v="15749" actId="20577"/>
          <ac:spMkLst>
            <pc:docMk/>
            <pc:sldMk cId="341173090" sldId="1393"/>
            <ac:spMk id="81" creationId="{626B274F-7B3D-4B51-AB6B-3A6885AE3C1C}"/>
          </ac:spMkLst>
        </pc:spChg>
        <pc:spChg chg="mod">
          <ac:chgData name="vidushi dadu" userId="8f6edd75c0a5619a" providerId="LiveId" clId="{4A1D7BB4-DB2B-401C-9583-309F517E6E8F}" dt="2020-10-16T08:02:40.979" v="15750" actId="20577"/>
          <ac:spMkLst>
            <pc:docMk/>
            <pc:sldMk cId="341173090" sldId="1393"/>
            <ac:spMk id="83" creationId="{3DE98321-767C-4EAC-A661-DD27405E2031}"/>
          </ac:spMkLst>
        </pc:spChg>
        <pc:spChg chg="add del">
          <ac:chgData name="vidushi dadu" userId="8f6edd75c0a5619a" providerId="LiveId" clId="{4A1D7BB4-DB2B-401C-9583-309F517E6E8F}" dt="2020-10-16T08:03:20.337" v="15755" actId="478"/>
          <ac:spMkLst>
            <pc:docMk/>
            <pc:sldMk cId="341173090" sldId="1393"/>
            <ac:spMk id="85" creationId="{BD3FDA25-7109-48BB-8CF2-3D8BEFC1D233}"/>
          </ac:spMkLst>
        </pc:spChg>
        <pc:spChg chg="add mod">
          <ac:chgData name="vidushi dadu" userId="8f6edd75c0a5619a" providerId="LiveId" clId="{4A1D7BB4-DB2B-401C-9583-309F517E6E8F}" dt="2020-10-16T08:03:33.921" v="15762" actId="20577"/>
          <ac:spMkLst>
            <pc:docMk/>
            <pc:sldMk cId="341173090" sldId="1393"/>
            <ac:spMk id="86" creationId="{ACA25101-1112-4ABE-A9E0-1D4C80919419}"/>
          </ac:spMkLst>
        </pc:spChg>
        <pc:spChg chg="mod">
          <ac:chgData name="vidushi dadu" userId="8f6edd75c0a5619a" providerId="LiveId" clId="{4A1D7BB4-DB2B-401C-9583-309F517E6E8F}" dt="2020-10-16T08:02:26.332" v="15745" actId="20577"/>
          <ac:spMkLst>
            <pc:docMk/>
            <pc:sldMk cId="341173090" sldId="1393"/>
            <ac:spMk id="185" creationId="{79A4BCEE-66A6-40C1-979D-6FA6231C2BCD}"/>
          </ac:spMkLst>
        </pc:spChg>
        <pc:spChg chg="del">
          <ac:chgData name="vidushi dadu" userId="8f6edd75c0a5619a" providerId="LiveId" clId="{4A1D7BB4-DB2B-401C-9583-309F517E6E8F}" dt="2020-10-16T08:02:33.124" v="15746" actId="478"/>
          <ac:spMkLst>
            <pc:docMk/>
            <pc:sldMk cId="341173090" sldId="1393"/>
            <ac:spMk id="187" creationId="{F06A7271-6168-45B1-89C2-C4F4740743D1}"/>
          </ac:spMkLst>
        </pc:spChg>
        <pc:cxnChg chg="mod">
          <ac:chgData name="vidushi dadu" userId="8f6edd75c0a5619a" providerId="LiveId" clId="{4A1D7BB4-DB2B-401C-9583-309F517E6E8F}" dt="2020-10-16T08:02:47.125" v="15752" actId="692"/>
          <ac:cxnSpMkLst>
            <pc:docMk/>
            <pc:sldMk cId="341173090" sldId="1393"/>
            <ac:cxnSpMk id="163" creationId="{6494F74D-E28F-413B-8164-8F0E73A65191}"/>
          </ac:cxnSpMkLst>
        </pc:cxnChg>
        <pc:cxnChg chg="mod">
          <ac:chgData name="vidushi dadu" userId="8f6edd75c0a5619a" providerId="LiveId" clId="{4A1D7BB4-DB2B-401C-9583-309F517E6E8F}" dt="2020-10-16T08:02:53.692" v="15753" actId="692"/>
          <ac:cxnSpMkLst>
            <pc:docMk/>
            <pc:sldMk cId="341173090" sldId="1393"/>
            <ac:cxnSpMk id="175" creationId="{DDD577A2-AF2A-44A6-B033-A013072CD687}"/>
          </ac:cxnSpMkLst>
        </pc:cxnChg>
      </pc:sldChg>
      <pc:sldChg chg="del">
        <pc:chgData name="vidushi dadu" userId="8f6edd75c0a5619a" providerId="LiveId" clId="{4A1D7BB4-DB2B-401C-9583-309F517E6E8F}" dt="2020-10-17T13:34:36.243" v="18649" actId="2696"/>
        <pc:sldMkLst>
          <pc:docMk/>
          <pc:sldMk cId="3215009820" sldId="1394"/>
        </pc:sldMkLst>
      </pc:sldChg>
      <pc:sldChg chg="addSp delSp modSp add delAnim modAnim">
        <pc:chgData name="vidushi dadu" userId="8f6edd75c0a5619a" providerId="LiveId" clId="{4A1D7BB4-DB2B-401C-9583-309F517E6E8F}" dt="2020-10-16T23:28:42.535" v="17782" actId="20577"/>
        <pc:sldMkLst>
          <pc:docMk/>
          <pc:sldMk cId="3810590836" sldId="1394"/>
        </pc:sldMkLst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43" creationId="{5A87592D-FFB7-423F-8A3B-DDA0F030EBE3}"/>
          </ac:spMkLst>
        </pc:spChg>
        <pc:spChg chg="mod">
          <ac:chgData name="vidushi dadu" userId="8f6edd75c0a5619a" providerId="LiveId" clId="{4A1D7BB4-DB2B-401C-9583-309F517E6E8F}" dt="2020-10-17T03:15:14.478" v="17437" actId="1076"/>
          <ac:spMkLst>
            <pc:docMk/>
            <pc:sldMk cId="3810590836" sldId="1394"/>
            <ac:spMk id="49" creationId="{109AA0BB-1DBF-4AC5-94A1-B783AAF8041C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51" creationId="{37ED4D90-1D78-4CFF-A3A1-339691C45FED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57" creationId="{D37EDF68-4722-4637-ABBE-E13B077BC51C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58" creationId="{4D3B5613-A870-49C2-8892-5E9678581B6C}"/>
          </ac:spMkLst>
        </pc:spChg>
        <pc:spChg chg="mod">
          <ac:chgData name="vidushi dadu" userId="8f6edd75c0a5619a" providerId="LiveId" clId="{4A1D7BB4-DB2B-401C-9583-309F517E6E8F}" dt="2020-10-16T23:28:42.535" v="17782" actId="20577"/>
          <ac:spMkLst>
            <pc:docMk/>
            <pc:sldMk cId="3810590836" sldId="1394"/>
            <ac:spMk id="60" creationId="{4040A22D-60E1-4177-BC6B-F5DCC58A332C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65" creationId="{98AB3240-E779-46B9-B280-92E3B098CD22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70" creationId="{D38FB3A4-1AED-4930-A38D-4AE0A91FD4BE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72" creationId="{111D5DB6-ED44-42DD-8FDF-34B6986378AE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75" creationId="{955D280A-C7C0-443B-809A-963DA1FAF714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80" creationId="{34D92DBC-9AF4-45E4-97E9-670A8B8B3329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82" creationId="{34D94494-C606-4B6E-9C10-887CF17E526C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83" creationId="{40909170-BCA4-45B9-B209-1A24AEE63D84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86" creationId="{2C66A4B2-6F51-45AB-8BD9-9564F1BCE141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99" creationId="{4C1AE4C6-BA27-4C1A-A37E-04EA95CA8E82}"/>
          </ac:spMkLst>
        </pc:spChg>
        <pc:spChg chg="mod">
          <ac:chgData name="vidushi dadu" userId="8f6edd75c0a5619a" providerId="LiveId" clId="{4A1D7BB4-DB2B-401C-9583-309F517E6E8F}" dt="2020-10-16T23:10:47.112" v="17544" actId="255"/>
          <ac:spMkLst>
            <pc:docMk/>
            <pc:sldMk cId="3810590836" sldId="1394"/>
            <ac:spMk id="107" creationId="{6A6B7F6B-1B72-428C-9E7A-F020E9335DD9}"/>
          </ac:spMkLst>
        </pc:spChg>
        <pc:spChg chg="mod">
          <ac:chgData name="vidushi dadu" userId="8f6edd75c0a5619a" providerId="LiveId" clId="{4A1D7BB4-DB2B-401C-9583-309F517E6E8F}" dt="2020-10-16T23:10:53.817" v="17547" actId="255"/>
          <ac:spMkLst>
            <pc:docMk/>
            <pc:sldMk cId="3810590836" sldId="1394"/>
            <ac:spMk id="108" creationId="{784AA4F5-2A44-455D-AB53-E7BD1CD20B67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112" creationId="{033734A9-5299-46C5-BEAD-874EE8BAA1D7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116" creationId="{B7605FDF-84A5-48B2-8C93-E49CC530A7A2}"/>
          </ac:spMkLst>
        </pc:spChg>
        <pc:spChg chg="del">
          <ac:chgData name="vidushi dadu" userId="8f6edd75c0a5619a" providerId="LiveId" clId="{4A1D7BB4-DB2B-401C-9583-309F517E6E8F}" dt="2020-10-16T08:08:48.951" v="15853" actId="478"/>
          <ac:spMkLst>
            <pc:docMk/>
            <pc:sldMk cId="3810590836" sldId="1394"/>
            <ac:spMk id="119" creationId="{1040A989-7E54-4312-825D-8ECEEEEBF6C2}"/>
          </ac:spMkLst>
        </pc:spChg>
        <pc:spChg chg="del">
          <ac:chgData name="vidushi dadu" userId="8f6edd75c0a5619a" providerId="LiveId" clId="{4A1D7BB4-DB2B-401C-9583-309F517E6E8F}" dt="2020-10-16T08:08:48.951" v="15853" actId="478"/>
          <ac:spMkLst>
            <pc:docMk/>
            <pc:sldMk cId="3810590836" sldId="1394"/>
            <ac:spMk id="120" creationId="{AC3F7EBA-0397-4E3F-88BE-14DD5D90AEF0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152" creationId="{9B0EE3B4-EB7F-42D1-BD53-11BDC9298450}"/>
          </ac:spMkLst>
        </pc:spChg>
        <pc:spChg chg="del">
          <ac:chgData name="vidushi dadu" userId="8f6edd75c0a5619a" providerId="LiveId" clId="{4A1D7BB4-DB2B-401C-9583-309F517E6E8F}" dt="2020-10-17T03:15:20.455" v="17438" actId="478"/>
          <ac:spMkLst>
            <pc:docMk/>
            <pc:sldMk cId="3810590836" sldId="1394"/>
            <ac:spMk id="187" creationId="{7B018403-53A3-435F-91DC-80610D9B2DE8}"/>
          </ac:spMkLst>
        </pc:spChg>
        <pc:grpChg chg="del">
          <ac:chgData name="vidushi dadu" userId="8f6edd75c0a5619a" providerId="LiveId" clId="{4A1D7BB4-DB2B-401C-9583-309F517E6E8F}" dt="2020-10-17T03:15:20.455" v="17438" actId="478"/>
          <ac:grpSpMkLst>
            <pc:docMk/>
            <pc:sldMk cId="3810590836" sldId="1394"/>
            <ac:grpSpMk id="32" creationId="{8CA782B7-107B-4C1F-8119-FCB80002B0C1}"/>
          </ac:grpSpMkLst>
        </pc:grpChg>
        <pc:grpChg chg="add">
          <ac:chgData name="vidushi dadu" userId="8f6edd75c0a5619a" providerId="LiveId" clId="{4A1D7BB4-DB2B-401C-9583-309F517E6E8F}" dt="2020-10-17T03:15:22.174" v="17439"/>
          <ac:grpSpMkLst>
            <pc:docMk/>
            <pc:sldMk cId="3810590836" sldId="1394"/>
            <ac:grpSpMk id="53" creationId="{9E1EFC8E-3C29-40F4-9B39-F9938F471667}"/>
          </ac:grpSpMkLst>
        </pc:grpChg>
        <pc:grpChg chg="del">
          <ac:chgData name="vidushi dadu" userId="8f6edd75c0a5619a" providerId="LiveId" clId="{4A1D7BB4-DB2B-401C-9583-309F517E6E8F}" dt="2020-10-17T03:15:20.455" v="17438" actId="478"/>
          <ac:grpSpMkLst>
            <pc:docMk/>
            <pc:sldMk cId="3810590836" sldId="1394"/>
            <ac:grpSpMk id="91" creationId="{CC94BE36-2CEB-48D3-80EE-28EBF27531C1}"/>
          </ac:grpSpMkLst>
        </pc:grpChg>
        <pc:picChg chg="mod">
          <ac:chgData name="vidushi dadu" userId="8f6edd75c0a5619a" providerId="LiveId" clId="{4A1D7BB4-DB2B-401C-9583-309F517E6E8F}" dt="2020-10-17T03:15:33.046" v="17441" actId="1076"/>
          <ac:picMkLst>
            <pc:docMk/>
            <pc:sldMk cId="3810590836" sldId="1394"/>
            <ac:picMk id="129" creationId="{56AE4CDE-AC24-4E8A-A058-DE645E9E005C}"/>
          </ac:picMkLst>
        </pc:picChg>
        <pc:picChg chg="mod">
          <ac:chgData name="vidushi dadu" userId="8f6edd75c0a5619a" providerId="LiveId" clId="{4A1D7BB4-DB2B-401C-9583-309F517E6E8F}" dt="2020-10-17T03:15:36.839" v="17442" actId="1076"/>
          <ac:picMkLst>
            <pc:docMk/>
            <pc:sldMk cId="3810590836" sldId="1394"/>
            <ac:picMk id="130" creationId="{74E0FC75-09D3-4217-B51D-A8CE068A327C}"/>
          </ac:picMkLst>
        </pc:pic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47" creationId="{F98715BF-E731-4058-9BE2-814C1275FE85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61" creationId="{D87DA4D0-6B4C-4FBF-805A-4C949682D282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64" creationId="{6649A03E-CF9C-4C56-ADD6-9EC909738F99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67" creationId="{B50A094D-C1BC-403E-ACF2-9FAC9C9316B2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71" creationId="{1B3C5FF6-8C8E-4A0B-A3E4-397236EB08FA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74" creationId="{768F7774-A02F-48BE-9FC4-0D0761BD3F50}"/>
          </ac:cxnSpMkLst>
        </pc:cxnChg>
        <pc:cxnChg chg="mod">
          <ac:chgData name="vidushi dadu" userId="8f6edd75c0a5619a" providerId="LiveId" clId="{4A1D7BB4-DB2B-401C-9583-309F517E6E8F}" dt="2020-10-16T23:26:44.206" v="17728" actId="208"/>
          <ac:cxnSpMkLst>
            <pc:docMk/>
            <pc:sldMk cId="3810590836" sldId="1394"/>
            <ac:cxnSpMk id="79" creationId="{778DFFBD-2D83-4666-9B6E-E39EAFB771AD}"/>
          </ac:cxnSpMkLst>
        </pc:cxnChg>
        <pc:cxnChg chg="mod">
          <ac:chgData name="vidushi dadu" userId="8f6edd75c0a5619a" providerId="LiveId" clId="{4A1D7BB4-DB2B-401C-9583-309F517E6E8F}" dt="2020-10-16T23:26:44.206" v="17728" actId="208"/>
          <ac:cxnSpMkLst>
            <pc:docMk/>
            <pc:sldMk cId="3810590836" sldId="1394"/>
            <ac:cxnSpMk id="81" creationId="{B64484D2-EE44-4E10-AFEF-6240B681D245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84" creationId="{D28952B2-FE02-42E0-82BF-E8891EDE3C42}"/>
          </ac:cxnSpMkLst>
        </pc:cxnChg>
        <pc:cxnChg chg="mod">
          <ac:chgData name="vidushi dadu" userId="8f6edd75c0a5619a" providerId="LiveId" clId="{4A1D7BB4-DB2B-401C-9583-309F517E6E8F}" dt="2020-10-16T23:26:44.206" v="17728" actId="208"/>
          <ac:cxnSpMkLst>
            <pc:docMk/>
            <pc:sldMk cId="3810590836" sldId="1394"/>
            <ac:cxnSpMk id="85" creationId="{FC3873F9-EA70-4401-956E-E774DADA7C27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87" creationId="{934B01F1-82EB-44A2-92F8-5F46B41391F8}"/>
          </ac:cxnSpMkLst>
        </pc:cxnChg>
        <pc:cxnChg chg="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88" creationId="{48879437-03C7-4055-AD08-2F9640032167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92" creationId="{16BAEBE4-119E-49EB-9594-D96D5B7BA408}"/>
          </ac:cxnSpMkLst>
        </pc:cxnChg>
        <pc:cxnChg chg="mod">
          <ac:chgData name="vidushi dadu" userId="8f6edd75c0a5619a" providerId="LiveId" clId="{4A1D7BB4-DB2B-401C-9583-309F517E6E8F}" dt="2020-10-16T23:26:44.206" v="17728" actId="208"/>
          <ac:cxnSpMkLst>
            <pc:docMk/>
            <pc:sldMk cId="3810590836" sldId="1394"/>
            <ac:cxnSpMk id="93" creationId="{4F7B8EEB-EBE4-43FE-8AFD-AAF794B77EE4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97" creationId="{141B215C-5F7D-4595-9D28-091332151467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98" creationId="{E6C83EBE-A95F-4E27-BFD7-2D3BFD0C152C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101" creationId="{4BF90E80-CFBC-464E-B9D3-A6FD0074411F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102" creationId="{05EFD7DD-2738-4515-9949-AAC9FCA571B2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109" creationId="{0DE9ACC1-8C28-431F-9BAC-504CBC518311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113" creationId="{DFE399AC-88AD-4CBE-ADD8-EE0379BC17E6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153" creationId="{DC4B9AF2-58AE-4F73-B1B7-5711C4DB6AAB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158" creationId="{E787E8EF-64DA-4BE7-BB88-D1EA3341B4BC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159" creationId="{62B7B139-BF25-4E36-B203-716E87701729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163" creationId="{6B9E4F2C-19B4-45F2-90F0-1596B461FD3F}"/>
          </ac:cxnSpMkLst>
        </pc:cxnChg>
        <pc:cxnChg chg="del mod">
          <ac:chgData name="vidushi dadu" userId="8f6edd75c0a5619a" providerId="LiveId" clId="{4A1D7BB4-DB2B-401C-9583-309F517E6E8F}" dt="2020-10-17T03:15:20.455" v="17438" actId="478"/>
          <ac:cxnSpMkLst>
            <pc:docMk/>
            <pc:sldMk cId="3810590836" sldId="1394"/>
            <ac:cxnSpMk id="166" creationId="{5D3BE284-12AE-4DFE-B4BE-5E4F9B677E03}"/>
          </ac:cxnSpMkLst>
        </pc:cxnChg>
      </pc:sldChg>
      <pc:sldChg chg="add del">
        <pc:chgData name="vidushi dadu" userId="8f6edd75c0a5619a" providerId="LiveId" clId="{4A1D7BB4-DB2B-401C-9583-309F517E6E8F}" dt="2020-10-16T08:31:10.050" v="16764" actId="2696"/>
        <pc:sldMkLst>
          <pc:docMk/>
          <pc:sldMk cId="717694696" sldId="1395"/>
        </pc:sldMkLst>
      </pc:sldChg>
      <pc:sldChg chg="add del">
        <pc:chgData name="vidushi dadu" userId="8f6edd75c0a5619a" providerId="LiveId" clId="{4A1D7BB4-DB2B-401C-9583-309F517E6E8F}" dt="2020-10-16T08:22:46.609" v="16496" actId="2696"/>
        <pc:sldMkLst>
          <pc:docMk/>
          <pc:sldMk cId="1248333922" sldId="1395"/>
        </pc:sldMkLst>
      </pc:sldChg>
      <pc:sldChg chg="modSp add">
        <pc:chgData name="vidushi dadu" userId="8f6edd75c0a5619a" providerId="LiveId" clId="{4A1D7BB4-DB2B-401C-9583-309F517E6E8F}" dt="2020-10-16T08:30:59.133" v="16752" actId="20577"/>
        <pc:sldMkLst>
          <pc:docMk/>
          <pc:sldMk cId="2826703152" sldId="1396"/>
        </pc:sldMkLst>
        <pc:spChg chg="mod">
          <ac:chgData name="vidushi dadu" userId="8f6edd75c0a5619a" providerId="LiveId" clId="{4A1D7BB4-DB2B-401C-9583-309F517E6E8F}" dt="2020-10-16T08:30:52.399" v="16746" actId="20577"/>
          <ac:spMkLst>
            <pc:docMk/>
            <pc:sldMk cId="2826703152" sldId="1396"/>
            <ac:spMk id="2" creationId="{8C33B041-C746-4CBA-872E-594765AAC657}"/>
          </ac:spMkLst>
        </pc:spChg>
        <pc:spChg chg="mod">
          <ac:chgData name="vidushi dadu" userId="8f6edd75c0a5619a" providerId="LiveId" clId="{4A1D7BB4-DB2B-401C-9583-309F517E6E8F}" dt="2020-10-16T08:30:59.133" v="16752" actId="20577"/>
          <ac:spMkLst>
            <pc:docMk/>
            <pc:sldMk cId="2826703152" sldId="1396"/>
            <ac:spMk id="5" creationId="{BB3607B2-B0F2-4DBB-A3FD-48A34EC7AF1D}"/>
          </ac:spMkLst>
        </pc:spChg>
      </pc:sldChg>
      <pc:sldChg chg="modSp add">
        <pc:chgData name="vidushi dadu" userId="8f6edd75c0a5619a" providerId="LiveId" clId="{4A1D7BB4-DB2B-401C-9583-309F517E6E8F}" dt="2020-10-17T13:37:37.957" v="18666" actId="27636"/>
        <pc:sldMkLst>
          <pc:docMk/>
          <pc:sldMk cId="565874353" sldId="1397"/>
        </pc:sldMkLst>
        <pc:spChg chg="mod">
          <ac:chgData name="vidushi dadu" userId="8f6edd75c0a5619a" providerId="LiveId" clId="{4A1D7BB4-DB2B-401C-9583-309F517E6E8F}" dt="2020-10-17T13:36:46.252" v="18661" actId="20577"/>
          <ac:spMkLst>
            <pc:docMk/>
            <pc:sldMk cId="565874353" sldId="1397"/>
            <ac:spMk id="2" creationId="{9CB7BDF6-34A0-48EB-9FD5-42BB2F829A6E}"/>
          </ac:spMkLst>
        </pc:spChg>
        <pc:spChg chg="mod">
          <ac:chgData name="vidushi dadu" userId="8f6edd75c0a5619a" providerId="LiveId" clId="{4A1D7BB4-DB2B-401C-9583-309F517E6E8F}" dt="2020-10-17T13:37:37.957" v="18666" actId="27636"/>
          <ac:spMkLst>
            <pc:docMk/>
            <pc:sldMk cId="565874353" sldId="1397"/>
            <ac:spMk id="3" creationId="{0D709E71-26CA-4932-B280-B1ECE993F7CB}"/>
          </ac:spMkLst>
        </pc:spChg>
      </pc:sldChg>
      <pc:sldChg chg="modSp add">
        <pc:chgData name="vidushi dadu" userId="8f6edd75c0a5619a" providerId="LiveId" clId="{4A1D7BB4-DB2B-401C-9583-309F517E6E8F}" dt="2020-10-17T13:37:44.175" v="18668" actId="27636"/>
        <pc:sldMkLst>
          <pc:docMk/>
          <pc:sldMk cId="1497609424" sldId="1398"/>
        </pc:sldMkLst>
        <pc:spChg chg="mod">
          <ac:chgData name="vidushi dadu" userId="8f6edd75c0a5619a" providerId="LiveId" clId="{4A1D7BB4-DB2B-401C-9583-309F517E6E8F}" dt="2020-10-17T13:36:49.973" v="18662"/>
          <ac:spMkLst>
            <pc:docMk/>
            <pc:sldMk cId="1497609424" sldId="1398"/>
            <ac:spMk id="2" creationId="{9CB7BDF6-34A0-48EB-9FD5-42BB2F829A6E}"/>
          </ac:spMkLst>
        </pc:spChg>
        <pc:spChg chg="mod">
          <ac:chgData name="vidushi dadu" userId="8f6edd75c0a5619a" providerId="LiveId" clId="{4A1D7BB4-DB2B-401C-9583-309F517E6E8F}" dt="2020-10-17T13:37:44.175" v="18668" actId="27636"/>
          <ac:spMkLst>
            <pc:docMk/>
            <pc:sldMk cId="1497609424" sldId="1398"/>
            <ac:spMk id="3" creationId="{0D709E71-26CA-4932-B280-B1ECE993F7CB}"/>
          </ac:spMkLst>
        </pc:spChg>
      </pc:sldChg>
      <pc:sldChg chg="modSp add">
        <pc:chgData name="vidushi dadu" userId="8f6edd75c0a5619a" providerId="LiveId" clId="{4A1D7BB4-DB2B-401C-9583-309F517E6E8F}" dt="2020-10-17T02:24:21.850" v="17092" actId="208"/>
        <pc:sldMkLst>
          <pc:docMk/>
          <pc:sldMk cId="3969548847" sldId="1399"/>
        </pc:sldMkLst>
        <pc:spChg chg="mod">
          <ac:chgData name="vidushi dadu" userId="8f6edd75c0a5619a" providerId="LiveId" clId="{4A1D7BB4-DB2B-401C-9583-309F517E6E8F}" dt="2020-10-17T02:24:21.850" v="17092" actId="208"/>
          <ac:spMkLst>
            <pc:docMk/>
            <pc:sldMk cId="3969548847" sldId="1399"/>
            <ac:spMk id="3" creationId="{B3082351-360B-4917-87DD-C8CB28F1ACE5}"/>
          </ac:spMkLst>
        </pc:spChg>
      </pc:sldChg>
      <pc:sldChg chg="modSp add">
        <pc:chgData name="vidushi dadu" userId="8f6edd75c0a5619a" providerId="LiveId" clId="{4A1D7BB4-DB2B-401C-9583-309F517E6E8F}" dt="2020-10-17T02:24:26.383" v="17093" actId="208"/>
        <pc:sldMkLst>
          <pc:docMk/>
          <pc:sldMk cId="2513546498" sldId="1400"/>
        </pc:sldMkLst>
        <pc:spChg chg="mod">
          <ac:chgData name="vidushi dadu" userId="8f6edd75c0a5619a" providerId="LiveId" clId="{4A1D7BB4-DB2B-401C-9583-309F517E6E8F}" dt="2020-10-17T02:24:26.383" v="17093" actId="208"/>
          <ac:spMkLst>
            <pc:docMk/>
            <pc:sldMk cId="2513546498" sldId="1400"/>
            <ac:spMk id="3" creationId="{B3082351-360B-4917-87DD-C8CB28F1ACE5}"/>
          </ac:spMkLst>
        </pc:spChg>
        <pc:spChg chg="mod">
          <ac:chgData name="vidushi dadu" userId="8f6edd75c0a5619a" providerId="LiveId" clId="{4A1D7BB4-DB2B-401C-9583-309F517E6E8F}" dt="2020-10-16T08:54:05.944" v="16881" actId="207"/>
          <ac:spMkLst>
            <pc:docMk/>
            <pc:sldMk cId="2513546498" sldId="1400"/>
            <ac:spMk id="5" creationId="{EA01B5B2-F7D0-4382-9FCA-EC23A014A59D}"/>
          </ac:spMkLst>
        </pc:spChg>
      </pc:sldChg>
      <pc:sldChg chg="modSp add modTransition">
        <pc:chgData name="vidushi dadu" userId="8f6edd75c0a5619a" providerId="LiveId" clId="{4A1D7BB4-DB2B-401C-9583-309F517E6E8F}" dt="2020-10-17T02:24:51.084" v="17099" actId="207"/>
        <pc:sldMkLst>
          <pc:docMk/>
          <pc:sldMk cId="632261157" sldId="1401"/>
        </pc:sldMkLst>
        <pc:spChg chg="mod">
          <ac:chgData name="vidushi dadu" userId="8f6edd75c0a5619a" providerId="LiveId" clId="{4A1D7BB4-DB2B-401C-9583-309F517E6E8F}" dt="2020-10-17T02:24:45.698" v="17098" actId="208"/>
          <ac:spMkLst>
            <pc:docMk/>
            <pc:sldMk cId="632261157" sldId="1401"/>
            <ac:spMk id="3" creationId="{B3082351-360B-4917-87DD-C8CB28F1ACE5}"/>
          </ac:spMkLst>
        </pc:spChg>
        <pc:spChg chg="mod">
          <ac:chgData name="vidushi dadu" userId="8f6edd75c0a5619a" providerId="LiveId" clId="{4A1D7BB4-DB2B-401C-9583-309F517E6E8F}" dt="2020-10-17T02:24:51.084" v="17099" actId="207"/>
          <ac:spMkLst>
            <pc:docMk/>
            <pc:sldMk cId="632261157" sldId="1401"/>
            <ac:spMk id="5" creationId="{C018A1A6-1D93-4104-B80D-6745A5A47DCE}"/>
          </ac:spMkLst>
        </pc:spChg>
      </pc:sldChg>
      <pc:sldChg chg="modSp add modTransition">
        <pc:chgData name="vidushi dadu" userId="8f6edd75c0a5619a" providerId="LiveId" clId="{4A1D7BB4-DB2B-401C-9583-309F517E6E8F}" dt="2020-10-17T02:24:34.444" v="17095"/>
        <pc:sldMkLst>
          <pc:docMk/>
          <pc:sldMk cId="2280392235" sldId="1402"/>
        </pc:sldMkLst>
        <pc:spChg chg="mod">
          <ac:chgData name="vidushi dadu" userId="8f6edd75c0a5619a" providerId="LiveId" clId="{4A1D7BB4-DB2B-401C-9583-309F517E6E8F}" dt="2020-10-17T02:24:32.180" v="17094" actId="208"/>
          <ac:spMkLst>
            <pc:docMk/>
            <pc:sldMk cId="2280392235" sldId="1402"/>
            <ac:spMk id="3" creationId="{2AB4C38C-3447-492B-A8E3-0AE6B963AE35}"/>
          </ac:spMkLst>
        </pc:spChg>
        <pc:spChg chg="mod">
          <ac:chgData name="vidushi dadu" userId="8f6edd75c0a5619a" providerId="LiveId" clId="{4A1D7BB4-DB2B-401C-9583-309F517E6E8F}" dt="2020-10-16T08:55:20.279" v="16896" actId="207"/>
          <ac:spMkLst>
            <pc:docMk/>
            <pc:sldMk cId="2280392235" sldId="1402"/>
            <ac:spMk id="5" creationId="{6D56C60C-30B6-4108-AD46-A7893EBD9FDB}"/>
          </ac:spMkLst>
        </pc:spChg>
      </pc:sldChg>
      <pc:sldChg chg="modSp">
        <pc:chgData name="vidushi dadu" userId="8f6edd75c0a5619a" providerId="LiveId" clId="{4A1D7BB4-DB2B-401C-9583-309F517E6E8F}" dt="2020-10-17T02:29:58.223" v="17278" actId="113"/>
        <pc:sldMkLst>
          <pc:docMk/>
          <pc:sldMk cId="2493763836" sldId="1403"/>
        </pc:sldMkLst>
        <pc:spChg chg="mod">
          <ac:chgData name="vidushi dadu" userId="8f6edd75c0a5619a" providerId="LiveId" clId="{4A1D7BB4-DB2B-401C-9583-309F517E6E8F}" dt="2020-10-17T02:29:58.223" v="17278" actId="113"/>
          <ac:spMkLst>
            <pc:docMk/>
            <pc:sldMk cId="2493763836" sldId="1403"/>
            <ac:spMk id="5" creationId="{BB3607B2-B0F2-4DBB-A3FD-48A34EC7AF1D}"/>
          </ac:spMkLst>
        </pc:spChg>
      </pc:sldChg>
      <pc:sldChg chg="add del modNotesTx">
        <pc:chgData name="vidushi dadu" userId="8f6edd75c0a5619a" providerId="LiveId" clId="{4A1D7BB4-DB2B-401C-9583-309F517E6E8F}" dt="2020-10-17T02:16:16.351" v="16970" actId="2696"/>
        <pc:sldMkLst>
          <pc:docMk/>
          <pc:sldMk cId="3341626846" sldId="1404"/>
        </pc:sldMkLst>
      </pc:sldChg>
      <pc:sldChg chg="addSp modSp add modAnim">
        <pc:chgData name="vidushi dadu" userId="8f6edd75c0a5619a" providerId="LiveId" clId="{4A1D7BB4-DB2B-401C-9583-309F517E6E8F}" dt="2020-10-16T23:08:05.789" v="17522" actId="20577"/>
        <pc:sldMkLst>
          <pc:docMk/>
          <pc:sldMk cId="2799960831" sldId="1405"/>
        </pc:sldMkLst>
        <pc:spChg chg="mod">
          <ac:chgData name="vidushi dadu" userId="8f6edd75c0a5619a" providerId="LiveId" clId="{4A1D7BB4-DB2B-401C-9583-309F517E6E8F}" dt="2020-10-16T22:29:54.585" v="17453" actId="20577"/>
          <ac:spMkLst>
            <pc:docMk/>
            <pc:sldMk cId="2799960831" sldId="1405"/>
            <ac:spMk id="2" creationId="{4453F9E5-165D-405F-B80D-0CAF687FA5DC}"/>
          </ac:spMkLst>
        </pc:spChg>
        <pc:spChg chg="mod">
          <ac:chgData name="vidushi dadu" userId="8f6edd75c0a5619a" providerId="LiveId" clId="{4A1D7BB4-DB2B-401C-9583-309F517E6E8F}" dt="2020-10-16T23:04:56.406" v="17477" actId="1076"/>
          <ac:spMkLst>
            <pc:docMk/>
            <pc:sldMk cId="2799960831" sldId="1405"/>
            <ac:spMk id="12" creationId="{05F0503D-F509-4588-8BE8-E242884AA4A5}"/>
          </ac:spMkLst>
        </pc:spChg>
        <pc:spChg chg="mod">
          <ac:chgData name="vidushi dadu" userId="8f6edd75c0a5619a" providerId="LiveId" clId="{4A1D7BB4-DB2B-401C-9583-309F517E6E8F}" dt="2020-10-17T03:02:21.641" v="17313" actId="164"/>
          <ac:spMkLst>
            <pc:docMk/>
            <pc:sldMk cId="2799960831" sldId="1405"/>
            <ac:spMk id="31" creationId="{9E883546-FBB8-482B-98A2-001E3ACBEEDB}"/>
          </ac:spMkLst>
        </pc:spChg>
        <pc:spChg chg="mod">
          <ac:chgData name="vidushi dadu" userId="8f6edd75c0a5619a" providerId="LiveId" clId="{4A1D7BB4-DB2B-401C-9583-309F517E6E8F}" dt="2020-10-17T03:02:21.641" v="17313" actId="164"/>
          <ac:spMkLst>
            <pc:docMk/>
            <pc:sldMk cId="2799960831" sldId="1405"/>
            <ac:spMk id="32" creationId="{09C2713C-C991-44B2-BC89-3C14558FE9FF}"/>
          </ac:spMkLst>
        </pc:spChg>
        <pc:spChg chg="mod">
          <ac:chgData name="vidushi dadu" userId="8f6edd75c0a5619a" providerId="LiveId" clId="{4A1D7BB4-DB2B-401C-9583-309F517E6E8F}" dt="2020-10-17T03:02:21.641" v="17313" actId="164"/>
          <ac:spMkLst>
            <pc:docMk/>
            <pc:sldMk cId="2799960831" sldId="1405"/>
            <ac:spMk id="33" creationId="{F2FB38E9-C8F3-4944-B77C-2C7F443FF3B9}"/>
          </ac:spMkLst>
        </pc:spChg>
        <pc:spChg chg="mod">
          <ac:chgData name="vidushi dadu" userId="8f6edd75c0a5619a" providerId="LiveId" clId="{4A1D7BB4-DB2B-401C-9583-309F517E6E8F}" dt="2020-10-17T03:02:21.641" v="17313" actId="164"/>
          <ac:spMkLst>
            <pc:docMk/>
            <pc:sldMk cId="2799960831" sldId="1405"/>
            <ac:spMk id="34" creationId="{1DAB36F8-99E8-4141-A8C9-9F328FC35EFD}"/>
          </ac:spMkLst>
        </pc:spChg>
        <pc:spChg chg="mod">
          <ac:chgData name="vidushi dadu" userId="8f6edd75c0a5619a" providerId="LiveId" clId="{4A1D7BB4-DB2B-401C-9583-309F517E6E8F}" dt="2020-10-17T03:02:21.641" v="17313" actId="164"/>
          <ac:spMkLst>
            <pc:docMk/>
            <pc:sldMk cId="2799960831" sldId="1405"/>
            <ac:spMk id="35" creationId="{A00C1AC2-1F53-4BE6-8A41-5A8B3A3DB8D5}"/>
          </ac:spMkLst>
        </pc:spChg>
        <pc:spChg chg="mod">
          <ac:chgData name="vidushi dadu" userId="8f6edd75c0a5619a" providerId="LiveId" clId="{4A1D7BB4-DB2B-401C-9583-309F517E6E8F}" dt="2020-10-17T03:02:21.641" v="17313" actId="164"/>
          <ac:spMkLst>
            <pc:docMk/>
            <pc:sldMk cId="2799960831" sldId="1405"/>
            <ac:spMk id="36" creationId="{E576F948-0DD8-4C14-BA5E-3F5E75027354}"/>
          </ac:spMkLst>
        </pc:spChg>
        <pc:spChg chg="mod">
          <ac:chgData name="vidushi dadu" userId="8f6edd75c0a5619a" providerId="LiveId" clId="{4A1D7BB4-DB2B-401C-9583-309F517E6E8F}" dt="2020-10-17T03:02:21.641" v="17313" actId="164"/>
          <ac:spMkLst>
            <pc:docMk/>
            <pc:sldMk cId="2799960831" sldId="1405"/>
            <ac:spMk id="37" creationId="{AC239D4A-91BF-4800-A417-1F96408F54BA}"/>
          </ac:spMkLst>
        </pc:spChg>
        <pc:grpChg chg="add mod">
          <ac:chgData name="vidushi dadu" userId="8f6edd75c0a5619a" providerId="LiveId" clId="{4A1D7BB4-DB2B-401C-9583-309F517E6E8F}" dt="2020-10-17T03:02:21.641" v="17313" actId="164"/>
          <ac:grpSpMkLst>
            <pc:docMk/>
            <pc:sldMk cId="2799960831" sldId="1405"/>
            <ac:grpSpMk id="4" creationId="{01A116A4-AC24-4345-9334-C2444E90C561}"/>
          </ac:grpSpMkLst>
        </pc:grpChg>
        <pc:graphicFrameChg chg="mod modGraphic">
          <ac:chgData name="vidushi dadu" userId="8f6edd75c0a5619a" providerId="LiveId" clId="{4A1D7BB4-DB2B-401C-9583-309F517E6E8F}" dt="2020-10-16T23:08:05.789" v="17522" actId="20577"/>
          <ac:graphicFrameMkLst>
            <pc:docMk/>
            <pc:sldMk cId="2799960831" sldId="1405"/>
            <ac:graphicFrameMk id="5" creationId="{154DACFB-5009-4BF6-A76E-03EF1E08E711}"/>
          </ac:graphicFrameMkLst>
        </pc:graphicFrameChg>
        <pc:graphicFrameChg chg="modGraphic">
          <ac:chgData name="vidushi dadu" userId="8f6edd75c0a5619a" providerId="LiveId" clId="{4A1D7BB4-DB2B-401C-9583-309F517E6E8F}" dt="2020-10-16T23:04:17.486" v="17470" actId="14100"/>
          <ac:graphicFrameMkLst>
            <pc:docMk/>
            <pc:sldMk cId="2799960831" sldId="1405"/>
            <ac:graphicFrameMk id="6" creationId="{0D6BBD27-8D64-4EC2-BC29-2F1B1E70DA72}"/>
          </ac:graphicFrameMkLst>
        </pc:graphicFrameChg>
        <pc:graphicFrameChg chg="mod modGraphic">
          <ac:chgData name="vidushi dadu" userId="8f6edd75c0a5619a" providerId="LiveId" clId="{4A1D7BB4-DB2B-401C-9583-309F517E6E8F}" dt="2020-10-16T23:04:47.086" v="17475" actId="14100"/>
          <ac:graphicFrameMkLst>
            <pc:docMk/>
            <pc:sldMk cId="2799960831" sldId="1405"/>
            <ac:graphicFrameMk id="7" creationId="{4EAAC3F2-816B-45F6-B439-F1731302983A}"/>
          </ac:graphicFrameMkLst>
        </pc:graphicFrameChg>
      </pc:sldChg>
      <pc:sldChg chg="del">
        <pc:chgData name="vidushi dadu" userId="8f6edd75c0a5619a" providerId="LiveId" clId="{4A1D7BB4-DB2B-401C-9583-309F517E6E8F}" dt="2020-10-17T13:34:36.268" v="18651" actId="2696"/>
        <pc:sldMkLst>
          <pc:docMk/>
          <pc:sldMk cId="2753725461" sldId="1406"/>
        </pc:sldMkLst>
      </pc:sldChg>
      <pc:sldChg chg="modSp add">
        <pc:chgData name="vidushi dadu" userId="8f6edd75c0a5619a" providerId="LiveId" clId="{4A1D7BB4-DB2B-401C-9583-309F517E6E8F}" dt="2020-10-16T23:10:33.297" v="17540" actId="20577"/>
        <pc:sldMkLst>
          <pc:docMk/>
          <pc:sldMk cId="3150335355" sldId="1406"/>
        </pc:sldMkLst>
        <pc:spChg chg="mod">
          <ac:chgData name="vidushi dadu" userId="8f6edd75c0a5619a" providerId="LiveId" clId="{4A1D7BB4-DB2B-401C-9583-309F517E6E8F}" dt="2020-10-16T23:09:53.719" v="17530" actId="255"/>
          <ac:spMkLst>
            <pc:docMk/>
            <pc:sldMk cId="3150335355" sldId="1406"/>
            <ac:spMk id="65" creationId="{98AB3240-E779-46B9-B280-92E3B098CD22}"/>
          </ac:spMkLst>
        </pc:spChg>
        <pc:spChg chg="mod">
          <ac:chgData name="vidushi dadu" userId="8f6edd75c0a5619a" providerId="LiveId" clId="{4A1D7BB4-DB2B-401C-9583-309F517E6E8F}" dt="2020-10-16T23:10:00.897" v="17533" actId="255"/>
          <ac:spMkLst>
            <pc:docMk/>
            <pc:sldMk cId="3150335355" sldId="1406"/>
            <ac:spMk id="70" creationId="{D38FB3A4-1AED-4930-A38D-4AE0A91FD4BE}"/>
          </ac:spMkLst>
        </pc:spChg>
        <pc:spChg chg="mod">
          <ac:chgData name="vidushi dadu" userId="8f6edd75c0a5619a" providerId="LiveId" clId="{4A1D7BB4-DB2B-401C-9583-309F517E6E8F}" dt="2020-10-16T23:10:33.297" v="17540" actId="20577"/>
          <ac:spMkLst>
            <pc:docMk/>
            <pc:sldMk cId="3150335355" sldId="1406"/>
            <ac:spMk id="72" creationId="{111D5DB6-ED44-42DD-8FDF-34B6986378AE}"/>
          </ac:spMkLst>
        </pc:spChg>
        <pc:spChg chg="mod">
          <ac:chgData name="vidushi dadu" userId="8f6edd75c0a5619a" providerId="LiveId" clId="{4A1D7BB4-DB2B-401C-9583-309F517E6E8F}" dt="2020-10-17T03:16:34.511" v="17447" actId="20577"/>
          <ac:spMkLst>
            <pc:docMk/>
            <pc:sldMk cId="3150335355" sldId="1406"/>
            <ac:spMk id="120" creationId="{AC3F7EBA-0397-4E3F-88BE-14DD5D90AEF0}"/>
          </ac:spMkLst>
        </pc:spChg>
        <pc:spChg chg="mod">
          <ac:chgData name="vidushi dadu" userId="8f6edd75c0a5619a" providerId="LiveId" clId="{4A1D7BB4-DB2B-401C-9583-309F517E6E8F}" dt="2020-10-17T03:16:41.173" v="17451" actId="14100"/>
          <ac:spMkLst>
            <pc:docMk/>
            <pc:sldMk cId="3150335355" sldId="1406"/>
            <ac:spMk id="135" creationId="{9E5C9794-4AC2-4B9A-B865-DBEB14252599}"/>
          </ac:spMkLst>
        </pc:spChg>
        <pc:cxnChg chg="mod">
          <ac:chgData name="vidushi dadu" userId="8f6edd75c0a5619a" providerId="LiveId" clId="{4A1D7BB4-DB2B-401C-9583-309F517E6E8F}" dt="2020-10-16T23:09:40.086" v="17526" actId="14100"/>
          <ac:cxnSpMkLst>
            <pc:docMk/>
            <pc:sldMk cId="3150335355" sldId="1406"/>
            <ac:cxnSpMk id="87" creationId="{934B01F1-82EB-44A2-92F8-5F46B41391F8}"/>
          </ac:cxnSpMkLst>
        </pc:cxnChg>
      </pc:sldChg>
      <pc:sldChg chg="addSp delSp modSp add del modAnim">
        <pc:chgData name="vidushi dadu" userId="8f6edd75c0a5619a" providerId="LiveId" clId="{4A1D7BB4-DB2B-401C-9583-309F517E6E8F}" dt="2020-10-17T03:10:07.377" v="17396" actId="2696"/>
        <pc:sldMkLst>
          <pc:docMk/>
          <pc:sldMk cId="3162077778" sldId="1406"/>
        </pc:sldMkLst>
        <pc:spChg chg="mod">
          <ac:chgData name="vidushi dadu" userId="8f6edd75c0a5619a" providerId="LiveId" clId="{4A1D7BB4-DB2B-401C-9583-309F517E6E8F}" dt="2020-10-17T03:03:47.113" v="17319" actId="1076"/>
          <ac:spMkLst>
            <pc:docMk/>
            <pc:sldMk cId="3162077778" sldId="1406"/>
            <ac:spMk id="58" creationId="{4D3B5613-A870-49C2-8892-5E9678581B6C}"/>
          </ac:spMkLst>
        </pc:spChg>
        <pc:spChg chg="add del mod">
          <ac:chgData name="vidushi dadu" userId="8f6edd75c0a5619a" providerId="LiveId" clId="{4A1D7BB4-DB2B-401C-9583-309F517E6E8F}" dt="2020-10-17T03:05:52.382" v="17356" actId="478"/>
          <ac:spMkLst>
            <pc:docMk/>
            <pc:sldMk cId="3162077778" sldId="1406"/>
            <ac:spMk id="59" creationId="{52B3613D-095A-4CA2-AECD-800F226BA394}"/>
          </ac:spMkLst>
        </pc:spChg>
        <pc:spChg chg="add mod">
          <ac:chgData name="vidushi dadu" userId="8f6edd75c0a5619a" providerId="LiveId" clId="{4A1D7BB4-DB2B-401C-9583-309F517E6E8F}" dt="2020-10-17T03:06:51.493" v="17363" actId="1076"/>
          <ac:spMkLst>
            <pc:docMk/>
            <pc:sldMk cId="3162077778" sldId="1406"/>
            <ac:spMk id="62" creationId="{85527171-D0BE-402F-A245-BE8DE61FE2E7}"/>
          </ac:spMkLst>
        </pc:spChg>
        <pc:spChg chg="add mod">
          <ac:chgData name="vidushi dadu" userId="8f6edd75c0a5619a" providerId="LiveId" clId="{4A1D7BB4-DB2B-401C-9583-309F517E6E8F}" dt="2020-10-17T03:09:20.309" v="17387" actId="20577"/>
          <ac:spMkLst>
            <pc:docMk/>
            <pc:sldMk cId="3162077778" sldId="1406"/>
            <ac:spMk id="66" creationId="{F12031E5-91D8-4675-86C2-65DCFEABCE08}"/>
          </ac:spMkLst>
        </pc:spChg>
        <pc:spChg chg="add mod">
          <ac:chgData name="vidushi dadu" userId="8f6edd75c0a5619a" providerId="LiveId" clId="{4A1D7BB4-DB2B-401C-9583-309F517E6E8F}" dt="2020-10-17T03:09:33.362" v="17391" actId="20577"/>
          <ac:spMkLst>
            <pc:docMk/>
            <pc:sldMk cId="3162077778" sldId="1406"/>
            <ac:spMk id="68" creationId="{0D03CC82-495F-4E56-AA02-890CAC77DF9B}"/>
          </ac:spMkLst>
        </pc:spChg>
        <pc:spChg chg="mod">
          <ac:chgData name="vidushi dadu" userId="8f6edd75c0a5619a" providerId="LiveId" clId="{4A1D7BB4-DB2B-401C-9583-309F517E6E8F}" dt="2020-10-17T03:04:33.618" v="17340" actId="20577"/>
          <ac:spMkLst>
            <pc:docMk/>
            <pc:sldMk cId="3162077778" sldId="1406"/>
            <ac:spMk id="80" creationId="{34D92DBC-9AF4-45E4-97E9-670A8B8B3329}"/>
          </ac:spMkLst>
        </pc:spChg>
        <pc:spChg chg="mod">
          <ac:chgData name="vidushi dadu" userId="8f6edd75c0a5619a" providerId="LiveId" clId="{4A1D7BB4-DB2B-401C-9583-309F517E6E8F}" dt="2020-10-17T03:04:42.866" v="17349" actId="20577"/>
          <ac:spMkLst>
            <pc:docMk/>
            <pc:sldMk cId="3162077778" sldId="1406"/>
            <ac:spMk id="82" creationId="{34D94494-C606-4B6E-9C10-887CF17E526C}"/>
          </ac:spMkLst>
        </pc:spChg>
        <pc:spChg chg="mod">
          <ac:chgData name="vidushi dadu" userId="8f6edd75c0a5619a" providerId="LiveId" clId="{4A1D7BB4-DB2B-401C-9583-309F517E6E8F}" dt="2020-10-17T03:04:36.431" v="17341" actId="20577"/>
          <ac:spMkLst>
            <pc:docMk/>
            <pc:sldMk cId="3162077778" sldId="1406"/>
            <ac:spMk id="95" creationId="{33BE9A4E-4F46-429B-8F4F-DA08704B309B}"/>
          </ac:spMkLst>
        </pc:spChg>
        <pc:spChg chg="del">
          <ac:chgData name="vidushi dadu" userId="8f6edd75c0a5619a" providerId="LiveId" clId="{4A1D7BB4-DB2B-401C-9583-309F517E6E8F}" dt="2020-10-17T03:07:33.733" v="17368" actId="478"/>
          <ac:spMkLst>
            <pc:docMk/>
            <pc:sldMk cId="3162077778" sldId="1406"/>
            <ac:spMk id="99" creationId="{4C1AE4C6-BA27-4C1A-A37E-04EA95CA8E82}"/>
          </ac:spMkLst>
        </pc:spChg>
        <pc:spChg chg="mod">
          <ac:chgData name="vidushi dadu" userId="8f6edd75c0a5619a" providerId="LiveId" clId="{4A1D7BB4-DB2B-401C-9583-309F517E6E8F}" dt="2020-10-17T03:08:14.249" v="17372" actId="1076"/>
          <ac:spMkLst>
            <pc:docMk/>
            <pc:sldMk cId="3162077778" sldId="1406"/>
            <ac:spMk id="119" creationId="{1040A989-7E54-4312-825D-8ECEEEEBF6C2}"/>
          </ac:spMkLst>
        </pc:spChg>
        <pc:spChg chg="mod">
          <ac:chgData name="vidushi dadu" userId="8f6edd75c0a5619a" providerId="LiveId" clId="{4A1D7BB4-DB2B-401C-9583-309F517E6E8F}" dt="2020-10-17T03:07:40.238" v="17369" actId="1076"/>
          <ac:spMkLst>
            <pc:docMk/>
            <pc:sldMk cId="3162077778" sldId="1406"/>
            <ac:spMk id="134" creationId="{D968E10C-BC2E-4D13-AEC8-17FC720085A6}"/>
          </ac:spMkLst>
        </pc:spChg>
        <pc:spChg chg="mod">
          <ac:chgData name="vidushi dadu" userId="8f6edd75c0a5619a" providerId="LiveId" clId="{4A1D7BB4-DB2B-401C-9583-309F517E6E8F}" dt="2020-10-17T03:07:43.548" v="17370" actId="1076"/>
          <ac:spMkLst>
            <pc:docMk/>
            <pc:sldMk cId="3162077778" sldId="1406"/>
            <ac:spMk id="135" creationId="{9E5C9794-4AC2-4B9A-B865-DBEB14252599}"/>
          </ac:spMkLst>
        </pc:spChg>
        <pc:cxnChg chg="add del mod">
          <ac:chgData name="vidushi dadu" userId="8f6edd75c0a5619a" providerId="LiveId" clId="{4A1D7BB4-DB2B-401C-9583-309F517E6E8F}" dt="2020-10-17T03:05:52.382" v="17356" actId="478"/>
          <ac:cxnSpMkLst>
            <pc:docMk/>
            <pc:sldMk cId="3162077778" sldId="1406"/>
            <ac:cxnSpMk id="60" creationId="{85F23C5B-E82A-436B-9575-9BD04AFFBF96}"/>
          </ac:cxnSpMkLst>
        </pc:cxnChg>
        <pc:cxnChg chg="mod">
          <ac:chgData name="vidushi dadu" userId="8f6edd75c0a5619a" providerId="LiveId" clId="{4A1D7BB4-DB2B-401C-9583-309F517E6E8F}" dt="2020-10-17T03:03:47.113" v="17319" actId="1076"/>
          <ac:cxnSpMkLst>
            <pc:docMk/>
            <pc:sldMk cId="3162077778" sldId="1406"/>
            <ac:cxnSpMk id="61" creationId="{D87DA4D0-6B4C-4FBF-805A-4C949682D282}"/>
          </ac:cxnSpMkLst>
        </pc:cxnChg>
        <pc:cxnChg chg="mod">
          <ac:chgData name="vidushi dadu" userId="8f6edd75c0a5619a" providerId="LiveId" clId="{4A1D7BB4-DB2B-401C-9583-309F517E6E8F}" dt="2020-10-17T03:03:47.113" v="17319" actId="1076"/>
          <ac:cxnSpMkLst>
            <pc:docMk/>
            <pc:sldMk cId="3162077778" sldId="1406"/>
            <ac:cxnSpMk id="67" creationId="{B50A094D-C1BC-403E-ACF2-9FAC9C9316B2}"/>
          </ac:cxnSpMkLst>
        </pc:cxnChg>
        <pc:cxnChg chg="mod">
          <ac:chgData name="vidushi dadu" userId="8f6edd75c0a5619a" providerId="LiveId" clId="{4A1D7BB4-DB2B-401C-9583-309F517E6E8F}" dt="2020-10-17T03:03:47.113" v="17319" actId="1076"/>
          <ac:cxnSpMkLst>
            <pc:docMk/>
            <pc:sldMk cId="3162077778" sldId="1406"/>
            <ac:cxnSpMk id="71" creationId="{1B3C5FF6-8C8E-4A0B-A3E4-397236EB08FA}"/>
          </ac:cxnSpMkLst>
        </pc:cxnChg>
        <pc:cxnChg chg="mod">
          <ac:chgData name="vidushi dadu" userId="8f6edd75c0a5619a" providerId="LiveId" clId="{4A1D7BB4-DB2B-401C-9583-309F517E6E8F}" dt="2020-10-17T03:03:47.113" v="17319" actId="1076"/>
          <ac:cxnSpMkLst>
            <pc:docMk/>
            <pc:sldMk cId="3162077778" sldId="1406"/>
            <ac:cxnSpMk id="74" creationId="{768F7774-A02F-48BE-9FC4-0D0761BD3F50}"/>
          </ac:cxnSpMkLst>
        </pc:cxnChg>
        <pc:cxnChg chg="mod">
          <ac:chgData name="vidushi dadu" userId="8f6edd75c0a5619a" providerId="LiveId" clId="{4A1D7BB4-DB2B-401C-9583-309F517E6E8F}" dt="2020-10-17T03:03:47.113" v="17319" actId="1076"/>
          <ac:cxnSpMkLst>
            <pc:docMk/>
            <pc:sldMk cId="3162077778" sldId="1406"/>
            <ac:cxnSpMk id="98" creationId="{E6C83EBE-A95F-4E27-BFD7-2D3BFD0C152C}"/>
          </ac:cxnSpMkLst>
        </pc:cxnChg>
        <pc:cxnChg chg="mod">
          <ac:chgData name="vidushi dadu" userId="8f6edd75c0a5619a" providerId="LiveId" clId="{4A1D7BB4-DB2B-401C-9583-309F517E6E8F}" dt="2020-10-17T03:09:09.552" v="17376" actId="14100"/>
          <ac:cxnSpMkLst>
            <pc:docMk/>
            <pc:sldMk cId="3162077778" sldId="1406"/>
            <ac:cxnSpMk id="101" creationId="{4BF90E80-CFBC-464E-B9D3-A6FD0074411F}"/>
          </ac:cxnSpMkLst>
        </pc:cxnChg>
        <pc:cxnChg chg="mod">
          <ac:chgData name="vidushi dadu" userId="8f6edd75c0a5619a" providerId="LiveId" clId="{4A1D7BB4-DB2B-401C-9583-309F517E6E8F}" dt="2020-10-17T03:09:05.086" v="17375" actId="14100"/>
          <ac:cxnSpMkLst>
            <pc:docMk/>
            <pc:sldMk cId="3162077778" sldId="1406"/>
            <ac:cxnSpMk id="102" creationId="{05EFD7DD-2738-4515-9949-AAC9FCA571B2}"/>
          </ac:cxnSpMkLst>
        </pc:cxnChg>
      </pc:sldChg>
      <pc:sldChg chg="add del">
        <pc:chgData name="vidushi dadu" userId="8f6edd75c0a5619a" providerId="LiveId" clId="{4A1D7BB4-DB2B-401C-9583-309F517E6E8F}" dt="2020-10-17T02:19:21.401" v="16986" actId="2696"/>
        <pc:sldMkLst>
          <pc:docMk/>
          <pc:sldMk cId="3584500225" sldId="1406"/>
        </pc:sldMkLst>
      </pc:sldChg>
      <pc:sldChg chg="del">
        <pc:chgData name="vidushi dadu" userId="8f6edd75c0a5619a" providerId="LiveId" clId="{4A1D7BB4-DB2B-401C-9583-309F517E6E8F}" dt="2020-10-17T13:34:36.251" v="18650" actId="2696"/>
        <pc:sldMkLst>
          <pc:docMk/>
          <pc:sldMk cId="1896907267" sldId="1407"/>
        </pc:sldMkLst>
      </pc:sldChg>
      <pc:sldChg chg="addSp delSp modSp add del delAnim modAnim">
        <pc:chgData name="vidushi dadu" userId="8f6edd75c0a5619a" providerId="LiveId" clId="{4A1D7BB4-DB2B-401C-9583-309F517E6E8F}" dt="2020-10-17T03:15:40.412" v="17443" actId="2696"/>
        <pc:sldMkLst>
          <pc:docMk/>
          <pc:sldMk cId="2276346950" sldId="1407"/>
        </pc:sldMkLst>
        <pc:spChg chg="del">
          <ac:chgData name="vidushi dadu" userId="8f6edd75c0a5619a" providerId="LiveId" clId="{4A1D7BB4-DB2B-401C-9583-309F517E6E8F}" dt="2020-10-17T03:14:45.686" v="17432" actId="478"/>
          <ac:spMkLst>
            <pc:docMk/>
            <pc:sldMk cId="2276346950" sldId="1407"/>
            <ac:spMk id="4" creationId="{E32C3707-3A97-4824-899D-AD3AC98F52A1}"/>
          </ac:spMkLst>
        </pc:spChg>
        <pc:spChg chg="del">
          <ac:chgData name="vidushi dadu" userId="8f6edd75c0a5619a" providerId="LiveId" clId="{4A1D7BB4-DB2B-401C-9583-309F517E6E8F}" dt="2020-10-17T03:14:42.481" v="17431" actId="478"/>
          <ac:spMkLst>
            <pc:docMk/>
            <pc:sldMk cId="2276346950" sldId="1407"/>
            <ac:spMk id="8" creationId="{745D95B9-39DB-42DD-AF3E-83C05F9DCAA5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43" creationId="{5A87592D-FFB7-423F-8A3B-DDA0F030EBE3}"/>
          </ac:spMkLst>
        </pc:spChg>
        <pc:spChg chg="del">
          <ac:chgData name="vidushi dadu" userId="8f6edd75c0a5619a" providerId="LiveId" clId="{4A1D7BB4-DB2B-401C-9583-309F517E6E8F}" dt="2020-10-17T03:14:40.084" v="17430" actId="478"/>
          <ac:spMkLst>
            <pc:docMk/>
            <pc:sldMk cId="2276346950" sldId="1407"/>
            <ac:spMk id="49" creationId="{109AA0BB-1DBF-4AC5-94A1-B783AAF8041C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51" creationId="{37ED4D90-1D78-4CFF-A3A1-339691C45FED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57" creationId="{D37EDF68-4722-4637-ABBE-E13B077BC51C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58" creationId="{4D3B5613-A870-49C2-8892-5E9678581B6C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62" creationId="{85527171-D0BE-402F-A245-BE8DE61FE2E7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65" creationId="{98AB3240-E779-46B9-B280-92E3B098CD22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66" creationId="{F12031E5-91D8-4675-86C2-65DCFEABCE08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68" creationId="{0D03CC82-495F-4E56-AA02-890CAC77DF9B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70" creationId="{D38FB3A4-1AED-4930-A38D-4AE0A91FD4BE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72" creationId="{111D5DB6-ED44-42DD-8FDF-34B6986378AE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75" creationId="{955D280A-C7C0-443B-809A-963DA1FAF714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80" creationId="{34D92DBC-9AF4-45E4-97E9-670A8B8B3329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82" creationId="{34D94494-C606-4B6E-9C10-887CF17E526C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83" creationId="{40909170-BCA4-45B9-B209-1A24AEE63D84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86" creationId="{2C66A4B2-6F51-45AB-8BD9-9564F1BCE141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112" creationId="{033734A9-5299-46C5-BEAD-874EE8BAA1D7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116" creationId="{B7605FDF-84A5-48B2-8C93-E49CC530A7A2}"/>
          </ac:spMkLst>
        </pc:spChg>
        <pc:spChg chg="del">
          <ac:chgData name="vidushi dadu" userId="8f6edd75c0a5619a" providerId="LiveId" clId="{4A1D7BB4-DB2B-401C-9583-309F517E6E8F}" dt="2020-10-17T03:14:28.564" v="17426" actId="478"/>
          <ac:spMkLst>
            <pc:docMk/>
            <pc:sldMk cId="2276346950" sldId="1407"/>
            <ac:spMk id="119" creationId="{1040A989-7E54-4312-825D-8ECEEEEBF6C2}"/>
          </ac:spMkLst>
        </pc:spChg>
        <pc:spChg chg="del">
          <ac:chgData name="vidushi dadu" userId="8f6edd75c0a5619a" providerId="LiveId" clId="{4A1D7BB4-DB2B-401C-9583-309F517E6E8F}" dt="2020-10-17T03:14:30.895" v="17427" actId="478"/>
          <ac:spMkLst>
            <pc:docMk/>
            <pc:sldMk cId="2276346950" sldId="1407"/>
            <ac:spMk id="120" creationId="{AC3F7EBA-0397-4E3F-88BE-14DD5D90AEF0}"/>
          </ac:spMkLst>
        </pc:spChg>
        <pc:spChg chg="del">
          <ac:chgData name="vidushi dadu" userId="8f6edd75c0a5619a" providerId="LiveId" clId="{4A1D7BB4-DB2B-401C-9583-309F517E6E8F}" dt="2020-10-17T03:14:33.393" v="17428" actId="478"/>
          <ac:spMkLst>
            <pc:docMk/>
            <pc:sldMk cId="2276346950" sldId="1407"/>
            <ac:spMk id="134" creationId="{D968E10C-BC2E-4D13-AEC8-17FC720085A6}"/>
          </ac:spMkLst>
        </pc:spChg>
        <pc:spChg chg="del">
          <ac:chgData name="vidushi dadu" userId="8f6edd75c0a5619a" providerId="LiveId" clId="{4A1D7BB4-DB2B-401C-9583-309F517E6E8F}" dt="2020-10-17T03:14:35.554" v="17429" actId="478"/>
          <ac:spMkLst>
            <pc:docMk/>
            <pc:sldMk cId="2276346950" sldId="1407"/>
            <ac:spMk id="135" creationId="{9E5C9794-4AC2-4B9A-B865-DBEB14252599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152" creationId="{9B0EE3B4-EB7F-42D1-BD53-11BDC9298450}"/>
          </ac:spMkLst>
        </pc:spChg>
        <pc:spChg chg="mod">
          <ac:chgData name="vidushi dadu" userId="8f6edd75c0a5619a" providerId="LiveId" clId="{4A1D7BB4-DB2B-401C-9583-309F517E6E8F}" dt="2020-10-17T03:15:01.367" v="17434" actId="164"/>
          <ac:spMkLst>
            <pc:docMk/>
            <pc:sldMk cId="2276346950" sldId="1407"/>
            <ac:spMk id="187" creationId="{7B018403-53A3-435F-91DC-80610D9B2DE8}"/>
          </ac:spMkLst>
        </pc:spChg>
        <pc:grpChg chg="add mod">
          <ac:chgData name="vidushi dadu" userId="8f6edd75c0a5619a" providerId="LiveId" clId="{4A1D7BB4-DB2B-401C-9583-309F517E6E8F}" dt="2020-10-17T03:15:01.367" v="17434" actId="164"/>
          <ac:grpSpMkLst>
            <pc:docMk/>
            <pc:sldMk cId="2276346950" sldId="1407"/>
            <ac:grpSpMk id="2" creationId="{50370763-D6DA-4DBB-B81C-8E08331AB351}"/>
          </ac:grpSpMkLst>
        </pc:grpChg>
        <pc:grpChg chg="mod">
          <ac:chgData name="vidushi dadu" userId="8f6edd75c0a5619a" providerId="LiveId" clId="{4A1D7BB4-DB2B-401C-9583-309F517E6E8F}" dt="2020-10-17T03:15:01.367" v="17434" actId="164"/>
          <ac:grpSpMkLst>
            <pc:docMk/>
            <pc:sldMk cId="2276346950" sldId="1407"/>
            <ac:grpSpMk id="32" creationId="{8CA782B7-107B-4C1F-8119-FCB80002B0C1}"/>
          </ac:grpSpMkLst>
        </pc:grpChg>
        <pc:grpChg chg="mod">
          <ac:chgData name="vidushi dadu" userId="8f6edd75c0a5619a" providerId="LiveId" clId="{4A1D7BB4-DB2B-401C-9583-309F517E6E8F}" dt="2020-10-17T03:15:01.367" v="17434" actId="164"/>
          <ac:grpSpMkLst>
            <pc:docMk/>
            <pc:sldMk cId="2276346950" sldId="1407"/>
            <ac:grpSpMk id="91" creationId="{CC94BE36-2CEB-48D3-80EE-28EBF27531C1}"/>
          </ac:grpSpMkLst>
        </pc:grp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47" creationId="{F98715BF-E731-4058-9BE2-814C1275FE85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61" creationId="{D87DA4D0-6B4C-4FBF-805A-4C949682D282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64" creationId="{6649A03E-CF9C-4C56-ADD6-9EC909738F99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67" creationId="{B50A094D-C1BC-403E-ACF2-9FAC9C9316B2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71" creationId="{1B3C5FF6-8C8E-4A0B-A3E4-397236EB08FA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74" creationId="{768F7774-A02F-48BE-9FC4-0D0761BD3F50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84" creationId="{D28952B2-FE02-42E0-82BF-E8891EDE3C42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87" creationId="{934B01F1-82EB-44A2-92F8-5F46B41391F8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92" creationId="{16BAEBE4-119E-49EB-9594-D96D5B7BA408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97" creationId="{141B215C-5F7D-4595-9D28-091332151467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98" creationId="{E6C83EBE-A95F-4E27-BFD7-2D3BFD0C152C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101" creationId="{4BF90E80-CFBC-464E-B9D3-A6FD0074411F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102" creationId="{05EFD7DD-2738-4515-9949-AAC9FCA571B2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109" creationId="{0DE9ACC1-8C28-431F-9BAC-504CBC518311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113" creationId="{DFE399AC-88AD-4CBE-ADD8-EE0379BC17E6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153" creationId="{DC4B9AF2-58AE-4F73-B1B7-5711C4DB6AAB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158" creationId="{E787E8EF-64DA-4BE7-BB88-D1EA3341B4BC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159" creationId="{62B7B139-BF25-4E36-B203-716E87701729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163" creationId="{6B9E4F2C-19B4-45F2-90F0-1596B461FD3F}"/>
          </ac:cxnSpMkLst>
        </pc:cxnChg>
        <pc:cxnChg chg="mod">
          <ac:chgData name="vidushi dadu" userId="8f6edd75c0a5619a" providerId="LiveId" clId="{4A1D7BB4-DB2B-401C-9583-309F517E6E8F}" dt="2020-10-17T03:15:01.367" v="17434" actId="164"/>
          <ac:cxnSpMkLst>
            <pc:docMk/>
            <pc:sldMk cId="2276346950" sldId="1407"/>
            <ac:cxnSpMk id="166" creationId="{5D3BE284-12AE-4DFE-B4BE-5E4F9B677E03}"/>
          </ac:cxnSpMkLst>
        </pc:cxnChg>
      </pc:sldChg>
      <pc:sldChg chg="addSp delSp modSp add delAnim modAnim">
        <pc:chgData name="vidushi dadu" userId="8f6edd75c0a5619a" providerId="LiveId" clId="{4A1D7BB4-DB2B-401C-9583-309F517E6E8F}" dt="2020-10-16T23:28:50.116" v="17784" actId="20577"/>
        <pc:sldMkLst>
          <pc:docMk/>
          <pc:sldMk cId="2389544203" sldId="1407"/>
        </pc:sldMkLst>
        <pc:spChg chg="mod">
          <ac:chgData name="vidushi dadu" userId="8f6edd75c0a5619a" providerId="LiveId" clId="{4A1D7BB4-DB2B-401C-9583-309F517E6E8F}" dt="2020-10-16T23:11:30.918" v="17631" actId="20577"/>
          <ac:spMkLst>
            <pc:docMk/>
            <pc:sldMk cId="2389544203" sldId="1407"/>
            <ac:spMk id="2" creationId="{A4F71B98-8EFB-4D96-9E85-D411C2AA0F2D}"/>
          </ac:spMkLst>
        </pc:spChg>
        <pc:spChg chg="del">
          <ac:chgData name="vidushi dadu" userId="8f6edd75c0a5619a" providerId="LiveId" clId="{4A1D7BB4-DB2B-401C-9583-309F517E6E8F}" dt="2020-10-16T23:11:33.686" v="17632" actId="478"/>
          <ac:spMkLst>
            <pc:docMk/>
            <pc:sldMk cId="2389544203" sldId="1407"/>
            <ac:spMk id="3" creationId="{11248ABF-66B2-442B-A43B-04FA1C92CC2B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6" creationId="{DA20CD98-F18F-49B6-BB0E-5D8EA0B56C6C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7" creationId="{86053770-5D52-47F0-8C03-9266937E26CD}"/>
          </ac:spMkLst>
        </pc:spChg>
        <pc:spChg chg="mod">
          <ac:chgData name="vidushi dadu" userId="8f6edd75c0a5619a" providerId="LiveId" clId="{4A1D7BB4-DB2B-401C-9583-309F517E6E8F}" dt="2020-10-16T23:28:50.116" v="17784" actId="20577"/>
          <ac:spMkLst>
            <pc:docMk/>
            <pc:sldMk cId="2389544203" sldId="1407"/>
            <ac:spMk id="10" creationId="{ACF9D9F4-AD5A-44BF-8968-D6B8AD16D477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11" creationId="{AE8BF45D-5C97-43FB-953C-24CD655865F0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12" creationId="{33988490-1F79-447B-9BC6-43852A61F054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13" creationId="{4AC3D405-F4C2-43A4-AD40-5F644038DBD4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18" creationId="{4BDBEAA4-717C-4959-B97C-DDAF2F6753B2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24" creationId="{13A44625-8586-423E-BF42-E18EB8A71150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25" creationId="{7B4CDE14-B626-4A64-A72A-557ED9D44604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27" creationId="{F48B98A1-F792-43AD-909F-B8BE4B5AEF1E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29" creationId="{6071A207-86C9-4763-8604-52D80D3E3702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30" creationId="{E1F3D3F6-ABD1-4558-AB12-A55689B36917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33" creationId="{EDE6DDF5-B067-497C-8FF8-D66F1318AEED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34" creationId="{D97403BF-8E72-4660-AB5D-2146F6DB9AF4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41" creationId="{3C92A9C7-BD95-4EEE-98A5-EE7B2E1DFC10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43" creationId="{60392297-F83B-44B0-A7A3-1EED718BC46C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44" creationId="{523DA61C-5E14-46C5-A627-ECA04B033AB8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45" creationId="{F4307A38-49A3-4BF1-BB00-45401C67DAFA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46" creationId="{FFCA8A15-8B95-4A3B-9063-251DA1E71BBE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48" creationId="{B483DBC7-90A0-4AB9-844A-340E98BEA05E}"/>
          </ac:spMkLst>
        </pc:spChg>
        <pc:spChg chg="mod">
          <ac:chgData name="vidushi dadu" userId="8f6edd75c0a5619a" providerId="LiveId" clId="{4A1D7BB4-DB2B-401C-9583-309F517E6E8F}" dt="2020-10-16T23:25:54.116" v="17722" actId="208"/>
          <ac:spMkLst>
            <pc:docMk/>
            <pc:sldMk cId="2389544203" sldId="1407"/>
            <ac:spMk id="51" creationId="{0FD6A987-BCCC-40E5-8236-A4C0B7DD1AB2}"/>
          </ac:spMkLst>
        </pc:spChg>
        <pc:spChg chg="mod topLvl">
          <ac:chgData name="vidushi dadu" userId="8f6edd75c0a5619a" providerId="LiveId" clId="{4A1D7BB4-DB2B-401C-9583-309F517E6E8F}" dt="2020-10-16T23:12:37.805" v="17640" actId="165"/>
          <ac:spMkLst>
            <pc:docMk/>
            <pc:sldMk cId="2389544203" sldId="1407"/>
            <ac:spMk id="97" creationId="{4A56EBB0-DC71-40B3-8E56-078BF1E8A550}"/>
          </ac:spMkLst>
        </pc:spChg>
        <pc:spChg chg="mod topLvl">
          <ac:chgData name="vidushi dadu" userId="8f6edd75c0a5619a" providerId="LiveId" clId="{4A1D7BB4-DB2B-401C-9583-309F517E6E8F}" dt="2020-10-16T23:12:37.805" v="17640" actId="165"/>
          <ac:spMkLst>
            <pc:docMk/>
            <pc:sldMk cId="2389544203" sldId="1407"/>
            <ac:spMk id="98" creationId="{0107E585-7B9F-41F2-BABC-DB0ED8155318}"/>
          </ac:spMkLst>
        </pc:spChg>
        <pc:spChg chg="mod topLvl">
          <ac:chgData name="vidushi dadu" userId="8f6edd75c0a5619a" providerId="LiveId" clId="{4A1D7BB4-DB2B-401C-9583-309F517E6E8F}" dt="2020-10-16T23:28:47.463" v="17783" actId="20577"/>
          <ac:spMkLst>
            <pc:docMk/>
            <pc:sldMk cId="2389544203" sldId="1407"/>
            <ac:spMk id="101" creationId="{E69E4C8E-BAAC-4781-B323-BB2DF725589C}"/>
          </ac:spMkLst>
        </pc:spChg>
        <pc:spChg chg="mod topLvl">
          <ac:chgData name="vidushi dadu" userId="8f6edd75c0a5619a" providerId="LiveId" clId="{4A1D7BB4-DB2B-401C-9583-309F517E6E8F}" dt="2020-10-16T23:13:01.594" v="17652" actId="20577"/>
          <ac:spMkLst>
            <pc:docMk/>
            <pc:sldMk cId="2389544203" sldId="1407"/>
            <ac:spMk id="102" creationId="{8DE0E1FC-50AA-46BC-82A5-A84E790EF878}"/>
          </ac:spMkLst>
        </pc:spChg>
        <pc:spChg chg="mod topLvl">
          <ac:chgData name="vidushi dadu" userId="8f6edd75c0a5619a" providerId="LiveId" clId="{4A1D7BB4-DB2B-401C-9583-309F517E6E8F}" dt="2020-10-16T23:12:57.115" v="17648" actId="20577"/>
          <ac:spMkLst>
            <pc:docMk/>
            <pc:sldMk cId="2389544203" sldId="1407"/>
            <ac:spMk id="103" creationId="{1CCE32EB-3D11-4056-8B52-CD6BC42918D2}"/>
          </ac:spMkLst>
        </pc:spChg>
        <pc:spChg chg="mod topLvl">
          <ac:chgData name="vidushi dadu" userId="8f6edd75c0a5619a" providerId="LiveId" clId="{4A1D7BB4-DB2B-401C-9583-309F517E6E8F}" dt="2020-10-16T23:12:37.805" v="17640" actId="165"/>
          <ac:spMkLst>
            <pc:docMk/>
            <pc:sldMk cId="2389544203" sldId="1407"/>
            <ac:spMk id="104" creationId="{6089F486-CAA5-47A2-8E32-7CA3067D6CBF}"/>
          </ac:spMkLst>
        </pc:spChg>
        <pc:spChg chg="mod topLvl">
          <ac:chgData name="vidushi dadu" userId="8f6edd75c0a5619a" providerId="LiveId" clId="{4A1D7BB4-DB2B-401C-9583-309F517E6E8F}" dt="2020-10-16T23:12:37.805" v="17640" actId="165"/>
          <ac:spMkLst>
            <pc:docMk/>
            <pc:sldMk cId="2389544203" sldId="1407"/>
            <ac:spMk id="109" creationId="{2B03C3B9-BD35-4C37-9E07-3A6C2444FCB7}"/>
          </ac:spMkLst>
        </pc:spChg>
        <pc:spChg chg="mod topLvl">
          <ac:chgData name="vidushi dadu" userId="8f6edd75c0a5619a" providerId="LiveId" clId="{4A1D7BB4-DB2B-401C-9583-309F517E6E8F}" dt="2020-10-16T23:12:37.805" v="17640" actId="165"/>
          <ac:spMkLst>
            <pc:docMk/>
            <pc:sldMk cId="2389544203" sldId="1407"/>
            <ac:spMk id="115" creationId="{434E46C6-5DD2-4637-B9F8-8FA941BC1FFA}"/>
          </ac:spMkLst>
        </pc:spChg>
        <pc:spChg chg="mod topLvl">
          <ac:chgData name="vidushi dadu" userId="8f6edd75c0a5619a" providerId="LiveId" clId="{4A1D7BB4-DB2B-401C-9583-309F517E6E8F}" dt="2020-10-16T23:12:37.805" v="17640" actId="165"/>
          <ac:spMkLst>
            <pc:docMk/>
            <pc:sldMk cId="2389544203" sldId="1407"/>
            <ac:spMk id="116" creationId="{42C5F38B-FC5B-40FA-850A-AA70BAF0648E}"/>
          </ac:spMkLst>
        </pc:spChg>
        <pc:spChg chg="mod topLvl">
          <ac:chgData name="vidushi dadu" userId="8f6edd75c0a5619a" providerId="LiveId" clId="{4A1D7BB4-DB2B-401C-9583-309F517E6E8F}" dt="2020-10-16T23:12:37.805" v="17640" actId="165"/>
          <ac:spMkLst>
            <pc:docMk/>
            <pc:sldMk cId="2389544203" sldId="1407"/>
            <ac:spMk id="118" creationId="{CC617DBD-C69B-4F0A-9C96-24ED98B366BB}"/>
          </ac:spMkLst>
        </pc:spChg>
        <pc:spChg chg="del mod topLvl">
          <ac:chgData name="vidushi dadu" userId="8f6edd75c0a5619a" providerId="LiveId" clId="{4A1D7BB4-DB2B-401C-9583-309F517E6E8F}" dt="2020-10-16T23:12:46.091" v="17642" actId="478"/>
          <ac:spMkLst>
            <pc:docMk/>
            <pc:sldMk cId="2389544203" sldId="1407"/>
            <ac:spMk id="120" creationId="{D245C219-83FA-4C4E-BA3A-BCB695814F65}"/>
          </ac:spMkLst>
        </pc:spChg>
        <pc:spChg chg="del mod topLvl">
          <ac:chgData name="vidushi dadu" userId="8f6edd75c0a5619a" providerId="LiveId" clId="{4A1D7BB4-DB2B-401C-9583-309F517E6E8F}" dt="2020-10-16T23:13:07.173" v="17653" actId="478"/>
          <ac:spMkLst>
            <pc:docMk/>
            <pc:sldMk cId="2389544203" sldId="1407"/>
            <ac:spMk id="121" creationId="{FA9540AA-ABA9-4547-B5D1-1EEEECF05B85}"/>
          </ac:spMkLst>
        </pc:spChg>
        <pc:spChg chg="del mod topLvl">
          <ac:chgData name="vidushi dadu" userId="8f6edd75c0a5619a" providerId="LiveId" clId="{4A1D7BB4-DB2B-401C-9583-309F517E6E8F}" dt="2020-10-16T23:13:07.173" v="17653" actId="478"/>
          <ac:spMkLst>
            <pc:docMk/>
            <pc:sldMk cId="2389544203" sldId="1407"/>
            <ac:spMk id="124" creationId="{4BD0C43B-E374-4D15-82A3-D8BF8A22E6E8}"/>
          </ac:spMkLst>
        </pc:spChg>
        <pc:spChg chg="del mod topLvl">
          <ac:chgData name="vidushi dadu" userId="8f6edd75c0a5619a" providerId="LiveId" clId="{4A1D7BB4-DB2B-401C-9583-309F517E6E8F}" dt="2020-10-16T23:12:46.091" v="17642" actId="478"/>
          <ac:spMkLst>
            <pc:docMk/>
            <pc:sldMk cId="2389544203" sldId="1407"/>
            <ac:spMk id="125" creationId="{65C135C4-812E-4A4B-A5D9-0B02709DD295}"/>
          </ac:spMkLst>
        </pc:spChg>
        <pc:spChg chg="mod topLvl">
          <ac:chgData name="vidushi dadu" userId="8f6edd75c0a5619a" providerId="LiveId" clId="{4A1D7BB4-DB2B-401C-9583-309F517E6E8F}" dt="2020-10-16T23:12:37.805" v="17640" actId="165"/>
          <ac:spMkLst>
            <pc:docMk/>
            <pc:sldMk cId="2389544203" sldId="1407"/>
            <ac:spMk id="132" creationId="{B26A4959-2654-4F58-9497-9CEFC2E2DF3F}"/>
          </ac:spMkLst>
        </pc:spChg>
        <pc:spChg chg="mod topLvl">
          <ac:chgData name="vidushi dadu" userId="8f6edd75c0a5619a" providerId="LiveId" clId="{4A1D7BB4-DB2B-401C-9583-309F517E6E8F}" dt="2020-10-16T23:12:37.805" v="17640" actId="165"/>
          <ac:spMkLst>
            <pc:docMk/>
            <pc:sldMk cId="2389544203" sldId="1407"/>
            <ac:spMk id="134" creationId="{0B0533AD-2320-4CAB-ACE9-13CDB546B27D}"/>
          </ac:spMkLst>
        </pc:spChg>
        <pc:spChg chg="mod topLvl">
          <ac:chgData name="vidushi dadu" userId="8f6edd75c0a5619a" providerId="LiveId" clId="{4A1D7BB4-DB2B-401C-9583-309F517E6E8F}" dt="2020-10-16T23:14:58.168" v="17677" actId="1076"/>
          <ac:spMkLst>
            <pc:docMk/>
            <pc:sldMk cId="2389544203" sldId="1407"/>
            <ac:spMk id="135" creationId="{FF2E6FA2-9675-4AB5-8693-894B586947C0}"/>
          </ac:spMkLst>
        </pc:spChg>
        <pc:spChg chg="mod topLvl">
          <ac:chgData name="vidushi dadu" userId="8f6edd75c0a5619a" providerId="LiveId" clId="{4A1D7BB4-DB2B-401C-9583-309F517E6E8F}" dt="2020-10-16T23:12:37.805" v="17640" actId="165"/>
          <ac:spMkLst>
            <pc:docMk/>
            <pc:sldMk cId="2389544203" sldId="1407"/>
            <ac:spMk id="136" creationId="{40858E4B-5690-4D32-9241-70BE232CA0FC}"/>
          </ac:spMkLst>
        </pc:spChg>
        <pc:spChg chg="mod topLvl">
          <ac:chgData name="vidushi dadu" userId="8f6edd75c0a5619a" providerId="LiveId" clId="{4A1D7BB4-DB2B-401C-9583-309F517E6E8F}" dt="2020-10-16T23:12:37.805" v="17640" actId="165"/>
          <ac:spMkLst>
            <pc:docMk/>
            <pc:sldMk cId="2389544203" sldId="1407"/>
            <ac:spMk id="137" creationId="{77063D82-9759-48EC-B77F-7BDB5A664241}"/>
          </ac:spMkLst>
        </pc:spChg>
        <pc:spChg chg="add mod">
          <ac:chgData name="vidushi dadu" userId="8f6edd75c0a5619a" providerId="LiveId" clId="{4A1D7BB4-DB2B-401C-9583-309F517E6E8F}" dt="2020-10-16T23:14:40.895" v="17673" actId="1076"/>
          <ac:spMkLst>
            <pc:docMk/>
            <pc:sldMk cId="2389544203" sldId="1407"/>
            <ac:spMk id="151" creationId="{D9BDEFE5-0241-4DCA-9112-D6A64A6441FF}"/>
          </ac:spMkLst>
        </pc:spChg>
        <pc:spChg chg="add mod">
          <ac:chgData name="vidushi dadu" userId="8f6edd75c0a5619a" providerId="LiveId" clId="{4A1D7BB4-DB2B-401C-9583-309F517E6E8F}" dt="2020-10-16T23:14:45.911" v="17675" actId="1076"/>
          <ac:spMkLst>
            <pc:docMk/>
            <pc:sldMk cId="2389544203" sldId="1407"/>
            <ac:spMk id="152" creationId="{F8DD2383-8A88-4BD7-A03E-AC68CBF99397}"/>
          </ac:spMkLst>
        </pc:spChg>
        <pc:spChg chg="add mod">
          <ac:chgData name="vidushi dadu" userId="8f6edd75c0a5619a" providerId="LiveId" clId="{4A1D7BB4-DB2B-401C-9583-309F517E6E8F}" dt="2020-10-16T23:26:28.274" v="17727" actId="1076"/>
          <ac:spMkLst>
            <pc:docMk/>
            <pc:sldMk cId="2389544203" sldId="1407"/>
            <ac:spMk id="153" creationId="{AF93BB66-DD5B-464E-81DB-78529F6392F3}"/>
          </ac:spMkLst>
        </pc:spChg>
        <pc:spChg chg="add mod">
          <ac:chgData name="vidushi dadu" userId="8f6edd75c0a5619a" providerId="LiveId" clId="{4A1D7BB4-DB2B-401C-9583-309F517E6E8F}" dt="2020-10-16T23:26:24.731" v="17726" actId="1076"/>
          <ac:spMkLst>
            <pc:docMk/>
            <pc:sldMk cId="2389544203" sldId="1407"/>
            <ac:spMk id="154" creationId="{EDAABE96-EEE0-4A63-B94D-669091FA9A26}"/>
          </ac:spMkLst>
        </pc:spChg>
        <pc:spChg chg="add del mod">
          <ac:chgData name="vidushi dadu" userId="8f6edd75c0a5619a" providerId="LiveId" clId="{4A1D7BB4-DB2B-401C-9583-309F517E6E8F}" dt="2020-10-16T23:17:05.763" v="17694" actId="478"/>
          <ac:spMkLst>
            <pc:docMk/>
            <pc:sldMk cId="2389544203" sldId="1407"/>
            <ac:spMk id="155" creationId="{99BA95F7-DDDC-483B-B6FA-D244A5B29129}"/>
          </ac:spMkLst>
        </pc:spChg>
        <pc:grpChg chg="add mod">
          <ac:chgData name="vidushi dadu" userId="8f6edd75c0a5619a" providerId="LiveId" clId="{4A1D7BB4-DB2B-401C-9583-309F517E6E8F}" dt="2020-10-16T23:12:05.879" v="17634" actId="1076"/>
          <ac:grpSpMkLst>
            <pc:docMk/>
            <pc:sldMk cId="2389544203" sldId="1407"/>
            <ac:grpSpMk id="5" creationId="{5991E76D-AC03-4B76-B718-44C9F104847C}"/>
          </ac:grpSpMkLst>
        </pc:grpChg>
        <pc:grpChg chg="add del mod">
          <ac:chgData name="vidushi dadu" userId="8f6edd75c0a5619a" providerId="LiveId" clId="{4A1D7BB4-DB2B-401C-9583-309F517E6E8F}" dt="2020-10-16T23:12:25.178" v="17637" actId="478"/>
          <ac:grpSpMkLst>
            <pc:docMk/>
            <pc:sldMk cId="2389544203" sldId="1407"/>
            <ac:grpSpMk id="53" creationId="{44C2FB9E-CEC9-431B-98F9-0A483AF94AF3}"/>
          </ac:grpSpMkLst>
        </pc:grpChg>
        <pc:grpChg chg="add del mod">
          <ac:chgData name="vidushi dadu" userId="8f6edd75c0a5619a" providerId="LiveId" clId="{4A1D7BB4-DB2B-401C-9583-309F517E6E8F}" dt="2020-10-16T23:12:37.805" v="17640" actId="165"/>
          <ac:grpSpMkLst>
            <pc:docMk/>
            <pc:sldMk cId="2389544203" sldId="1407"/>
            <ac:grpSpMk id="96" creationId="{99C587EC-9A9F-495E-A48B-1D789B0376D7}"/>
          </ac:grpSpMkLst>
        </pc:grpChg>
        <pc:grpChg chg="del mod topLvl">
          <ac:chgData name="vidushi dadu" userId="8f6edd75c0a5619a" providerId="LiveId" clId="{4A1D7BB4-DB2B-401C-9583-309F517E6E8F}" dt="2020-10-16T23:12:40.736" v="17641" actId="478"/>
          <ac:grpSpMkLst>
            <pc:docMk/>
            <pc:sldMk cId="2389544203" sldId="1407"/>
            <ac:grpSpMk id="127" creationId="{CEBB615C-D1F1-4ABB-BC64-772D8E4191B0}"/>
          </ac:grpSpMkLst>
        </pc:grpChg>
        <pc:grpChg chg="del mod topLvl">
          <ac:chgData name="vidushi dadu" userId="8f6edd75c0a5619a" providerId="LiveId" clId="{4A1D7BB4-DB2B-401C-9583-309F517E6E8F}" dt="2020-10-16T23:13:07.173" v="17653" actId="478"/>
          <ac:grpSpMkLst>
            <pc:docMk/>
            <pc:sldMk cId="2389544203" sldId="1407"/>
            <ac:grpSpMk id="128" creationId="{91DF6F01-DABA-4CB0-867F-D6FE23139C7C}"/>
          </ac:grpSpMkLst>
        </pc:grp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8" creationId="{2892CAD9-C1F4-446E-A72C-40B3F7A7C720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9" creationId="{B9C64664-592E-4CDB-80A2-849F534E41F0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14" creationId="{9AC6561C-6C1E-4C10-B27E-E2AF5650D358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15" creationId="{F450B92B-FB59-4D2D-9AD3-F4EAAD0BDD09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16" creationId="{7A9DA426-C2C3-4795-9FF5-3004A13F629A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17" creationId="{65D71EB4-B0A2-4DF2-9DE5-4CDE96E39455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19" creationId="{CBC17CBC-504C-4BEA-BC92-699C4DD90B55}"/>
          </ac:cxnSpMkLst>
        </pc:cxnChg>
        <pc:cxnChg chg="mod">
          <ac:chgData name="vidushi dadu" userId="8f6edd75c0a5619a" providerId="LiveId" clId="{4A1D7BB4-DB2B-401C-9583-309F517E6E8F}" dt="2020-10-16T23:26:08.440" v="17723" actId="208"/>
          <ac:cxnSpMkLst>
            <pc:docMk/>
            <pc:sldMk cId="2389544203" sldId="1407"/>
            <ac:cxnSpMk id="20" creationId="{D3C05952-A7A2-4BFF-804B-4E50A3AC2169}"/>
          </ac:cxnSpMkLst>
        </pc:cxnChg>
        <pc:cxnChg chg="mod">
          <ac:chgData name="vidushi dadu" userId="8f6edd75c0a5619a" providerId="LiveId" clId="{4A1D7BB4-DB2B-401C-9583-309F517E6E8F}" dt="2020-10-16T23:26:08.440" v="17723" actId="208"/>
          <ac:cxnSpMkLst>
            <pc:docMk/>
            <pc:sldMk cId="2389544203" sldId="1407"/>
            <ac:cxnSpMk id="21" creationId="{B58112C6-46AA-4B71-BBD6-C5EB9DC2A6F6}"/>
          </ac:cxnSpMkLst>
        </pc:cxnChg>
        <pc:cxnChg chg="mod">
          <ac:chgData name="vidushi dadu" userId="8f6edd75c0a5619a" providerId="LiveId" clId="{4A1D7BB4-DB2B-401C-9583-309F517E6E8F}" dt="2020-10-16T23:26:08.440" v="17723" actId="208"/>
          <ac:cxnSpMkLst>
            <pc:docMk/>
            <pc:sldMk cId="2389544203" sldId="1407"/>
            <ac:cxnSpMk id="22" creationId="{E5E0C1D8-D04A-4015-9D01-E43401E64007}"/>
          </ac:cxnSpMkLst>
        </pc:cxnChg>
        <pc:cxnChg chg="mod">
          <ac:chgData name="vidushi dadu" userId="8f6edd75c0a5619a" providerId="LiveId" clId="{4A1D7BB4-DB2B-401C-9583-309F517E6E8F}" dt="2020-10-16T23:26:08.440" v="17723" actId="208"/>
          <ac:cxnSpMkLst>
            <pc:docMk/>
            <pc:sldMk cId="2389544203" sldId="1407"/>
            <ac:cxnSpMk id="23" creationId="{6D439BFB-6E7F-4C20-9BD3-3889736E7114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26" creationId="{FB902391-6735-46C3-990E-0B3054A94EAB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28" creationId="{DB6DAD7C-AFEA-4371-AF71-DFA9E0667F65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31" creationId="{DC95798B-8F29-4F97-A74F-4E2EC7E2D609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32" creationId="{411AE2FB-5251-45ED-9340-91CBD2EBFA54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35" creationId="{667A5080-C07A-4B82-8D7F-059CA28B5854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38" creationId="{1AE5EA09-9451-4E46-8DB0-675C65004FE9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39" creationId="{18560137-BC66-4D67-AF97-990EC54ECBDC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40" creationId="{41B5CB7D-AD51-4A57-9AF3-6BBECC0C275E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42" creationId="{40E381F2-B462-4972-B204-A08996080227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47" creationId="{89F2F4A8-103A-4F87-8356-E49D528BDAD1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49" creationId="{9AC16BF5-9874-40C2-AF5F-A1C7AA3F50A5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50" creationId="{BBF63E3A-50F1-4F95-83DE-FB7F0EE9A4CB}"/>
          </ac:cxnSpMkLst>
        </pc:cxnChg>
        <pc:cxnChg chg="mod">
          <ac:chgData name="vidushi dadu" userId="8f6edd75c0a5619a" providerId="LiveId" clId="{4A1D7BB4-DB2B-401C-9583-309F517E6E8F}" dt="2020-10-16T23:25:54.116" v="17722" actId="208"/>
          <ac:cxnSpMkLst>
            <pc:docMk/>
            <pc:sldMk cId="2389544203" sldId="1407"/>
            <ac:cxnSpMk id="52" creationId="{61E20F01-3E2B-4D90-B63A-3D11BDA05C32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57" creationId="{9E8F29CB-142A-4FED-A1E1-6000A971C1D6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58" creationId="{BF8609EB-40AB-42E8-A40D-16C981D4AFB1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59" creationId="{C71AA9BE-BE83-45AC-8930-D4C08BBF08A2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60" creationId="{28B53C51-6B68-4D0D-9770-F7E1DB7B2BB6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61" creationId="{D92D9CBC-144C-4B48-A1EA-A7DCF2C3843F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62" creationId="{A6D8F9B6-663B-4E78-B233-A6BBFAB9A737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63" creationId="{F3EC9BC5-5C8D-41EB-B645-6CD2B26147BE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67" creationId="{B59D1B69-3901-4A6C-BB3E-45BE63326B66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68" creationId="{38C7ED4E-81AF-4073-9589-B8E10F6D097C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70" creationId="{4576CFBB-1B9B-426E-AAEE-2A709AC6C45D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72" creationId="{BE17B4CC-E288-4D97-AED6-A439C3D32356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75" creationId="{953E41FD-5F29-4432-B476-48F1D6A459EB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76" creationId="{8F01B10F-A6D0-4A4A-B912-2EB3F022F8D2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78" creationId="{3E055A8C-2347-400D-B0E1-7916DADF5C54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79" creationId="{DAFC79DC-2F95-4E67-8639-8C3DEA56E138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81" creationId="{4575A24E-FD5F-4721-8595-232F41274BB0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82" creationId="{24636936-604D-418F-B04B-609D0B12FAE6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83" creationId="{3A986BD0-7F36-4DE4-95F6-C5EECCA9272F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84" creationId="{4EF9ACE6-FCCB-491E-B08B-92E668E1A885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85" creationId="{F7D0BC63-F98E-4D07-A714-B637944E382E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86" creationId="{3E6D94D0-4E84-44E2-874E-1F2E889FC10C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88" creationId="{473F7D75-7259-442E-875A-7C4CC31ABFCA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90" creationId="{4BA650CB-8D27-4721-8C1E-8822BBE8F7A5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91" creationId="{E3445209-15D9-4F80-9295-7A365CCA11FC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93" creationId="{FB226383-DCFF-4ECB-AFC9-EE7DCB73FFBA}"/>
          </ac:cxnSpMkLst>
        </pc:cxnChg>
        <pc:cxnChg chg="mod">
          <ac:chgData name="vidushi dadu" userId="8f6edd75c0a5619a" providerId="LiveId" clId="{4A1D7BB4-DB2B-401C-9583-309F517E6E8F}" dt="2020-10-16T23:12:25.178" v="17637" actId="478"/>
          <ac:cxnSpMkLst>
            <pc:docMk/>
            <pc:sldMk cId="2389544203" sldId="1407"/>
            <ac:cxnSpMk id="94" creationId="{00928D31-78F6-4EAC-8F37-96D3547DDFF5}"/>
          </ac:cxnSpMkLst>
        </pc:cxnChg>
        <pc:cxnChg chg="mod topLvl">
          <ac:chgData name="vidushi dadu" userId="8f6edd75c0a5619a" providerId="LiveId" clId="{4A1D7BB4-DB2B-401C-9583-309F517E6E8F}" dt="2020-10-16T23:14:08.552" v="17662" actId="14100"/>
          <ac:cxnSpMkLst>
            <pc:docMk/>
            <pc:sldMk cId="2389544203" sldId="1407"/>
            <ac:cxnSpMk id="99" creationId="{61CE672A-641D-4EA7-A8A7-87AD4E882CDF}"/>
          </ac:cxnSpMkLst>
        </pc:cxnChg>
        <pc:cxnChg chg="mod topLvl">
          <ac:chgData name="vidushi dadu" userId="8f6edd75c0a5619a" providerId="LiveId" clId="{4A1D7BB4-DB2B-401C-9583-309F517E6E8F}" dt="2020-10-16T23:12:37.805" v="17640" actId="165"/>
          <ac:cxnSpMkLst>
            <pc:docMk/>
            <pc:sldMk cId="2389544203" sldId="1407"/>
            <ac:cxnSpMk id="100" creationId="{D563A278-814D-48F2-914A-D35F416369BE}"/>
          </ac:cxnSpMkLst>
        </pc:cxnChg>
        <pc:cxnChg chg="mod topLvl">
          <ac:chgData name="vidushi dadu" userId="8f6edd75c0a5619a" providerId="LiveId" clId="{4A1D7BB4-DB2B-401C-9583-309F517E6E8F}" dt="2020-10-16T23:12:37.805" v="17640" actId="165"/>
          <ac:cxnSpMkLst>
            <pc:docMk/>
            <pc:sldMk cId="2389544203" sldId="1407"/>
            <ac:cxnSpMk id="105" creationId="{A280A8A6-909C-40CF-969E-32D410503B10}"/>
          </ac:cxnSpMkLst>
        </pc:cxnChg>
        <pc:cxnChg chg="mod topLvl">
          <ac:chgData name="vidushi dadu" userId="8f6edd75c0a5619a" providerId="LiveId" clId="{4A1D7BB4-DB2B-401C-9583-309F517E6E8F}" dt="2020-10-16T23:12:37.805" v="17640" actId="165"/>
          <ac:cxnSpMkLst>
            <pc:docMk/>
            <pc:sldMk cId="2389544203" sldId="1407"/>
            <ac:cxnSpMk id="106" creationId="{A57953D5-A9AC-475E-B8C1-B6855834136C}"/>
          </ac:cxnSpMkLst>
        </pc:cxnChg>
        <pc:cxnChg chg="mod topLvl">
          <ac:chgData name="vidushi dadu" userId="8f6edd75c0a5619a" providerId="LiveId" clId="{4A1D7BB4-DB2B-401C-9583-309F517E6E8F}" dt="2020-10-16T23:12:37.805" v="17640" actId="165"/>
          <ac:cxnSpMkLst>
            <pc:docMk/>
            <pc:sldMk cId="2389544203" sldId="1407"/>
            <ac:cxnSpMk id="107" creationId="{4A33FEF6-5DB8-401C-B00B-0FFCE19DD024}"/>
          </ac:cxnSpMkLst>
        </pc:cxnChg>
        <pc:cxnChg chg="mod topLvl">
          <ac:chgData name="vidushi dadu" userId="8f6edd75c0a5619a" providerId="LiveId" clId="{4A1D7BB4-DB2B-401C-9583-309F517E6E8F}" dt="2020-10-16T23:12:37.805" v="17640" actId="165"/>
          <ac:cxnSpMkLst>
            <pc:docMk/>
            <pc:sldMk cId="2389544203" sldId="1407"/>
            <ac:cxnSpMk id="108" creationId="{B18375D3-BF1C-436B-9A66-9BE88A3B4E03}"/>
          </ac:cxnSpMkLst>
        </pc:cxnChg>
        <pc:cxnChg chg="mod topLvl">
          <ac:chgData name="vidushi dadu" userId="8f6edd75c0a5619a" providerId="LiveId" clId="{4A1D7BB4-DB2B-401C-9583-309F517E6E8F}" dt="2020-10-16T23:12:37.805" v="17640" actId="165"/>
          <ac:cxnSpMkLst>
            <pc:docMk/>
            <pc:sldMk cId="2389544203" sldId="1407"/>
            <ac:cxnSpMk id="110" creationId="{A1E08581-A573-4345-BA35-D7911D4E02B0}"/>
          </ac:cxnSpMkLst>
        </pc:cxnChg>
        <pc:cxnChg chg="mod topLvl">
          <ac:chgData name="vidushi dadu" userId="8f6edd75c0a5619a" providerId="LiveId" clId="{4A1D7BB4-DB2B-401C-9583-309F517E6E8F}" dt="2020-10-16T23:25:27.325" v="17719" actId="208"/>
          <ac:cxnSpMkLst>
            <pc:docMk/>
            <pc:sldMk cId="2389544203" sldId="1407"/>
            <ac:cxnSpMk id="111" creationId="{CF04A578-233D-44FA-9B66-29975F4BB3F7}"/>
          </ac:cxnSpMkLst>
        </pc:cxnChg>
        <pc:cxnChg chg="mod topLvl">
          <ac:chgData name="vidushi dadu" userId="8f6edd75c0a5619a" providerId="LiveId" clId="{4A1D7BB4-DB2B-401C-9583-309F517E6E8F}" dt="2020-10-16T23:25:27.325" v="17719" actId="208"/>
          <ac:cxnSpMkLst>
            <pc:docMk/>
            <pc:sldMk cId="2389544203" sldId="1407"/>
            <ac:cxnSpMk id="112" creationId="{4CBEA1D8-F6E7-45BF-848A-273F1A3C4985}"/>
          </ac:cxnSpMkLst>
        </pc:cxnChg>
        <pc:cxnChg chg="mod topLvl">
          <ac:chgData name="vidushi dadu" userId="8f6edd75c0a5619a" providerId="LiveId" clId="{4A1D7BB4-DB2B-401C-9583-309F517E6E8F}" dt="2020-10-16T23:25:27.325" v="17719" actId="208"/>
          <ac:cxnSpMkLst>
            <pc:docMk/>
            <pc:sldMk cId="2389544203" sldId="1407"/>
            <ac:cxnSpMk id="113" creationId="{E548A221-7894-4A9D-BE26-CFFBF204136E}"/>
          </ac:cxnSpMkLst>
        </pc:cxnChg>
        <pc:cxnChg chg="mod topLvl">
          <ac:chgData name="vidushi dadu" userId="8f6edd75c0a5619a" providerId="LiveId" clId="{4A1D7BB4-DB2B-401C-9583-309F517E6E8F}" dt="2020-10-16T23:26:14.607" v="17724" actId="208"/>
          <ac:cxnSpMkLst>
            <pc:docMk/>
            <pc:sldMk cId="2389544203" sldId="1407"/>
            <ac:cxnSpMk id="114" creationId="{722D9B24-1127-4B94-9CEF-88663D0007D8}"/>
          </ac:cxnSpMkLst>
        </pc:cxnChg>
        <pc:cxnChg chg="mod topLvl">
          <ac:chgData name="vidushi dadu" userId="8f6edd75c0a5619a" providerId="LiveId" clId="{4A1D7BB4-DB2B-401C-9583-309F517E6E8F}" dt="2020-10-16T23:12:37.805" v="17640" actId="165"/>
          <ac:cxnSpMkLst>
            <pc:docMk/>
            <pc:sldMk cId="2389544203" sldId="1407"/>
            <ac:cxnSpMk id="117" creationId="{DF341B0C-1F8C-4BB5-8DCE-AE8D20B92543}"/>
          </ac:cxnSpMkLst>
        </pc:cxnChg>
        <pc:cxnChg chg="mod topLvl">
          <ac:chgData name="vidushi dadu" userId="8f6edd75c0a5619a" providerId="LiveId" clId="{4A1D7BB4-DB2B-401C-9583-309F517E6E8F}" dt="2020-10-16T23:12:37.805" v="17640" actId="165"/>
          <ac:cxnSpMkLst>
            <pc:docMk/>
            <pc:sldMk cId="2389544203" sldId="1407"/>
            <ac:cxnSpMk id="119" creationId="{0A925EFD-E4D8-4421-A6C4-1F5D725DF7D0}"/>
          </ac:cxnSpMkLst>
        </pc:cxnChg>
        <pc:cxnChg chg="del mod topLvl">
          <ac:chgData name="vidushi dadu" userId="8f6edd75c0a5619a" providerId="LiveId" clId="{4A1D7BB4-DB2B-401C-9583-309F517E6E8F}" dt="2020-10-16T23:13:07.173" v="17653" actId="478"/>
          <ac:cxnSpMkLst>
            <pc:docMk/>
            <pc:sldMk cId="2389544203" sldId="1407"/>
            <ac:cxnSpMk id="122" creationId="{4ADDA054-BD96-4311-9C04-34BBB54B7334}"/>
          </ac:cxnSpMkLst>
        </pc:cxnChg>
        <pc:cxnChg chg="mod topLvl">
          <ac:chgData name="vidushi dadu" userId="8f6edd75c0a5619a" providerId="LiveId" clId="{4A1D7BB4-DB2B-401C-9583-309F517E6E8F}" dt="2020-10-16T23:13:24.815" v="17655" actId="692"/>
          <ac:cxnSpMkLst>
            <pc:docMk/>
            <pc:sldMk cId="2389544203" sldId="1407"/>
            <ac:cxnSpMk id="123" creationId="{80CCFE11-84D7-4063-B02D-09ABB788234F}"/>
          </ac:cxnSpMkLst>
        </pc:cxnChg>
        <pc:cxnChg chg="del mod topLvl">
          <ac:chgData name="vidushi dadu" userId="8f6edd75c0a5619a" providerId="LiveId" clId="{4A1D7BB4-DB2B-401C-9583-309F517E6E8F}" dt="2020-10-16T23:12:46.091" v="17642" actId="478"/>
          <ac:cxnSpMkLst>
            <pc:docMk/>
            <pc:sldMk cId="2389544203" sldId="1407"/>
            <ac:cxnSpMk id="126" creationId="{8B7E19E7-A319-448E-825F-7063F1654BEB}"/>
          </ac:cxnSpMkLst>
        </pc:cxnChg>
        <pc:cxnChg chg="del mod topLvl">
          <ac:chgData name="vidushi dadu" userId="8f6edd75c0a5619a" providerId="LiveId" clId="{4A1D7BB4-DB2B-401C-9583-309F517E6E8F}" dt="2020-10-16T23:13:07.173" v="17653" actId="478"/>
          <ac:cxnSpMkLst>
            <pc:docMk/>
            <pc:sldMk cId="2389544203" sldId="1407"/>
            <ac:cxnSpMk id="129" creationId="{F5A9EEA5-0B5C-4251-A783-024E6EC0CF3E}"/>
          </ac:cxnSpMkLst>
        </pc:cxnChg>
        <pc:cxnChg chg="mod topLvl">
          <ac:chgData name="vidushi dadu" userId="8f6edd75c0a5619a" providerId="LiveId" clId="{4A1D7BB4-DB2B-401C-9583-309F517E6E8F}" dt="2020-10-16T23:12:37.805" v="17640" actId="165"/>
          <ac:cxnSpMkLst>
            <pc:docMk/>
            <pc:sldMk cId="2389544203" sldId="1407"/>
            <ac:cxnSpMk id="130" creationId="{AF793670-380C-4F0E-8FB5-24F0EA18A130}"/>
          </ac:cxnSpMkLst>
        </pc:cxnChg>
        <pc:cxnChg chg="mod topLvl">
          <ac:chgData name="vidushi dadu" userId="8f6edd75c0a5619a" providerId="LiveId" clId="{4A1D7BB4-DB2B-401C-9583-309F517E6E8F}" dt="2020-10-16T23:12:37.805" v="17640" actId="165"/>
          <ac:cxnSpMkLst>
            <pc:docMk/>
            <pc:sldMk cId="2389544203" sldId="1407"/>
            <ac:cxnSpMk id="131" creationId="{59893996-BA1E-49CB-BD23-7608F5DDA4D0}"/>
          </ac:cxnSpMkLst>
        </pc:cxnChg>
        <pc:cxnChg chg="mod topLvl">
          <ac:chgData name="vidushi dadu" userId="8f6edd75c0a5619a" providerId="LiveId" clId="{4A1D7BB4-DB2B-401C-9583-309F517E6E8F}" dt="2020-10-16T23:12:37.805" v="17640" actId="165"/>
          <ac:cxnSpMkLst>
            <pc:docMk/>
            <pc:sldMk cId="2389544203" sldId="1407"/>
            <ac:cxnSpMk id="133" creationId="{141A7549-CA7C-4F3C-933F-867CAA33A5C1}"/>
          </ac:cxnSpMkLst>
        </pc:cxnChg>
        <pc:cxnChg chg="mod">
          <ac:chgData name="vidushi dadu" userId="8f6edd75c0a5619a" providerId="LiveId" clId="{4A1D7BB4-DB2B-401C-9583-309F517E6E8F}" dt="2020-10-16T23:12:40.736" v="17641" actId="478"/>
          <ac:cxnSpMkLst>
            <pc:docMk/>
            <pc:sldMk cId="2389544203" sldId="1407"/>
            <ac:cxnSpMk id="141" creationId="{924A84C6-4F50-492F-9043-B46C4CEBD9D7}"/>
          </ac:cxnSpMkLst>
        </pc:cxnChg>
        <pc:cxnChg chg="add mod">
          <ac:chgData name="vidushi dadu" userId="8f6edd75c0a5619a" providerId="LiveId" clId="{4A1D7BB4-DB2B-401C-9583-309F517E6E8F}" dt="2020-10-16T23:13:35.296" v="17658" actId="14100"/>
          <ac:cxnSpMkLst>
            <pc:docMk/>
            <pc:sldMk cId="2389544203" sldId="1407"/>
            <ac:cxnSpMk id="146" creationId="{5EE97586-8D3A-418E-B88A-DFD870E108D1}"/>
          </ac:cxnSpMkLst>
        </pc:cxnChg>
      </pc:sldChg>
      <pc:sldChg chg="addSp delSp modSp add modAnim">
        <pc:chgData name="vidushi dadu" userId="8f6edd75c0a5619a" providerId="LiveId" clId="{4A1D7BB4-DB2B-401C-9583-309F517E6E8F}" dt="2020-10-17T13:29:32.038" v="18625" actId="13926"/>
        <pc:sldMkLst>
          <pc:docMk/>
          <pc:sldMk cId="165289563" sldId="1408"/>
        </pc:sldMkLst>
        <pc:spChg chg="mod">
          <ac:chgData name="vidushi dadu" userId="8f6edd75c0a5619a" providerId="LiveId" clId="{4A1D7BB4-DB2B-401C-9583-309F517E6E8F}" dt="2020-10-17T13:29:32.038" v="18625" actId="13926"/>
          <ac:spMkLst>
            <pc:docMk/>
            <pc:sldMk cId="165289563" sldId="1408"/>
            <ac:spMk id="45" creationId="{A1BDBF62-5F8C-4DA5-A57D-E45D36A4E82B}"/>
          </ac:spMkLst>
        </pc:spChg>
        <pc:spChg chg="add">
          <ac:chgData name="vidushi dadu" userId="8f6edd75c0a5619a" providerId="LiveId" clId="{4A1D7BB4-DB2B-401C-9583-309F517E6E8F}" dt="2020-10-16T23:39:34.662" v="18216"/>
          <ac:spMkLst>
            <pc:docMk/>
            <pc:sldMk cId="165289563" sldId="1408"/>
            <ac:spMk id="50" creationId="{98C74FA6-68E4-4EA5-BD9A-63E04B037C80}"/>
          </ac:spMkLst>
        </pc:spChg>
        <pc:spChg chg="add">
          <ac:chgData name="vidushi dadu" userId="8f6edd75c0a5619a" providerId="LiveId" clId="{4A1D7BB4-DB2B-401C-9583-309F517E6E8F}" dt="2020-10-16T23:39:34.662" v="18216"/>
          <ac:spMkLst>
            <pc:docMk/>
            <pc:sldMk cId="165289563" sldId="1408"/>
            <ac:spMk id="51" creationId="{CEA7AABC-3A4F-4654-9ABF-897B2EE972C0}"/>
          </ac:spMkLst>
        </pc:spChg>
        <pc:graphicFrameChg chg="add">
          <ac:chgData name="vidushi dadu" userId="8f6edd75c0a5619a" providerId="LiveId" clId="{4A1D7BB4-DB2B-401C-9583-309F517E6E8F}" dt="2020-10-16T23:39:38.061" v="18218"/>
          <ac:graphicFrameMkLst>
            <pc:docMk/>
            <pc:sldMk cId="165289563" sldId="1408"/>
            <ac:graphicFrameMk id="52" creationId="{CDAD9B7E-E06E-4F9C-BF8B-3D8EA0F4915B}"/>
          </ac:graphicFrameMkLst>
        </pc:graphicFrameChg>
        <pc:graphicFrameChg chg="add">
          <ac:chgData name="vidushi dadu" userId="8f6edd75c0a5619a" providerId="LiveId" clId="{4A1D7BB4-DB2B-401C-9583-309F517E6E8F}" dt="2020-10-16T23:39:47.013" v="18221"/>
          <ac:graphicFrameMkLst>
            <pc:docMk/>
            <pc:sldMk cId="165289563" sldId="1408"/>
            <ac:graphicFrameMk id="53" creationId="{390C4998-04CB-49EB-B360-322244A3F6CD}"/>
          </ac:graphicFrameMkLst>
        </pc:graphicFrameChg>
        <pc:graphicFrameChg chg="del">
          <ac:chgData name="vidushi dadu" userId="8f6edd75c0a5619a" providerId="LiveId" clId="{4A1D7BB4-DB2B-401C-9583-309F517E6E8F}" dt="2020-10-16T23:39:37.694" v="18217"/>
          <ac:graphicFrameMkLst>
            <pc:docMk/>
            <pc:sldMk cId="165289563" sldId="1408"/>
            <ac:graphicFrameMk id="140" creationId="{DF4056ED-46A3-46DA-9701-4656B203959F}"/>
          </ac:graphicFrameMkLst>
        </pc:graphicFrameChg>
        <pc:graphicFrameChg chg="del mod">
          <ac:chgData name="vidushi dadu" userId="8f6edd75c0a5619a" providerId="LiveId" clId="{4A1D7BB4-DB2B-401C-9583-309F517E6E8F}" dt="2020-10-16T23:39:46.419" v="18220"/>
          <ac:graphicFrameMkLst>
            <pc:docMk/>
            <pc:sldMk cId="165289563" sldId="1408"/>
            <ac:graphicFrameMk id="141" creationId="{BED36B17-12A4-4BDE-84E3-7EDCD65888C5}"/>
          </ac:graphicFrameMkLst>
        </pc:graphicFrameChg>
      </pc:sldChg>
      <pc:sldChg chg="add del">
        <pc:chgData name="vidushi dadu" userId="8f6edd75c0a5619a" providerId="LiveId" clId="{4A1D7BB4-DB2B-401C-9583-309F517E6E8F}" dt="2020-10-16T23:17:09.895" v="17695" actId="2696"/>
        <pc:sldMkLst>
          <pc:docMk/>
          <pc:sldMk cId="2212393841" sldId="1408"/>
        </pc:sldMkLst>
      </pc:sldChg>
      <pc:sldChg chg="add del">
        <pc:chgData name="vidushi dadu" userId="8f6edd75c0a5619a" providerId="LiveId" clId="{4A1D7BB4-DB2B-401C-9583-309F517E6E8F}" dt="2020-10-16T23:28:28.131" v="17781" actId="2696"/>
        <pc:sldMkLst>
          <pc:docMk/>
          <pc:sldMk cId="3217370725" sldId="1408"/>
        </pc:sldMkLst>
      </pc:sldChg>
      <pc:sldChg chg="addSp delSp modSp add del delAnim">
        <pc:chgData name="vidushi dadu" userId="8f6edd75c0a5619a" providerId="LiveId" clId="{4A1D7BB4-DB2B-401C-9583-309F517E6E8F}" dt="2020-10-16T23:51:20.667" v="18478" actId="2696"/>
        <pc:sldMkLst>
          <pc:docMk/>
          <pc:sldMk cId="1466289201" sldId="1409"/>
        </pc:sldMkLst>
        <pc:spChg chg="del">
          <ac:chgData name="vidushi dadu" userId="8f6edd75c0a5619a" providerId="LiveId" clId="{4A1D7BB4-DB2B-401C-9583-309F517E6E8F}" dt="2020-10-16T23:50:11.370" v="18465" actId="478"/>
          <ac:spMkLst>
            <pc:docMk/>
            <pc:sldMk cId="1466289201" sldId="1409"/>
            <ac:spMk id="2" creationId="{4453F9E5-165D-405F-B80D-0CAF687FA5DC}"/>
          </ac:spMkLst>
        </pc:spChg>
        <pc:spChg chg="del">
          <ac:chgData name="vidushi dadu" userId="8f6edd75c0a5619a" providerId="LiveId" clId="{4A1D7BB4-DB2B-401C-9583-309F517E6E8F}" dt="2020-10-16T23:50:19.272" v="18467" actId="478"/>
          <ac:spMkLst>
            <pc:docMk/>
            <pc:sldMk cId="1466289201" sldId="1409"/>
            <ac:spMk id="3" creationId="{A9EBE18A-FE19-467C-8D41-D510FBE34D24}"/>
          </ac:spMkLst>
        </pc:spChg>
        <pc:spChg chg="del">
          <ac:chgData name="vidushi dadu" userId="8f6edd75c0a5619a" providerId="LiveId" clId="{4A1D7BB4-DB2B-401C-9583-309F517E6E8F}" dt="2020-10-16T23:49:49.340" v="18459" actId="478"/>
          <ac:spMkLst>
            <pc:docMk/>
            <pc:sldMk cId="1466289201" sldId="1409"/>
            <ac:spMk id="4" creationId="{0093E836-ECA2-44F2-A895-D4C1446C9633}"/>
          </ac:spMkLst>
        </pc:spChg>
        <pc:spChg chg="del">
          <ac:chgData name="vidushi dadu" userId="8f6edd75c0a5619a" providerId="LiveId" clId="{4A1D7BB4-DB2B-401C-9583-309F517E6E8F}" dt="2020-10-16T23:49:55.231" v="18461" actId="478"/>
          <ac:spMkLst>
            <pc:docMk/>
            <pc:sldMk cId="1466289201" sldId="1409"/>
            <ac:spMk id="5" creationId="{6943B143-2642-4B41-AAB8-6312A1933975}"/>
          </ac:spMkLst>
        </pc:spChg>
        <pc:spChg chg="del">
          <ac:chgData name="vidushi dadu" userId="8f6edd75c0a5619a" providerId="LiveId" clId="{4A1D7BB4-DB2B-401C-9583-309F517E6E8F}" dt="2020-10-16T23:49:55.231" v="18461" actId="478"/>
          <ac:spMkLst>
            <pc:docMk/>
            <pc:sldMk cId="1466289201" sldId="1409"/>
            <ac:spMk id="6" creationId="{01043F69-CA45-4768-B3A0-7BD311E2767A}"/>
          </ac:spMkLst>
        </pc:spChg>
        <pc:spChg chg="add del mod">
          <ac:chgData name="vidushi dadu" userId="8f6edd75c0a5619a" providerId="LiveId" clId="{4A1D7BB4-DB2B-401C-9583-309F517E6E8F}" dt="2020-10-16T23:49:52.153" v="18460" actId="478"/>
          <ac:spMkLst>
            <pc:docMk/>
            <pc:sldMk cId="1466289201" sldId="1409"/>
            <ac:spMk id="8" creationId="{F6B54E4F-E370-4845-90C2-E0BBC973F276}"/>
          </ac:spMkLst>
        </pc:spChg>
        <pc:spChg chg="add del mod">
          <ac:chgData name="vidushi dadu" userId="8f6edd75c0a5619a" providerId="LiveId" clId="{4A1D7BB4-DB2B-401C-9583-309F517E6E8F}" dt="2020-10-16T23:50:13.106" v="18466" actId="478"/>
          <ac:spMkLst>
            <pc:docMk/>
            <pc:sldMk cId="1466289201" sldId="1409"/>
            <ac:spMk id="10" creationId="{9DF481F6-118E-442B-9C81-9D5AF720AB4E}"/>
          </ac:spMkLst>
        </pc:spChg>
        <pc:spChg chg="del">
          <ac:chgData name="vidushi dadu" userId="8f6edd75c0a5619a" providerId="LiveId" clId="{4A1D7BB4-DB2B-401C-9583-309F517E6E8F}" dt="2020-10-16T23:50:07.482" v="18464" actId="478"/>
          <ac:spMkLst>
            <pc:docMk/>
            <pc:sldMk cId="1466289201" sldId="1409"/>
            <ac:spMk id="55" creationId="{26764C89-F745-4949-A840-7CB188D06E4E}"/>
          </ac:spMkLst>
        </pc:spChg>
        <pc:spChg chg="del">
          <ac:chgData name="vidushi dadu" userId="8f6edd75c0a5619a" providerId="LiveId" clId="{4A1D7BB4-DB2B-401C-9583-309F517E6E8F}" dt="2020-10-16T23:50:02.088" v="18462" actId="478"/>
          <ac:spMkLst>
            <pc:docMk/>
            <pc:sldMk cId="1466289201" sldId="1409"/>
            <ac:spMk id="57" creationId="{CD7D9EE1-C9B9-42A1-A0AD-E6FFD2646BE0}"/>
          </ac:spMkLst>
        </pc:spChg>
        <pc:spChg chg="del">
          <ac:chgData name="vidushi dadu" userId="8f6edd75c0a5619a" providerId="LiveId" clId="{4A1D7BB4-DB2B-401C-9583-309F517E6E8F}" dt="2020-10-16T23:50:04.055" v="18463" actId="478"/>
          <ac:spMkLst>
            <pc:docMk/>
            <pc:sldMk cId="1466289201" sldId="1409"/>
            <ac:spMk id="58" creationId="{B9D0FDDD-8708-41D3-B9E2-7C771DFDA0CC}"/>
          </ac:spMkLst>
        </pc:spChg>
        <pc:spChg chg="del">
          <ac:chgData name="vidushi dadu" userId="8f6edd75c0a5619a" providerId="LiveId" clId="{4A1D7BB4-DB2B-401C-9583-309F517E6E8F}" dt="2020-10-16T23:50:07.482" v="18464" actId="478"/>
          <ac:spMkLst>
            <pc:docMk/>
            <pc:sldMk cId="1466289201" sldId="1409"/>
            <ac:spMk id="96" creationId="{E2014171-022B-4859-B657-D802F4620789}"/>
          </ac:spMkLst>
        </pc:spChg>
      </pc:sldChg>
      <pc:sldChg chg="del">
        <pc:chgData name="vidushi dadu" userId="8f6edd75c0a5619a" providerId="LiveId" clId="{4A1D7BB4-DB2B-401C-9583-309F517E6E8F}" dt="2020-10-17T13:34:36.211" v="18648" actId="2696"/>
        <pc:sldMkLst>
          <pc:docMk/>
          <pc:sldMk cId="1898849330" sldId="1409"/>
        </pc:sldMkLst>
      </pc:sldChg>
      <pc:sldChg chg="addSp delSp modSp add">
        <pc:chgData name="vidushi dadu" userId="8f6edd75c0a5619a" providerId="LiveId" clId="{4A1D7BB4-DB2B-401C-9583-309F517E6E8F}" dt="2020-10-16T23:54:00.198" v="18505" actId="20577"/>
        <pc:sldMkLst>
          <pc:docMk/>
          <pc:sldMk cId="4030415216" sldId="1409"/>
        </pc:sldMkLst>
        <pc:spChg chg="del">
          <ac:chgData name="vidushi dadu" userId="8f6edd75c0a5619a" providerId="LiveId" clId="{4A1D7BB4-DB2B-401C-9583-309F517E6E8F}" dt="2020-10-16T23:53:42.767" v="18489" actId="478"/>
          <ac:spMkLst>
            <pc:docMk/>
            <pc:sldMk cId="4030415216" sldId="1409"/>
            <ac:spMk id="3" creationId="{855D9268-8E2E-472F-AF0F-94326F0D712A}"/>
          </ac:spMkLst>
        </pc:spChg>
        <pc:spChg chg="mod">
          <ac:chgData name="vidushi dadu" userId="8f6edd75c0a5619a" providerId="LiveId" clId="{4A1D7BB4-DB2B-401C-9583-309F517E6E8F}" dt="2020-10-16T23:54:00.198" v="18505" actId="20577"/>
          <ac:spMkLst>
            <pc:docMk/>
            <pc:sldMk cId="4030415216" sldId="1409"/>
            <ac:spMk id="9" creationId="{FCD2DCF8-56C7-4E69-97C7-44093F0C7558}"/>
          </ac:spMkLst>
        </pc:spChg>
        <pc:spChg chg="add del mod">
          <ac:chgData name="vidushi dadu" userId="8f6edd75c0a5619a" providerId="LiveId" clId="{4A1D7BB4-DB2B-401C-9583-309F517E6E8F}" dt="2020-10-16T23:53:44.627" v="18490" actId="478"/>
          <ac:spMkLst>
            <pc:docMk/>
            <pc:sldMk cId="4030415216" sldId="1409"/>
            <ac:spMk id="11" creationId="{FCBE984D-13B7-488B-A3A4-8E00AE79690A}"/>
          </ac:spMkLst>
        </pc:spChg>
      </pc:sldChg>
      <pc:sldChg chg="add del">
        <pc:chgData name="vidushi dadu" userId="8f6edd75c0a5619a" providerId="LiveId" clId="{4A1D7BB4-DB2B-401C-9583-309F517E6E8F}" dt="2020-10-16T23:49:06.732" v="18454" actId="2696"/>
        <pc:sldMkLst>
          <pc:docMk/>
          <pc:sldMk cId="4072283431" sldId="1409"/>
        </pc:sldMkLst>
      </pc:sldChg>
      <pc:sldChg chg="modSp">
        <pc:chgData name="vidushi dadu" userId="8f6edd75c0a5619a" providerId="LiveId" clId="{4A1D7BB4-DB2B-401C-9583-309F517E6E8F}" dt="2020-10-17T13:38:08.686" v="18672" actId="27636"/>
        <pc:sldMkLst>
          <pc:docMk/>
          <pc:sldMk cId="3768847850" sldId="1414"/>
        </pc:sldMkLst>
        <pc:spChg chg="mod">
          <ac:chgData name="vidushi dadu" userId="8f6edd75c0a5619a" providerId="LiveId" clId="{4A1D7BB4-DB2B-401C-9583-309F517E6E8F}" dt="2020-10-17T13:37:03.317" v="18664"/>
          <ac:spMkLst>
            <pc:docMk/>
            <pc:sldMk cId="3768847850" sldId="1414"/>
            <ac:spMk id="2" creationId="{9CB7BDF6-34A0-48EB-9FD5-42BB2F829A6E}"/>
          </ac:spMkLst>
        </pc:spChg>
        <pc:spChg chg="mod">
          <ac:chgData name="vidushi dadu" userId="8f6edd75c0a5619a" providerId="LiveId" clId="{4A1D7BB4-DB2B-401C-9583-309F517E6E8F}" dt="2020-10-17T13:38:08.686" v="18672" actId="27636"/>
          <ac:spMkLst>
            <pc:docMk/>
            <pc:sldMk cId="3768847850" sldId="1414"/>
            <ac:spMk id="3" creationId="{0D709E71-26CA-4932-B280-B1ECE993F7CB}"/>
          </ac:spMkLst>
        </pc:spChg>
      </pc:sldChg>
      <pc:sldChg chg="add del">
        <pc:chgData name="vidushi dadu" userId="8f6edd75c0a5619a" providerId="LiveId" clId="{4A1D7BB4-DB2B-401C-9583-309F517E6E8F}" dt="2020-10-17T13:30:05.269" v="18628" actId="2696"/>
        <pc:sldMkLst>
          <pc:docMk/>
          <pc:sldMk cId="973060027" sldId="1426"/>
        </pc:sldMkLst>
      </pc:sldChg>
      <pc:sldChg chg="del">
        <pc:chgData name="vidushi dadu" userId="8f6edd75c0a5619a" providerId="LiveId" clId="{4A1D7BB4-DB2B-401C-9583-309F517E6E8F}" dt="2020-10-17T13:29:57.834" v="18626" actId="2696"/>
        <pc:sldMkLst>
          <pc:docMk/>
          <pc:sldMk cId="4030415216" sldId="1426"/>
        </pc:sldMkLst>
      </pc:sldChg>
      <pc:sldChg chg="addSp delSp modSp add modAnim">
        <pc:chgData name="vidushi dadu" userId="8f6edd75c0a5619a" providerId="LiveId" clId="{4A1D7BB4-DB2B-401C-9583-309F517E6E8F}" dt="2020-10-17T13:23:41.021" v="18565" actId="692"/>
        <pc:sldMkLst>
          <pc:docMk/>
          <pc:sldMk cId="2408587888" sldId="1427"/>
        </pc:sldMkLst>
        <pc:spChg chg="del">
          <ac:chgData name="vidushi dadu" userId="8f6edd75c0a5619a" providerId="LiveId" clId="{4A1D7BB4-DB2B-401C-9583-309F517E6E8F}" dt="2020-10-17T13:22:37.299" v="18558"/>
          <ac:spMkLst>
            <pc:docMk/>
            <pc:sldMk cId="2408587888" sldId="1427"/>
            <ac:spMk id="81" creationId="{626B274F-7B3D-4B51-AB6B-3A6885AE3C1C}"/>
          </ac:spMkLst>
        </pc:spChg>
        <pc:spChg chg="del">
          <ac:chgData name="vidushi dadu" userId="8f6edd75c0a5619a" providerId="LiveId" clId="{4A1D7BB4-DB2B-401C-9583-309F517E6E8F}" dt="2020-10-17T13:22:37.299" v="18558"/>
          <ac:spMkLst>
            <pc:docMk/>
            <pc:sldMk cId="2408587888" sldId="1427"/>
            <ac:spMk id="82" creationId="{A97C00CA-7D95-44E5-AAF9-A9192160512D}"/>
          </ac:spMkLst>
        </pc:spChg>
        <pc:spChg chg="del">
          <ac:chgData name="vidushi dadu" userId="8f6edd75c0a5619a" providerId="LiveId" clId="{4A1D7BB4-DB2B-401C-9583-309F517E6E8F}" dt="2020-10-17T13:22:37.299" v="18558"/>
          <ac:spMkLst>
            <pc:docMk/>
            <pc:sldMk cId="2408587888" sldId="1427"/>
            <ac:spMk id="83" creationId="{3DE98321-767C-4EAC-A661-DD27405E2031}"/>
          </ac:spMkLst>
        </pc:spChg>
        <pc:spChg chg="mod topLvl">
          <ac:chgData name="vidushi dadu" userId="8f6edd75c0a5619a" providerId="LiveId" clId="{4A1D7BB4-DB2B-401C-9583-309F517E6E8F}" dt="2020-10-17T13:23:32.352" v="18563" actId="165"/>
          <ac:spMkLst>
            <pc:docMk/>
            <pc:sldMk cId="2408587888" sldId="1427"/>
            <ac:spMk id="228" creationId="{D0524DF0-2F5E-4A27-88BB-AB220F81034B}"/>
          </ac:spMkLst>
        </pc:spChg>
        <pc:spChg chg="mod topLvl">
          <ac:chgData name="vidushi dadu" userId="8f6edd75c0a5619a" providerId="LiveId" clId="{4A1D7BB4-DB2B-401C-9583-309F517E6E8F}" dt="2020-10-17T13:23:32.352" v="18563" actId="165"/>
          <ac:spMkLst>
            <pc:docMk/>
            <pc:sldMk cId="2408587888" sldId="1427"/>
            <ac:spMk id="231" creationId="{65D0A75B-B73B-4EC0-B197-E555B8A2F999}"/>
          </ac:spMkLst>
        </pc:spChg>
        <pc:spChg chg="mod topLvl">
          <ac:chgData name="vidushi dadu" userId="8f6edd75c0a5619a" providerId="LiveId" clId="{4A1D7BB4-DB2B-401C-9583-309F517E6E8F}" dt="2020-10-17T13:23:32.352" v="18563" actId="165"/>
          <ac:spMkLst>
            <pc:docMk/>
            <pc:sldMk cId="2408587888" sldId="1427"/>
            <ac:spMk id="244" creationId="{5FF5EC77-877E-4477-BC83-DB7BB2F460A8}"/>
          </ac:spMkLst>
        </pc:spChg>
        <pc:spChg chg="mod topLvl">
          <ac:chgData name="vidushi dadu" userId="8f6edd75c0a5619a" providerId="LiveId" clId="{4A1D7BB4-DB2B-401C-9583-309F517E6E8F}" dt="2020-10-17T13:23:32.352" v="18563" actId="165"/>
          <ac:spMkLst>
            <pc:docMk/>
            <pc:sldMk cId="2408587888" sldId="1427"/>
            <ac:spMk id="253" creationId="{CBA383C8-77AA-4B3F-9ED4-597D2E9E22AA}"/>
          </ac:spMkLst>
        </pc:spChg>
        <pc:spChg chg="mod topLvl">
          <ac:chgData name="vidushi dadu" userId="8f6edd75c0a5619a" providerId="LiveId" clId="{4A1D7BB4-DB2B-401C-9583-309F517E6E8F}" dt="2020-10-17T13:23:32.352" v="18563" actId="165"/>
          <ac:spMkLst>
            <pc:docMk/>
            <pc:sldMk cId="2408587888" sldId="1427"/>
            <ac:spMk id="254" creationId="{521B4602-C893-4625-9609-1DD249A08FF6}"/>
          </ac:spMkLst>
        </pc:spChg>
        <pc:spChg chg="mod topLvl">
          <ac:chgData name="vidushi dadu" userId="8f6edd75c0a5619a" providerId="LiveId" clId="{4A1D7BB4-DB2B-401C-9583-309F517E6E8F}" dt="2020-10-17T13:23:32.352" v="18563" actId="165"/>
          <ac:spMkLst>
            <pc:docMk/>
            <pc:sldMk cId="2408587888" sldId="1427"/>
            <ac:spMk id="255" creationId="{10548740-5666-44A2-A785-0C57296194D7}"/>
          </ac:spMkLst>
        </pc:spChg>
        <pc:spChg chg="mod topLvl">
          <ac:chgData name="vidushi dadu" userId="8f6edd75c0a5619a" providerId="LiveId" clId="{4A1D7BB4-DB2B-401C-9583-309F517E6E8F}" dt="2020-10-17T13:23:32.352" v="18563" actId="165"/>
          <ac:spMkLst>
            <pc:docMk/>
            <pc:sldMk cId="2408587888" sldId="1427"/>
            <ac:spMk id="256" creationId="{07DD1F53-372B-4576-BE5F-AB42D3B00069}"/>
          </ac:spMkLst>
        </pc:spChg>
        <pc:spChg chg="mod topLvl">
          <ac:chgData name="vidushi dadu" userId="8f6edd75c0a5619a" providerId="LiveId" clId="{4A1D7BB4-DB2B-401C-9583-309F517E6E8F}" dt="2020-10-17T13:23:32.352" v="18563" actId="165"/>
          <ac:spMkLst>
            <pc:docMk/>
            <pc:sldMk cId="2408587888" sldId="1427"/>
            <ac:spMk id="257" creationId="{3D5AA039-A6B9-4C00-A26B-97D3FEEE5582}"/>
          </ac:spMkLst>
        </pc:spChg>
        <pc:spChg chg="add">
          <ac:chgData name="vidushi dadu" userId="8f6edd75c0a5619a" providerId="LiveId" clId="{4A1D7BB4-DB2B-401C-9583-309F517E6E8F}" dt="2020-10-17T13:22:38.153" v="18559"/>
          <ac:spMkLst>
            <pc:docMk/>
            <pc:sldMk cId="2408587888" sldId="1427"/>
            <ac:spMk id="297" creationId="{6926F2A2-85D7-4D89-B37D-B4C61E779C9F}"/>
          </ac:spMkLst>
        </pc:spChg>
        <pc:spChg chg="add">
          <ac:chgData name="vidushi dadu" userId="8f6edd75c0a5619a" providerId="LiveId" clId="{4A1D7BB4-DB2B-401C-9583-309F517E6E8F}" dt="2020-10-17T13:22:38.153" v="18559"/>
          <ac:spMkLst>
            <pc:docMk/>
            <pc:sldMk cId="2408587888" sldId="1427"/>
            <ac:spMk id="298" creationId="{CCA286B0-C915-4519-9EA3-B15F7E210943}"/>
          </ac:spMkLst>
        </pc:spChg>
        <pc:spChg chg="add">
          <ac:chgData name="vidushi dadu" userId="8f6edd75c0a5619a" providerId="LiveId" clId="{4A1D7BB4-DB2B-401C-9583-309F517E6E8F}" dt="2020-10-17T13:22:38.153" v="18559"/>
          <ac:spMkLst>
            <pc:docMk/>
            <pc:sldMk cId="2408587888" sldId="1427"/>
            <ac:spMk id="299" creationId="{56F7726C-3644-4C42-AC35-F688EB3FAE63}"/>
          </ac:spMkLst>
        </pc:spChg>
        <pc:grpChg chg="del">
          <ac:chgData name="vidushi dadu" userId="8f6edd75c0a5619a" providerId="LiveId" clId="{4A1D7BB4-DB2B-401C-9583-309F517E6E8F}" dt="2020-10-17T13:22:21.366" v="18553" actId="478"/>
          <ac:grpSpMkLst>
            <pc:docMk/>
            <pc:sldMk cId="2408587888" sldId="1427"/>
            <ac:grpSpMk id="3" creationId="{A3A747C5-0222-42FC-B892-CA39515CE032}"/>
          </ac:grpSpMkLst>
        </pc:grpChg>
        <pc:grpChg chg="add del">
          <ac:chgData name="vidushi dadu" userId="8f6edd75c0a5619a" providerId="LiveId" clId="{4A1D7BB4-DB2B-401C-9583-309F517E6E8F}" dt="2020-10-17T13:22:27.568" v="18555"/>
          <ac:grpSpMkLst>
            <pc:docMk/>
            <pc:sldMk cId="2408587888" sldId="1427"/>
            <ac:grpSpMk id="86" creationId="{3ABC5060-C797-4F54-B1F6-B49A6D36C7B4}"/>
          </ac:grpSpMkLst>
        </pc:grpChg>
        <pc:grpChg chg="del">
          <ac:chgData name="vidushi dadu" userId="8f6edd75c0a5619a" providerId="LiveId" clId="{4A1D7BB4-DB2B-401C-9583-309F517E6E8F}" dt="2020-10-17T13:22:37.299" v="18558"/>
          <ac:grpSpMkLst>
            <pc:docMk/>
            <pc:sldMk cId="2408587888" sldId="1427"/>
            <ac:grpSpMk id="183" creationId="{FBD591CF-917E-41DC-9C42-BCB2046B7AFD}"/>
          </ac:grpSpMkLst>
        </pc:grpChg>
        <pc:grpChg chg="add del mod">
          <ac:chgData name="vidushi dadu" userId="8f6edd75c0a5619a" providerId="LiveId" clId="{4A1D7BB4-DB2B-401C-9583-309F517E6E8F}" dt="2020-10-17T13:23:32.352" v="18563" actId="165"/>
          <ac:grpSpMkLst>
            <pc:docMk/>
            <pc:sldMk cId="2408587888" sldId="1427"/>
            <ac:grpSpMk id="225" creationId="{8212C7D9-E1F4-45B5-B792-2FA6C7591BB1}"/>
          </ac:grpSpMkLst>
        </pc:grpChg>
        <pc:grpChg chg="mod topLvl">
          <ac:chgData name="vidushi dadu" userId="8f6edd75c0a5619a" providerId="LiveId" clId="{4A1D7BB4-DB2B-401C-9583-309F517E6E8F}" dt="2020-10-17T13:23:32.352" v="18563" actId="165"/>
          <ac:grpSpMkLst>
            <pc:docMk/>
            <pc:sldMk cId="2408587888" sldId="1427"/>
            <ac:grpSpMk id="236" creationId="{1F831D48-7DBD-4578-821C-FDA6589AEA2B}"/>
          </ac:grpSpMkLst>
        </pc:grpChg>
        <pc:grpChg chg="mod topLvl">
          <ac:chgData name="vidushi dadu" userId="8f6edd75c0a5619a" providerId="LiveId" clId="{4A1D7BB4-DB2B-401C-9583-309F517E6E8F}" dt="2020-10-17T13:23:32.352" v="18563" actId="165"/>
          <ac:grpSpMkLst>
            <pc:docMk/>
            <pc:sldMk cId="2408587888" sldId="1427"/>
            <ac:grpSpMk id="237" creationId="{D15B7C3A-D53E-4D45-ABE4-7C4DEE04B0ED}"/>
          </ac:grpSpMkLst>
        </pc:grpChg>
        <pc:grpChg chg="mod topLvl">
          <ac:chgData name="vidushi dadu" userId="8f6edd75c0a5619a" providerId="LiveId" clId="{4A1D7BB4-DB2B-401C-9583-309F517E6E8F}" dt="2020-10-17T13:23:32.352" v="18563" actId="165"/>
          <ac:grpSpMkLst>
            <pc:docMk/>
            <pc:sldMk cId="2408587888" sldId="1427"/>
            <ac:grpSpMk id="238" creationId="{5683699B-659E-4AA3-9F50-E50373ED183D}"/>
          </ac:grpSpMkLst>
        </pc:grpChg>
        <pc:grpChg chg="mod topLvl">
          <ac:chgData name="vidushi dadu" userId="8f6edd75c0a5619a" providerId="LiveId" clId="{4A1D7BB4-DB2B-401C-9583-309F517E6E8F}" dt="2020-10-17T13:23:32.352" v="18563" actId="165"/>
          <ac:grpSpMkLst>
            <pc:docMk/>
            <pc:sldMk cId="2408587888" sldId="1427"/>
            <ac:grpSpMk id="239" creationId="{AC96D0EA-E082-4D41-81EE-90D7BACE5A3F}"/>
          </ac:grpSpMkLst>
        </pc:grpChg>
        <pc:grpChg chg="mod topLvl">
          <ac:chgData name="vidushi dadu" userId="8f6edd75c0a5619a" providerId="LiveId" clId="{4A1D7BB4-DB2B-401C-9583-309F517E6E8F}" dt="2020-10-17T13:23:32.352" v="18563" actId="165"/>
          <ac:grpSpMkLst>
            <pc:docMk/>
            <pc:sldMk cId="2408587888" sldId="1427"/>
            <ac:grpSpMk id="245" creationId="{A1D37DF9-AC23-4D53-9FA5-F1CB91AE3CAD}"/>
          </ac:grpSpMkLst>
        </pc:grpChg>
        <pc:grpChg chg="mod topLvl">
          <ac:chgData name="vidushi dadu" userId="8f6edd75c0a5619a" providerId="LiveId" clId="{4A1D7BB4-DB2B-401C-9583-309F517E6E8F}" dt="2020-10-17T13:23:32.352" v="18563" actId="165"/>
          <ac:grpSpMkLst>
            <pc:docMk/>
            <pc:sldMk cId="2408587888" sldId="1427"/>
            <ac:grpSpMk id="249" creationId="{944A23CE-D895-4C6B-A119-68401AF536CE}"/>
          </ac:grpSpMkLst>
        </pc:grpChg>
        <pc:grpChg chg="add">
          <ac:chgData name="vidushi dadu" userId="8f6edd75c0a5619a" providerId="LiveId" clId="{4A1D7BB4-DB2B-401C-9583-309F517E6E8F}" dt="2020-10-17T13:22:38.153" v="18559"/>
          <ac:grpSpMkLst>
            <pc:docMk/>
            <pc:sldMk cId="2408587888" sldId="1427"/>
            <ac:grpSpMk id="291" creationId="{47AA2DD4-121C-4B37-90DF-92ADF6AA9480}"/>
          </ac:grpSpMkLst>
        </pc:grpChg>
        <pc:cxnChg chg="mod">
          <ac:chgData name="vidushi dadu" userId="8f6edd75c0a5619a" providerId="LiveId" clId="{4A1D7BB4-DB2B-401C-9583-309F517E6E8F}" dt="2020-10-17T13:22:21.366" v="18553" actId="478"/>
          <ac:cxnSpMkLst>
            <pc:docMk/>
            <pc:sldMk cId="2408587888" sldId="1427"/>
            <ac:cxnSpMk id="120" creationId="{8E77E29F-DA70-42F6-AFD7-26FA2A2DC49A}"/>
          </ac:cxnSpMkLst>
        </pc:cxnChg>
        <pc:cxnChg chg="mod">
          <ac:chgData name="vidushi dadu" userId="8f6edd75c0a5619a" providerId="LiveId" clId="{4A1D7BB4-DB2B-401C-9583-309F517E6E8F}" dt="2020-10-17T13:22:21.366" v="18553" actId="478"/>
          <ac:cxnSpMkLst>
            <pc:docMk/>
            <pc:sldMk cId="2408587888" sldId="1427"/>
            <ac:cxnSpMk id="123" creationId="{3F032FD5-27C1-4B7C-8C58-3490E0641870}"/>
          </ac:cxnSpMkLst>
        </pc:cxnChg>
        <pc:cxnChg chg="mod">
          <ac:chgData name="vidushi dadu" userId="8f6edd75c0a5619a" providerId="LiveId" clId="{4A1D7BB4-DB2B-401C-9583-309F517E6E8F}" dt="2020-10-17T13:22:21.366" v="18553" actId="478"/>
          <ac:cxnSpMkLst>
            <pc:docMk/>
            <pc:sldMk cId="2408587888" sldId="1427"/>
            <ac:cxnSpMk id="124" creationId="{46249396-7DD7-4B57-A4F7-8BD5C9979B14}"/>
          </ac:cxnSpMkLst>
        </pc:cxnChg>
        <pc:cxnChg chg="mod">
          <ac:chgData name="vidushi dadu" userId="8f6edd75c0a5619a" providerId="LiveId" clId="{4A1D7BB4-DB2B-401C-9583-309F517E6E8F}" dt="2020-10-17T13:22:21.366" v="18553" actId="478"/>
          <ac:cxnSpMkLst>
            <pc:docMk/>
            <pc:sldMk cId="2408587888" sldId="1427"/>
            <ac:cxnSpMk id="125" creationId="{56B7E83E-9493-45E5-AA5A-0C12A696E7E3}"/>
          </ac:cxnSpMkLst>
        </pc:cxnChg>
        <pc:cxnChg chg="mod">
          <ac:chgData name="vidushi dadu" userId="8f6edd75c0a5619a" providerId="LiveId" clId="{4A1D7BB4-DB2B-401C-9583-309F517E6E8F}" dt="2020-10-17T13:22:21.366" v="18553" actId="478"/>
          <ac:cxnSpMkLst>
            <pc:docMk/>
            <pc:sldMk cId="2408587888" sldId="1427"/>
            <ac:cxnSpMk id="126" creationId="{5523BE82-F08C-4D96-ACE2-45CBBF6B4689}"/>
          </ac:cxnSpMkLst>
        </pc:cxnChg>
        <pc:cxnChg chg="mod">
          <ac:chgData name="vidushi dadu" userId="8f6edd75c0a5619a" providerId="LiveId" clId="{4A1D7BB4-DB2B-401C-9583-309F517E6E8F}" dt="2020-10-17T13:22:21.366" v="18553" actId="478"/>
          <ac:cxnSpMkLst>
            <pc:docMk/>
            <pc:sldMk cId="2408587888" sldId="1427"/>
            <ac:cxnSpMk id="155" creationId="{C9F4B7B8-83AF-47FC-8AD4-17E6EFFD64BF}"/>
          </ac:cxnSpMkLst>
        </pc:cxnChg>
        <pc:cxnChg chg="mod">
          <ac:chgData name="vidushi dadu" userId="8f6edd75c0a5619a" providerId="LiveId" clId="{4A1D7BB4-DB2B-401C-9583-309F517E6E8F}" dt="2020-10-17T13:22:21.366" v="18553" actId="478"/>
          <ac:cxnSpMkLst>
            <pc:docMk/>
            <pc:sldMk cId="2408587888" sldId="1427"/>
            <ac:cxnSpMk id="156" creationId="{DCBE219F-DEB1-447C-BF67-1FD58DBE0FC8}"/>
          </ac:cxnSpMkLst>
        </pc:cxnChg>
        <pc:cxnChg chg="mod">
          <ac:chgData name="vidushi dadu" userId="8f6edd75c0a5619a" providerId="LiveId" clId="{4A1D7BB4-DB2B-401C-9583-309F517E6E8F}" dt="2020-10-17T13:22:21.366" v="18553" actId="478"/>
          <ac:cxnSpMkLst>
            <pc:docMk/>
            <pc:sldMk cId="2408587888" sldId="1427"/>
            <ac:cxnSpMk id="163" creationId="{6494F74D-E28F-413B-8164-8F0E73A65191}"/>
          </ac:cxnSpMkLst>
        </pc:cxnChg>
        <pc:cxnChg chg="mod">
          <ac:chgData name="vidushi dadu" userId="8f6edd75c0a5619a" providerId="LiveId" clId="{4A1D7BB4-DB2B-401C-9583-309F517E6E8F}" dt="2020-10-17T13:22:21.366" v="18553" actId="478"/>
          <ac:cxnSpMkLst>
            <pc:docMk/>
            <pc:sldMk cId="2408587888" sldId="1427"/>
            <ac:cxnSpMk id="164" creationId="{E8E385DC-715B-4298-8246-0A50D0D786E7}"/>
          </ac:cxnSpMkLst>
        </pc:cxnChg>
        <pc:cxnChg chg="mod">
          <ac:chgData name="vidushi dadu" userId="8f6edd75c0a5619a" providerId="LiveId" clId="{4A1D7BB4-DB2B-401C-9583-309F517E6E8F}" dt="2020-10-17T13:22:21.366" v="18553" actId="478"/>
          <ac:cxnSpMkLst>
            <pc:docMk/>
            <pc:sldMk cId="2408587888" sldId="1427"/>
            <ac:cxnSpMk id="165" creationId="{9A0B6463-2A9E-489F-97E4-AA68EF5FD50C}"/>
          </ac:cxnSpMkLst>
        </pc:cxnChg>
        <pc:cxnChg chg="mod">
          <ac:chgData name="vidushi dadu" userId="8f6edd75c0a5619a" providerId="LiveId" clId="{4A1D7BB4-DB2B-401C-9583-309F517E6E8F}" dt="2020-10-17T13:22:21.366" v="18553" actId="478"/>
          <ac:cxnSpMkLst>
            <pc:docMk/>
            <pc:sldMk cId="2408587888" sldId="1427"/>
            <ac:cxnSpMk id="175" creationId="{DDD577A2-AF2A-44A6-B033-A013072CD687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26" creationId="{D52876DD-144D-4DB3-B862-41592125777B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27" creationId="{49F5FE1B-95B9-4E69-87EC-27F8CEB9DD5D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29" creationId="{51ED0069-B902-4434-8086-90E264C6BD86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30" creationId="{3D7E8C3F-BDD0-44EF-A938-88A20F2BFAF4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32" creationId="{9E469643-8BFF-4562-B771-B8884CB0B2C3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33" creationId="{0F452C48-72C8-4860-B782-C213E73D6470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34" creationId="{9672B439-A518-46F2-ACAB-CA7F0842B1C5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35" creationId="{6FE2ACED-662A-436D-ADFB-D7CE0334E0B4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40" creationId="{651D4735-7DC7-4BDB-A768-520F14F62D0A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41" creationId="{A78804E6-B7BA-4AD4-AF3C-F8A20A73979C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42" creationId="{E94A7AA6-DF84-4589-8FC4-DD658CE5EC4B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43" creationId="{3F4D1DE3-8CC0-4A99-9E5E-DE53A4710640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46" creationId="{F5A9654B-091C-491A-BB7E-5397AA45A1B9}"/>
          </ac:cxnSpMkLst>
        </pc:cxnChg>
        <pc:cxnChg chg="mod topLvl">
          <ac:chgData name="vidushi dadu" userId="8f6edd75c0a5619a" providerId="LiveId" clId="{4A1D7BB4-DB2B-401C-9583-309F517E6E8F}" dt="2020-10-17T13:23:41.021" v="18565" actId="692"/>
          <ac:cxnSpMkLst>
            <pc:docMk/>
            <pc:sldMk cId="2408587888" sldId="1427"/>
            <ac:cxnSpMk id="247" creationId="{C34C0175-6E71-4F58-A43D-7500A3ADBA5F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48" creationId="{4589AA54-809E-495E-9AA0-C43E1010A651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50" creationId="{CA94F1F6-179A-4FEB-B37D-56575FE750B3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51" creationId="{BD6727A4-84C4-41DA-84D1-F3A45BC06047}"/>
          </ac:cxnSpMkLst>
        </pc:cxnChg>
        <pc:cxnChg chg="mod topLvl">
          <ac:chgData name="vidushi dadu" userId="8f6edd75c0a5619a" providerId="LiveId" clId="{4A1D7BB4-DB2B-401C-9583-309F517E6E8F}" dt="2020-10-17T13:23:32.352" v="18563" actId="165"/>
          <ac:cxnSpMkLst>
            <pc:docMk/>
            <pc:sldMk cId="2408587888" sldId="1427"/>
            <ac:cxnSpMk id="252" creationId="{F72B8C24-B5F3-452D-A20F-522745859BD6}"/>
          </ac:cxnSpMkLst>
        </pc:cxnChg>
      </pc:sldChg>
      <pc:sldChg chg="addSp delSp modSp add modAnim">
        <pc:chgData name="vidushi dadu" userId="8f6edd75c0a5619a" providerId="LiveId" clId="{4A1D7BB4-DB2B-401C-9583-309F517E6E8F}" dt="2020-10-17T13:27:44.654" v="18623" actId="692"/>
        <pc:sldMkLst>
          <pc:docMk/>
          <pc:sldMk cId="556795998" sldId="1428"/>
        </pc:sldMkLst>
        <pc:spChg chg="del">
          <ac:chgData name="vidushi dadu" userId="8f6edd75c0a5619a" providerId="LiveId" clId="{4A1D7BB4-DB2B-401C-9583-309F517E6E8F}" dt="2020-10-17T13:24:31.372" v="18571"/>
          <ac:spMkLst>
            <pc:docMk/>
            <pc:sldMk cId="556795998" sldId="1428"/>
            <ac:spMk id="81" creationId="{626B274F-7B3D-4B51-AB6B-3A6885AE3C1C}"/>
          </ac:spMkLst>
        </pc:spChg>
        <pc:spChg chg="del">
          <ac:chgData name="vidushi dadu" userId="8f6edd75c0a5619a" providerId="LiveId" clId="{4A1D7BB4-DB2B-401C-9583-309F517E6E8F}" dt="2020-10-17T13:24:31.372" v="18571"/>
          <ac:spMkLst>
            <pc:docMk/>
            <pc:sldMk cId="556795998" sldId="1428"/>
            <ac:spMk id="82" creationId="{A97C00CA-7D95-44E5-AAF9-A9192160512D}"/>
          </ac:spMkLst>
        </pc:spChg>
        <pc:spChg chg="del">
          <ac:chgData name="vidushi dadu" userId="8f6edd75c0a5619a" providerId="LiveId" clId="{4A1D7BB4-DB2B-401C-9583-309F517E6E8F}" dt="2020-10-17T13:24:31.372" v="18571"/>
          <ac:spMkLst>
            <pc:docMk/>
            <pc:sldMk cId="556795998" sldId="1428"/>
            <ac:spMk id="83" creationId="{3DE98321-767C-4EAC-A661-DD27405E2031}"/>
          </ac:spMkLst>
        </pc:spChg>
        <pc:spChg chg="mod topLvl">
          <ac:chgData name="vidushi dadu" userId="8f6edd75c0a5619a" providerId="LiveId" clId="{4A1D7BB4-DB2B-401C-9583-309F517E6E8F}" dt="2020-10-17T13:27:39.304" v="18621" actId="165"/>
          <ac:spMkLst>
            <pc:docMk/>
            <pc:sldMk cId="556795998" sldId="1428"/>
            <ac:spMk id="89" creationId="{E3C643E6-6933-4B58-93B8-6BFF7F44E9B0}"/>
          </ac:spMkLst>
        </pc:spChg>
        <pc:spChg chg="mod topLvl">
          <ac:chgData name="vidushi dadu" userId="8f6edd75c0a5619a" providerId="LiveId" clId="{4A1D7BB4-DB2B-401C-9583-309F517E6E8F}" dt="2020-10-17T13:27:39.304" v="18621" actId="165"/>
          <ac:spMkLst>
            <pc:docMk/>
            <pc:sldMk cId="556795998" sldId="1428"/>
            <ac:spMk id="92" creationId="{8BA89169-FA4A-4953-9DC0-39296F3E0511}"/>
          </ac:spMkLst>
        </pc:spChg>
        <pc:spChg chg="mod topLvl">
          <ac:chgData name="vidushi dadu" userId="8f6edd75c0a5619a" providerId="LiveId" clId="{4A1D7BB4-DB2B-401C-9583-309F517E6E8F}" dt="2020-10-17T13:27:39.304" v="18621" actId="165"/>
          <ac:spMkLst>
            <pc:docMk/>
            <pc:sldMk cId="556795998" sldId="1428"/>
            <ac:spMk id="105" creationId="{B86B4B90-B011-45FA-9D4D-7EB21AC0E221}"/>
          </ac:spMkLst>
        </pc:spChg>
        <pc:spChg chg="mod topLvl">
          <ac:chgData name="vidushi dadu" userId="8f6edd75c0a5619a" providerId="LiveId" clId="{4A1D7BB4-DB2B-401C-9583-309F517E6E8F}" dt="2020-10-17T13:27:39.304" v="18621" actId="165"/>
          <ac:spMkLst>
            <pc:docMk/>
            <pc:sldMk cId="556795998" sldId="1428"/>
            <ac:spMk id="114" creationId="{DDB08ABE-37E6-4A23-AE3A-53E507BF1435}"/>
          </ac:spMkLst>
        </pc:spChg>
        <pc:spChg chg="mod topLvl">
          <ac:chgData name="vidushi dadu" userId="8f6edd75c0a5619a" providerId="LiveId" clId="{4A1D7BB4-DB2B-401C-9583-309F517E6E8F}" dt="2020-10-17T13:27:39.304" v="18621" actId="165"/>
          <ac:spMkLst>
            <pc:docMk/>
            <pc:sldMk cId="556795998" sldId="1428"/>
            <ac:spMk id="115" creationId="{7B26956C-A04E-4913-AB2B-AD72BD0AA72A}"/>
          </ac:spMkLst>
        </pc:spChg>
        <pc:spChg chg="mod topLvl">
          <ac:chgData name="vidushi dadu" userId="8f6edd75c0a5619a" providerId="LiveId" clId="{4A1D7BB4-DB2B-401C-9583-309F517E6E8F}" dt="2020-10-17T13:27:39.304" v="18621" actId="165"/>
          <ac:spMkLst>
            <pc:docMk/>
            <pc:sldMk cId="556795998" sldId="1428"/>
            <ac:spMk id="116" creationId="{67CECD39-2525-4EB5-85BE-6CBC7C1EF506}"/>
          </ac:spMkLst>
        </pc:spChg>
        <pc:spChg chg="mod topLvl">
          <ac:chgData name="vidushi dadu" userId="8f6edd75c0a5619a" providerId="LiveId" clId="{4A1D7BB4-DB2B-401C-9583-309F517E6E8F}" dt="2020-10-17T13:27:39.304" v="18621" actId="165"/>
          <ac:spMkLst>
            <pc:docMk/>
            <pc:sldMk cId="556795998" sldId="1428"/>
            <ac:spMk id="182" creationId="{70635C5C-CA15-4C07-A21C-A9B602B79FB7}"/>
          </ac:spMkLst>
        </pc:spChg>
        <pc:spChg chg="mod topLvl">
          <ac:chgData name="vidushi dadu" userId="8f6edd75c0a5619a" providerId="LiveId" clId="{4A1D7BB4-DB2B-401C-9583-309F517E6E8F}" dt="2020-10-17T13:27:39.304" v="18621" actId="165"/>
          <ac:spMkLst>
            <pc:docMk/>
            <pc:sldMk cId="556795998" sldId="1428"/>
            <ac:spMk id="186" creationId="{A9F9FF42-1141-4F30-9E4E-AAE2A5772003}"/>
          </ac:spMkLst>
        </pc:spChg>
        <pc:spChg chg="add">
          <ac:chgData name="vidushi dadu" userId="8f6edd75c0a5619a" providerId="LiveId" clId="{4A1D7BB4-DB2B-401C-9583-309F517E6E8F}" dt="2020-10-17T13:24:32.075" v="18572"/>
          <ac:spMkLst>
            <pc:docMk/>
            <pc:sldMk cId="556795998" sldId="1428"/>
            <ac:spMk id="229" creationId="{608B3196-F9F3-4C61-99DD-0D0698089FC5}"/>
          </ac:spMkLst>
        </pc:spChg>
        <pc:spChg chg="add">
          <ac:chgData name="vidushi dadu" userId="8f6edd75c0a5619a" providerId="LiveId" clId="{4A1D7BB4-DB2B-401C-9583-309F517E6E8F}" dt="2020-10-17T13:24:32.075" v="18572"/>
          <ac:spMkLst>
            <pc:docMk/>
            <pc:sldMk cId="556795998" sldId="1428"/>
            <ac:spMk id="230" creationId="{27603E42-4E8D-4379-A2A0-07AB267C4A85}"/>
          </ac:spMkLst>
        </pc:spChg>
        <pc:spChg chg="add">
          <ac:chgData name="vidushi dadu" userId="8f6edd75c0a5619a" providerId="LiveId" clId="{4A1D7BB4-DB2B-401C-9583-309F517E6E8F}" dt="2020-10-17T13:24:32.075" v="18572"/>
          <ac:spMkLst>
            <pc:docMk/>
            <pc:sldMk cId="556795998" sldId="1428"/>
            <ac:spMk id="231" creationId="{3DEA12B0-47B6-4C6C-ADED-708AE2E3765C}"/>
          </ac:spMkLst>
        </pc:spChg>
        <pc:grpChg chg="del">
          <ac:chgData name="vidushi dadu" userId="8f6edd75c0a5619a" providerId="LiveId" clId="{4A1D7BB4-DB2B-401C-9583-309F517E6E8F}" dt="2020-10-17T13:24:01.598" v="18568" actId="478"/>
          <ac:grpSpMkLst>
            <pc:docMk/>
            <pc:sldMk cId="556795998" sldId="1428"/>
            <ac:grpSpMk id="3" creationId="{A3A747C5-0222-42FC-B892-CA39515CE032}"/>
          </ac:grpSpMkLst>
        </pc:grpChg>
        <pc:grpChg chg="add del mod">
          <ac:chgData name="vidushi dadu" userId="8f6edd75c0a5619a" providerId="LiveId" clId="{4A1D7BB4-DB2B-401C-9583-309F517E6E8F}" dt="2020-10-17T13:27:39.304" v="18621" actId="165"/>
          <ac:grpSpMkLst>
            <pc:docMk/>
            <pc:sldMk cId="556795998" sldId="1428"/>
            <ac:grpSpMk id="86" creationId="{0FCC56C4-E33A-4878-A9C7-97D8F0C029C9}"/>
          </ac:grpSpMkLst>
        </pc:grpChg>
        <pc:grpChg chg="mod topLvl">
          <ac:chgData name="vidushi dadu" userId="8f6edd75c0a5619a" providerId="LiveId" clId="{4A1D7BB4-DB2B-401C-9583-309F517E6E8F}" dt="2020-10-17T13:27:39.304" v="18621" actId="165"/>
          <ac:grpSpMkLst>
            <pc:docMk/>
            <pc:sldMk cId="556795998" sldId="1428"/>
            <ac:grpSpMk id="97" creationId="{7EEDBE55-B93E-4267-8E10-1F925F9DCB6E}"/>
          </ac:grpSpMkLst>
        </pc:grpChg>
        <pc:grpChg chg="mod topLvl">
          <ac:chgData name="vidushi dadu" userId="8f6edd75c0a5619a" providerId="LiveId" clId="{4A1D7BB4-DB2B-401C-9583-309F517E6E8F}" dt="2020-10-17T13:27:39.304" v="18621" actId="165"/>
          <ac:grpSpMkLst>
            <pc:docMk/>
            <pc:sldMk cId="556795998" sldId="1428"/>
            <ac:grpSpMk id="98" creationId="{CA976093-3555-4CEC-A2FC-8AE6F68FDF5A}"/>
          </ac:grpSpMkLst>
        </pc:grpChg>
        <pc:grpChg chg="mod topLvl">
          <ac:chgData name="vidushi dadu" userId="8f6edd75c0a5619a" providerId="LiveId" clId="{4A1D7BB4-DB2B-401C-9583-309F517E6E8F}" dt="2020-10-17T13:27:39.304" v="18621" actId="165"/>
          <ac:grpSpMkLst>
            <pc:docMk/>
            <pc:sldMk cId="556795998" sldId="1428"/>
            <ac:grpSpMk id="99" creationId="{411E3B7A-24CA-4117-BFE8-14B3F66A1C4A}"/>
          </ac:grpSpMkLst>
        </pc:grpChg>
        <pc:grpChg chg="mod topLvl">
          <ac:chgData name="vidushi dadu" userId="8f6edd75c0a5619a" providerId="LiveId" clId="{4A1D7BB4-DB2B-401C-9583-309F517E6E8F}" dt="2020-10-17T13:27:39.304" v="18621" actId="165"/>
          <ac:grpSpMkLst>
            <pc:docMk/>
            <pc:sldMk cId="556795998" sldId="1428"/>
            <ac:grpSpMk id="100" creationId="{402D8A1F-315D-4FB7-9350-37CD1B67020E}"/>
          </ac:grpSpMkLst>
        </pc:grpChg>
        <pc:grpChg chg="mod topLvl">
          <ac:chgData name="vidushi dadu" userId="8f6edd75c0a5619a" providerId="LiveId" clId="{4A1D7BB4-DB2B-401C-9583-309F517E6E8F}" dt="2020-10-17T13:27:39.304" v="18621" actId="165"/>
          <ac:grpSpMkLst>
            <pc:docMk/>
            <pc:sldMk cId="556795998" sldId="1428"/>
            <ac:grpSpMk id="106" creationId="{AA8F8637-5B9A-4827-A646-E401D47CF438}"/>
          </ac:grpSpMkLst>
        </pc:grpChg>
        <pc:grpChg chg="mod topLvl">
          <ac:chgData name="vidushi dadu" userId="8f6edd75c0a5619a" providerId="LiveId" clId="{4A1D7BB4-DB2B-401C-9583-309F517E6E8F}" dt="2020-10-17T13:27:39.304" v="18621" actId="165"/>
          <ac:grpSpMkLst>
            <pc:docMk/>
            <pc:sldMk cId="556795998" sldId="1428"/>
            <ac:grpSpMk id="110" creationId="{5753DC90-FB15-4879-B948-4ADA2FCB7845}"/>
          </ac:grpSpMkLst>
        </pc:grpChg>
        <pc:grpChg chg="del">
          <ac:chgData name="vidushi dadu" userId="8f6edd75c0a5619a" providerId="LiveId" clId="{4A1D7BB4-DB2B-401C-9583-309F517E6E8F}" dt="2020-10-17T13:24:31.372" v="18571"/>
          <ac:grpSpMkLst>
            <pc:docMk/>
            <pc:sldMk cId="556795998" sldId="1428"/>
            <ac:grpSpMk id="183" creationId="{FBD591CF-917E-41DC-9C42-BCB2046B7AFD}"/>
          </ac:grpSpMkLst>
        </pc:grpChg>
        <pc:grpChg chg="add">
          <ac:chgData name="vidushi dadu" userId="8f6edd75c0a5619a" providerId="LiveId" clId="{4A1D7BB4-DB2B-401C-9583-309F517E6E8F}" dt="2020-10-17T13:24:32.075" v="18572"/>
          <ac:grpSpMkLst>
            <pc:docMk/>
            <pc:sldMk cId="556795998" sldId="1428"/>
            <ac:grpSpMk id="224" creationId="{776CA05D-27EE-4768-AB73-035ADAE7DE22}"/>
          </ac:grpSpMkLst>
        </pc:grp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87" creationId="{AB9BC635-9340-4CCD-9E90-3957B9833F85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88" creationId="{574DFA6F-E4DC-4E26-8DBF-CFF55F9E6411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90" creationId="{E406E934-771E-4F84-A59D-582E1D5B8C5A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91" creationId="{CD99D8B7-3390-4A47-8173-5ED46AD1CDB1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93" creationId="{C80E3CF4-206E-4B57-BED4-F3CD94ACBA01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94" creationId="{8B81A29D-BADB-4C6D-9D35-60A30219DFBF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95" creationId="{C68F34CA-A368-41C1-BA0F-B9EB0FAD81A6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96" creationId="{965D08F5-2520-406D-BD72-ADC3B9204A6F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101" creationId="{76350234-149C-4193-A3CD-2335208273F0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102" creationId="{4509BA35-EA61-4CF7-AD04-DC18C2320AD8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103" creationId="{C319AB7D-35BA-4739-9FA9-399DED3AA2E8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104" creationId="{02719F62-7A83-4AE7-8379-B732246C5744}"/>
          </ac:cxnSpMkLst>
        </pc:cxnChg>
        <pc:cxnChg chg="mod topLvl">
          <ac:chgData name="vidushi dadu" userId="8f6edd75c0a5619a" providerId="LiveId" clId="{4A1D7BB4-DB2B-401C-9583-309F517E6E8F}" dt="2020-10-17T13:27:44.654" v="18623" actId="692"/>
          <ac:cxnSpMkLst>
            <pc:docMk/>
            <pc:sldMk cId="556795998" sldId="1428"/>
            <ac:cxnSpMk id="107" creationId="{4B8BEF1D-9CB8-48EF-A282-4B5C87C0D1D4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108" creationId="{72C0E59B-798D-4139-BA31-40D04BE9B9EF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109" creationId="{1C55FE42-A433-4A9B-95DF-4183845E2AE1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111" creationId="{B5026C9F-E8C9-4726-AEBF-1429915F49D6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112" creationId="{00A736F8-9CDC-4A01-B422-3D6A19D4810A}"/>
          </ac:cxnSpMkLst>
        </pc:cxnChg>
        <pc:cxnChg chg="mod topLvl">
          <ac:chgData name="vidushi dadu" userId="8f6edd75c0a5619a" providerId="LiveId" clId="{4A1D7BB4-DB2B-401C-9583-309F517E6E8F}" dt="2020-10-17T13:27:39.304" v="18621" actId="165"/>
          <ac:cxnSpMkLst>
            <pc:docMk/>
            <pc:sldMk cId="556795998" sldId="1428"/>
            <ac:cxnSpMk id="113" creationId="{D11A3B9D-BBF9-4D9E-BF8F-2D32D56FE752}"/>
          </ac:cxnSpMkLst>
        </pc:cxnChg>
        <pc:cxnChg chg="mod">
          <ac:chgData name="vidushi dadu" userId="8f6edd75c0a5619a" providerId="LiveId" clId="{4A1D7BB4-DB2B-401C-9583-309F517E6E8F}" dt="2020-10-17T13:24:01.598" v="18568" actId="478"/>
          <ac:cxnSpMkLst>
            <pc:docMk/>
            <pc:sldMk cId="556795998" sldId="1428"/>
            <ac:cxnSpMk id="120" creationId="{8E77E29F-DA70-42F6-AFD7-26FA2A2DC49A}"/>
          </ac:cxnSpMkLst>
        </pc:cxnChg>
        <pc:cxnChg chg="mod">
          <ac:chgData name="vidushi dadu" userId="8f6edd75c0a5619a" providerId="LiveId" clId="{4A1D7BB4-DB2B-401C-9583-309F517E6E8F}" dt="2020-10-17T13:24:01.598" v="18568" actId="478"/>
          <ac:cxnSpMkLst>
            <pc:docMk/>
            <pc:sldMk cId="556795998" sldId="1428"/>
            <ac:cxnSpMk id="123" creationId="{3F032FD5-27C1-4B7C-8C58-3490E0641870}"/>
          </ac:cxnSpMkLst>
        </pc:cxnChg>
        <pc:cxnChg chg="mod">
          <ac:chgData name="vidushi dadu" userId="8f6edd75c0a5619a" providerId="LiveId" clId="{4A1D7BB4-DB2B-401C-9583-309F517E6E8F}" dt="2020-10-17T13:24:01.598" v="18568" actId="478"/>
          <ac:cxnSpMkLst>
            <pc:docMk/>
            <pc:sldMk cId="556795998" sldId="1428"/>
            <ac:cxnSpMk id="124" creationId="{46249396-7DD7-4B57-A4F7-8BD5C9979B14}"/>
          </ac:cxnSpMkLst>
        </pc:cxnChg>
        <pc:cxnChg chg="mod">
          <ac:chgData name="vidushi dadu" userId="8f6edd75c0a5619a" providerId="LiveId" clId="{4A1D7BB4-DB2B-401C-9583-309F517E6E8F}" dt="2020-10-17T13:24:01.598" v="18568" actId="478"/>
          <ac:cxnSpMkLst>
            <pc:docMk/>
            <pc:sldMk cId="556795998" sldId="1428"/>
            <ac:cxnSpMk id="125" creationId="{56B7E83E-9493-45E5-AA5A-0C12A696E7E3}"/>
          </ac:cxnSpMkLst>
        </pc:cxnChg>
        <pc:cxnChg chg="mod">
          <ac:chgData name="vidushi dadu" userId="8f6edd75c0a5619a" providerId="LiveId" clId="{4A1D7BB4-DB2B-401C-9583-309F517E6E8F}" dt="2020-10-17T13:24:01.598" v="18568" actId="478"/>
          <ac:cxnSpMkLst>
            <pc:docMk/>
            <pc:sldMk cId="556795998" sldId="1428"/>
            <ac:cxnSpMk id="126" creationId="{5523BE82-F08C-4D96-ACE2-45CBBF6B4689}"/>
          </ac:cxnSpMkLst>
        </pc:cxnChg>
        <pc:cxnChg chg="mod">
          <ac:chgData name="vidushi dadu" userId="8f6edd75c0a5619a" providerId="LiveId" clId="{4A1D7BB4-DB2B-401C-9583-309F517E6E8F}" dt="2020-10-17T13:24:01.598" v="18568" actId="478"/>
          <ac:cxnSpMkLst>
            <pc:docMk/>
            <pc:sldMk cId="556795998" sldId="1428"/>
            <ac:cxnSpMk id="155" creationId="{C9F4B7B8-83AF-47FC-8AD4-17E6EFFD64BF}"/>
          </ac:cxnSpMkLst>
        </pc:cxnChg>
        <pc:cxnChg chg="mod">
          <ac:chgData name="vidushi dadu" userId="8f6edd75c0a5619a" providerId="LiveId" clId="{4A1D7BB4-DB2B-401C-9583-309F517E6E8F}" dt="2020-10-17T13:24:01.598" v="18568" actId="478"/>
          <ac:cxnSpMkLst>
            <pc:docMk/>
            <pc:sldMk cId="556795998" sldId="1428"/>
            <ac:cxnSpMk id="156" creationId="{DCBE219F-DEB1-447C-BF67-1FD58DBE0FC8}"/>
          </ac:cxnSpMkLst>
        </pc:cxnChg>
        <pc:cxnChg chg="mod">
          <ac:chgData name="vidushi dadu" userId="8f6edd75c0a5619a" providerId="LiveId" clId="{4A1D7BB4-DB2B-401C-9583-309F517E6E8F}" dt="2020-10-17T13:24:01.598" v="18568" actId="478"/>
          <ac:cxnSpMkLst>
            <pc:docMk/>
            <pc:sldMk cId="556795998" sldId="1428"/>
            <ac:cxnSpMk id="163" creationId="{6494F74D-E28F-413B-8164-8F0E73A65191}"/>
          </ac:cxnSpMkLst>
        </pc:cxnChg>
        <pc:cxnChg chg="mod">
          <ac:chgData name="vidushi dadu" userId="8f6edd75c0a5619a" providerId="LiveId" clId="{4A1D7BB4-DB2B-401C-9583-309F517E6E8F}" dt="2020-10-17T13:24:01.598" v="18568" actId="478"/>
          <ac:cxnSpMkLst>
            <pc:docMk/>
            <pc:sldMk cId="556795998" sldId="1428"/>
            <ac:cxnSpMk id="164" creationId="{E8E385DC-715B-4298-8246-0A50D0D786E7}"/>
          </ac:cxnSpMkLst>
        </pc:cxnChg>
        <pc:cxnChg chg="mod">
          <ac:chgData name="vidushi dadu" userId="8f6edd75c0a5619a" providerId="LiveId" clId="{4A1D7BB4-DB2B-401C-9583-309F517E6E8F}" dt="2020-10-17T13:24:01.598" v="18568" actId="478"/>
          <ac:cxnSpMkLst>
            <pc:docMk/>
            <pc:sldMk cId="556795998" sldId="1428"/>
            <ac:cxnSpMk id="165" creationId="{9A0B6463-2A9E-489F-97E4-AA68EF5FD50C}"/>
          </ac:cxnSpMkLst>
        </pc:cxnChg>
        <pc:cxnChg chg="mod">
          <ac:chgData name="vidushi dadu" userId="8f6edd75c0a5619a" providerId="LiveId" clId="{4A1D7BB4-DB2B-401C-9583-309F517E6E8F}" dt="2020-10-17T13:24:01.598" v="18568" actId="478"/>
          <ac:cxnSpMkLst>
            <pc:docMk/>
            <pc:sldMk cId="556795998" sldId="1428"/>
            <ac:cxnSpMk id="175" creationId="{DDD577A2-AF2A-44A6-B033-A013072CD687}"/>
          </ac:cxnSpMkLst>
        </pc:cxnChg>
      </pc:sldChg>
      <pc:sldChg chg="addSp delSp modSp add">
        <pc:chgData name="vidushi dadu" userId="8f6edd75c0a5619a" providerId="LiveId" clId="{4A1D7BB4-DB2B-401C-9583-309F517E6E8F}" dt="2020-10-17T13:29:00.694" v="18624" actId="1038"/>
        <pc:sldMkLst>
          <pc:docMk/>
          <pc:sldMk cId="3555232381" sldId="1429"/>
        </pc:sldMkLst>
        <pc:spChg chg="del">
          <ac:chgData name="vidushi dadu" userId="8f6edd75c0a5619a" providerId="LiveId" clId="{4A1D7BB4-DB2B-401C-9583-309F517E6E8F}" dt="2020-10-17T13:25:49.993" v="18591"/>
          <ac:spMkLst>
            <pc:docMk/>
            <pc:sldMk cId="3555232381" sldId="1429"/>
            <ac:spMk id="81" creationId="{626B274F-7B3D-4B51-AB6B-3A6885AE3C1C}"/>
          </ac:spMkLst>
        </pc:spChg>
        <pc:spChg chg="del">
          <ac:chgData name="vidushi dadu" userId="8f6edd75c0a5619a" providerId="LiveId" clId="{4A1D7BB4-DB2B-401C-9583-309F517E6E8F}" dt="2020-10-17T13:25:49.993" v="18591"/>
          <ac:spMkLst>
            <pc:docMk/>
            <pc:sldMk cId="3555232381" sldId="1429"/>
            <ac:spMk id="82" creationId="{A97C00CA-7D95-44E5-AAF9-A9192160512D}"/>
          </ac:spMkLst>
        </pc:spChg>
        <pc:spChg chg="del">
          <ac:chgData name="vidushi dadu" userId="8f6edd75c0a5619a" providerId="LiveId" clId="{4A1D7BB4-DB2B-401C-9583-309F517E6E8F}" dt="2020-10-17T13:25:49.993" v="18591"/>
          <ac:spMkLst>
            <pc:docMk/>
            <pc:sldMk cId="3555232381" sldId="1429"/>
            <ac:spMk id="83" creationId="{3DE98321-767C-4EAC-A661-DD27405E2031}"/>
          </ac:spMkLst>
        </pc:spChg>
        <pc:spChg chg="mod topLvl">
          <ac:chgData name="vidushi dadu" userId="8f6edd75c0a5619a" providerId="LiveId" clId="{4A1D7BB4-DB2B-401C-9583-309F517E6E8F}" dt="2020-10-17T13:27:22.168" v="18619" actId="165"/>
          <ac:spMkLst>
            <pc:docMk/>
            <pc:sldMk cId="3555232381" sldId="1429"/>
            <ac:spMk id="89" creationId="{6F34773F-155A-48F5-AACB-11262528324D}"/>
          </ac:spMkLst>
        </pc:spChg>
        <pc:spChg chg="mod topLvl">
          <ac:chgData name="vidushi dadu" userId="8f6edd75c0a5619a" providerId="LiveId" clId="{4A1D7BB4-DB2B-401C-9583-309F517E6E8F}" dt="2020-10-17T13:27:22.168" v="18619" actId="165"/>
          <ac:spMkLst>
            <pc:docMk/>
            <pc:sldMk cId="3555232381" sldId="1429"/>
            <ac:spMk id="92" creationId="{10A7161F-1C74-43EF-8A23-A56474F776EF}"/>
          </ac:spMkLst>
        </pc:spChg>
        <pc:spChg chg="mod topLvl">
          <ac:chgData name="vidushi dadu" userId="8f6edd75c0a5619a" providerId="LiveId" clId="{4A1D7BB4-DB2B-401C-9583-309F517E6E8F}" dt="2020-10-17T13:27:22.168" v="18619" actId="165"/>
          <ac:spMkLst>
            <pc:docMk/>
            <pc:sldMk cId="3555232381" sldId="1429"/>
            <ac:spMk id="105" creationId="{F10217AC-12E8-40E1-B02F-00B46FC32AF4}"/>
          </ac:spMkLst>
        </pc:spChg>
        <pc:spChg chg="mod topLvl">
          <ac:chgData name="vidushi dadu" userId="8f6edd75c0a5619a" providerId="LiveId" clId="{4A1D7BB4-DB2B-401C-9583-309F517E6E8F}" dt="2020-10-17T13:27:22.168" v="18619" actId="165"/>
          <ac:spMkLst>
            <pc:docMk/>
            <pc:sldMk cId="3555232381" sldId="1429"/>
            <ac:spMk id="114" creationId="{ABFAF85C-E0C5-4504-B79D-422D0FA076BA}"/>
          </ac:spMkLst>
        </pc:spChg>
        <pc:spChg chg="mod topLvl">
          <ac:chgData name="vidushi dadu" userId="8f6edd75c0a5619a" providerId="LiveId" clId="{4A1D7BB4-DB2B-401C-9583-309F517E6E8F}" dt="2020-10-17T13:27:22.168" v="18619" actId="165"/>
          <ac:spMkLst>
            <pc:docMk/>
            <pc:sldMk cId="3555232381" sldId="1429"/>
            <ac:spMk id="115" creationId="{3875C421-DD0D-47D0-878C-9E81551ED16B}"/>
          </ac:spMkLst>
        </pc:spChg>
        <pc:spChg chg="mod topLvl">
          <ac:chgData name="vidushi dadu" userId="8f6edd75c0a5619a" providerId="LiveId" clId="{4A1D7BB4-DB2B-401C-9583-309F517E6E8F}" dt="2020-10-17T13:27:22.168" v="18619" actId="165"/>
          <ac:spMkLst>
            <pc:docMk/>
            <pc:sldMk cId="3555232381" sldId="1429"/>
            <ac:spMk id="116" creationId="{400B4310-9061-40B7-B604-9E961B7F1BE4}"/>
          </ac:spMkLst>
        </pc:spChg>
        <pc:spChg chg="mod topLvl">
          <ac:chgData name="vidushi dadu" userId="8f6edd75c0a5619a" providerId="LiveId" clId="{4A1D7BB4-DB2B-401C-9583-309F517E6E8F}" dt="2020-10-17T13:27:22.168" v="18619" actId="165"/>
          <ac:spMkLst>
            <pc:docMk/>
            <pc:sldMk cId="3555232381" sldId="1429"/>
            <ac:spMk id="182" creationId="{3A4C82DE-B328-4507-A64F-B25E675872AD}"/>
          </ac:spMkLst>
        </pc:spChg>
        <pc:spChg chg="mod topLvl">
          <ac:chgData name="vidushi dadu" userId="8f6edd75c0a5619a" providerId="LiveId" clId="{4A1D7BB4-DB2B-401C-9583-309F517E6E8F}" dt="2020-10-17T13:27:22.168" v="18619" actId="165"/>
          <ac:spMkLst>
            <pc:docMk/>
            <pc:sldMk cId="3555232381" sldId="1429"/>
            <ac:spMk id="186" creationId="{815B3B04-418A-424F-B168-6ED88DD6130E}"/>
          </ac:spMkLst>
        </pc:spChg>
        <pc:spChg chg="add">
          <ac:chgData name="vidushi dadu" userId="8f6edd75c0a5619a" providerId="LiveId" clId="{4A1D7BB4-DB2B-401C-9583-309F517E6E8F}" dt="2020-10-17T13:25:50.437" v="18592"/>
          <ac:spMkLst>
            <pc:docMk/>
            <pc:sldMk cId="3555232381" sldId="1429"/>
            <ac:spMk id="227" creationId="{3501DCA5-D303-4CAB-B9E4-A3514D342256}"/>
          </ac:spMkLst>
        </pc:spChg>
        <pc:spChg chg="add">
          <ac:chgData name="vidushi dadu" userId="8f6edd75c0a5619a" providerId="LiveId" clId="{4A1D7BB4-DB2B-401C-9583-309F517E6E8F}" dt="2020-10-17T13:25:50.437" v="18592"/>
          <ac:spMkLst>
            <pc:docMk/>
            <pc:sldMk cId="3555232381" sldId="1429"/>
            <ac:spMk id="228" creationId="{D6424B43-BD2D-40B0-8898-560279A72371}"/>
          </ac:spMkLst>
        </pc:spChg>
        <pc:spChg chg="add">
          <ac:chgData name="vidushi dadu" userId="8f6edd75c0a5619a" providerId="LiveId" clId="{4A1D7BB4-DB2B-401C-9583-309F517E6E8F}" dt="2020-10-17T13:25:50.437" v="18592"/>
          <ac:spMkLst>
            <pc:docMk/>
            <pc:sldMk cId="3555232381" sldId="1429"/>
            <ac:spMk id="229" creationId="{4697159D-6495-4FE8-B2E6-F0BC1048221E}"/>
          </ac:spMkLst>
        </pc:spChg>
        <pc:grpChg chg="del">
          <ac:chgData name="vidushi dadu" userId="8f6edd75c0a5619a" providerId="LiveId" clId="{4A1D7BB4-DB2B-401C-9583-309F517E6E8F}" dt="2020-10-17T13:25:28.575" v="18587" actId="478"/>
          <ac:grpSpMkLst>
            <pc:docMk/>
            <pc:sldMk cId="3555232381" sldId="1429"/>
            <ac:grpSpMk id="3" creationId="{A3A747C5-0222-42FC-B892-CA39515CE032}"/>
          </ac:grpSpMkLst>
        </pc:grpChg>
        <pc:grpChg chg="add del mod">
          <ac:chgData name="vidushi dadu" userId="8f6edd75c0a5619a" providerId="LiveId" clId="{4A1D7BB4-DB2B-401C-9583-309F517E6E8F}" dt="2020-10-17T13:27:22.168" v="18619" actId="165"/>
          <ac:grpSpMkLst>
            <pc:docMk/>
            <pc:sldMk cId="3555232381" sldId="1429"/>
            <ac:grpSpMk id="86" creationId="{748A825D-9CF3-4030-B28F-0703CB598C7A}"/>
          </ac:grpSpMkLst>
        </pc:grpChg>
        <pc:grpChg chg="mod topLvl">
          <ac:chgData name="vidushi dadu" userId="8f6edd75c0a5619a" providerId="LiveId" clId="{4A1D7BB4-DB2B-401C-9583-309F517E6E8F}" dt="2020-10-17T13:27:22.168" v="18619" actId="165"/>
          <ac:grpSpMkLst>
            <pc:docMk/>
            <pc:sldMk cId="3555232381" sldId="1429"/>
            <ac:grpSpMk id="97" creationId="{C05E6B37-F3A0-4E8A-9DB5-5F1258D8543B}"/>
          </ac:grpSpMkLst>
        </pc:grpChg>
        <pc:grpChg chg="mod topLvl">
          <ac:chgData name="vidushi dadu" userId="8f6edd75c0a5619a" providerId="LiveId" clId="{4A1D7BB4-DB2B-401C-9583-309F517E6E8F}" dt="2020-10-17T13:27:22.168" v="18619" actId="165"/>
          <ac:grpSpMkLst>
            <pc:docMk/>
            <pc:sldMk cId="3555232381" sldId="1429"/>
            <ac:grpSpMk id="98" creationId="{2D050853-1F09-4F46-89FB-D2AEC3AD06F7}"/>
          </ac:grpSpMkLst>
        </pc:grpChg>
        <pc:grpChg chg="mod topLvl">
          <ac:chgData name="vidushi dadu" userId="8f6edd75c0a5619a" providerId="LiveId" clId="{4A1D7BB4-DB2B-401C-9583-309F517E6E8F}" dt="2020-10-17T13:27:22.168" v="18619" actId="165"/>
          <ac:grpSpMkLst>
            <pc:docMk/>
            <pc:sldMk cId="3555232381" sldId="1429"/>
            <ac:grpSpMk id="99" creationId="{B6912176-367A-4D25-AEF6-52B535FCFC4B}"/>
          </ac:grpSpMkLst>
        </pc:grpChg>
        <pc:grpChg chg="mod topLvl">
          <ac:chgData name="vidushi dadu" userId="8f6edd75c0a5619a" providerId="LiveId" clId="{4A1D7BB4-DB2B-401C-9583-309F517E6E8F}" dt="2020-10-17T13:27:22.168" v="18619" actId="165"/>
          <ac:grpSpMkLst>
            <pc:docMk/>
            <pc:sldMk cId="3555232381" sldId="1429"/>
            <ac:grpSpMk id="100" creationId="{D5B94CD3-7E80-466F-9ABC-B23541A3E2F3}"/>
          </ac:grpSpMkLst>
        </pc:grpChg>
        <pc:grpChg chg="mod topLvl">
          <ac:chgData name="vidushi dadu" userId="8f6edd75c0a5619a" providerId="LiveId" clId="{4A1D7BB4-DB2B-401C-9583-309F517E6E8F}" dt="2020-10-17T13:27:22.168" v="18619" actId="165"/>
          <ac:grpSpMkLst>
            <pc:docMk/>
            <pc:sldMk cId="3555232381" sldId="1429"/>
            <ac:grpSpMk id="106" creationId="{9C5D2A7A-7E3F-49D0-828B-AD5AF75C89FE}"/>
          </ac:grpSpMkLst>
        </pc:grpChg>
        <pc:grpChg chg="mod topLvl">
          <ac:chgData name="vidushi dadu" userId="8f6edd75c0a5619a" providerId="LiveId" clId="{4A1D7BB4-DB2B-401C-9583-309F517E6E8F}" dt="2020-10-17T13:27:22.168" v="18619" actId="165"/>
          <ac:grpSpMkLst>
            <pc:docMk/>
            <pc:sldMk cId="3555232381" sldId="1429"/>
            <ac:grpSpMk id="110" creationId="{2EA8F020-0F7F-480A-A598-C8C37A5BC650}"/>
          </ac:grpSpMkLst>
        </pc:grpChg>
        <pc:grpChg chg="del">
          <ac:chgData name="vidushi dadu" userId="8f6edd75c0a5619a" providerId="LiveId" clId="{4A1D7BB4-DB2B-401C-9583-309F517E6E8F}" dt="2020-10-17T13:25:49.993" v="18591"/>
          <ac:grpSpMkLst>
            <pc:docMk/>
            <pc:sldMk cId="3555232381" sldId="1429"/>
            <ac:grpSpMk id="183" creationId="{FBD591CF-917E-41DC-9C42-BCB2046B7AFD}"/>
          </ac:grpSpMkLst>
        </pc:grpChg>
        <pc:grpChg chg="add mod">
          <ac:chgData name="vidushi dadu" userId="8f6edd75c0a5619a" providerId="LiveId" clId="{4A1D7BB4-DB2B-401C-9583-309F517E6E8F}" dt="2020-10-17T13:29:00.694" v="18624" actId="1038"/>
          <ac:grpSpMkLst>
            <pc:docMk/>
            <pc:sldMk cId="3555232381" sldId="1429"/>
            <ac:grpSpMk id="223" creationId="{176F9E44-FB95-4271-819C-13914F92B4A3}"/>
          </ac:grpSpMkLst>
        </pc:grp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87" creationId="{2A551E9B-6121-49C6-B69D-51371B59C95F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88" creationId="{4EF1EE7C-8AD9-4973-ABA6-D0B181EA6E29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90" creationId="{7117AE9A-72BE-4703-AB24-1D8EC0CA3D7A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91" creationId="{AF9C17AA-A615-47A7-91F6-77FC97E2D9FD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93" creationId="{B3467EB8-0805-4EB2-986B-C2AF6E919E17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94" creationId="{A4620F42-414B-4A9B-89E7-1D26662320A5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95" creationId="{1CAD56EA-2CEA-494B-8DAD-418AA82367E4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96" creationId="{FEA3864E-7278-458F-B1A6-7178E73F58B7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101" creationId="{8810129D-0567-45A9-A59E-570491985D69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102" creationId="{7F9F0807-BD0C-4B18-B999-4581EFF7D3F0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103" creationId="{680FD9B2-0D82-402A-AE45-6B764A8709FB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104" creationId="{C5EBA55E-0593-4872-9D75-0BE250461185}"/>
          </ac:cxnSpMkLst>
        </pc:cxnChg>
        <pc:cxnChg chg="mod topLvl">
          <ac:chgData name="vidushi dadu" userId="8f6edd75c0a5619a" providerId="LiveId" clId="{4A1D7BB4-DB2B-401C-9583-309F517E6E8F}" dt="2020-10-17T13:27:31.509" v="18620" actId="692"/>
          <ac:cxnSpMkLst>
            <pc:docMk/>
            <pc:sldMk cId="3555232381" sldId="1429"/>
            <ac:cxnSpMk id="107" creationId="{FEDA19CF-4B67-4A73-84B6-EA0D4867E75C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108" creationId="{6E222399-6A06-48DC-B90E-834C1C33403D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109" creationId="{64285A29-6859-4A40-82CF-11DCA834BB57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111" creationId="{1F6FE9DA-3BCB-46B1-A67A-A8ACC0FF27C2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112" creationId="{CBF3867E-5000-4F8D-8F6D-36891C579DE5}"/>
          </ac:cxnSpMkLst>
        </pc:cxnChg>
        <pc:cxnChg chg="mod topLvl">
          <ac:chgData name="vidushi dadu" userId="8f6edd75c0a5619a" providerId="LiveId" clId="{4A1D7BB4-DB2B-401C-9583-309F517E6E8F}" dt="2020-10-17T13:27:22.168" v="18619" actId="165"/>
          <ac:cxnSpMkLst>
            <pc:docMk/>
            <pc:sldMk cId="3555232381" sldId="1429"/>
            <ac:cxnSpMk id="113" creationId="{4483BAAC-116A-4921-A2C3-AF65A66EFFE9}"/>
          </ac:cxnSpMkLst>
        </pc:cxnChg>
        <pc:cxnChg chg="mod">
          <ac:chgData name="vidushi dadu" userId="8f6edd75c0a5619a" providerId="LiveId" clId="{4A1D7BB4-DB2B-401C-9583-309F517E6E8F}" dt="2020-10-17T13:25:28.575" v="18587" actId="478"/>
          <ac:cxnSpMkLst>
            <pc:docMk/>
            <pc:sldMk cId="3555232381" sldId="1429"/>
            <ac:cxnSpMk id="120" creationId="{8E77E29F-DA70-42F6-AFD7-26FA2A2DC49A}"/>
          </ac:cxnSpMkLst>
        </pc:cxnChg>
        <pc:cxnChg chg="mod">
          <ac:chgData name="vidushi dadu" userId="8f6edd75c0a5619a" providerId="LiveId" clId="{4A1D7BB4-DB2B-401C-9583-309F517E6E8F}" dt="2020-10-17T13:25:28.575" v="18587" actId="478"/>
          <ac:cxnSpMkLst>
            <pc:docMk/>
            <pc:sldMk cId="3555232381" sldId="1429"/>
            <ac:cxnSpMk id="123" creationId="{3F032FD5-27C1-4B7C-8C58-3490E0641870}"/>
          </ac:cxnSpMkLst>
        </pc:cxnChg>
        <pc:cxnChg chg="mod">
          <ac:chgData name="vidushi dadu" userId="8f6edd75c0a5619a" providerId="LiveId" clId="{4A1D7BB4-DB2B-401C-9583-309F517E6E8F}" dt="2020-10-17T13:25:28.575" v="18587" actId="478"/>
          <ac:cxnSpMkLst>
            <pc:docMk/>
            <pc:sldMk cId="3555232381" sldId="1429"/>
            <ac:cxnSpMk id="124" creationId="{46249396-7DD7-4B57-A4F7-8BD5C9979B14}"/>
          </ac:cxnSpMkLst>
        </pc:cxnChg>
        <pc:cxnChg chg="mod">
          <ac:chgData name="vidushi dadu" userId="8f6edd75c0a5619a" providerId="LiveId" clId="{4A1D7BB4-DB2B-401C-9583-309F517E6E8F}" dt="2020-10-17T13:25:28.575" v="18587" actId="478"/>
          <ac:cxnSpMkLst>
            <pc:docMk/>
            <pc:sldMk cId="3555232381" sldId="1429"/>
            <ac:cxnSpMk id="125" creationId="{56B7E83E-9493-45E5-AA5A-0C12A696E7E3}"/>
          </ac:cxnSpMkLst>
        </pc:cxnChg>
        <pc:cxnChg chg="mod">
          <ac:chgData name="vidushi dadu" userId="8f6edd75c0a5619a" providerId="LiveId" clId="{4A1D7BB4-DB2B-401C-9583-309F517E6E8F}" dt="2020-10-17T13:25:28.575" v="18587" actId="478"/>
          <ac:cxnSpMkLst>
            <pc:docMk/>
            <pc:sldMk cId="3555232381" sldId="1429"/>
            <ac:cxnSpMk id="126" creationId="{5523BE82-F08C-4D96-ACE2-45CBBF6B4689}"/>
          </ac:cxnSpMkLst>
        </pc:cxnChg>
        <pc:cxnChg chg="mod">
          <ac:chgData name="vidushi dadu" userId="8f6edd75c0a5619a" providerId="LiveId" clId="{4A1D7BB4-DB2B-401C-9583-309F517E6E8F}" dt="2020-10-17T13:25:28.575" v="18587" actId="478"/>
          <ac:cxnSpMkLst>
            <pc:docMk/>
            <pc:sldMk cId="3555232381" sldId="1429"/>
            <ac:cxnSpMk id="155" creationId="{C9F4B7B8-83AF-47FC-8AD4-17E6EFFD64BF}"/>
          </ac:cxnSpMkLst>
        </pc:cxnChg>
        <pc:cxnChg chg="mod">
          <ac:chgData name="vidushi dadu" userId="8f6edd75c0a5619a" providerId="LiveId" clId="{4A1D7BB4-DB2B-401C-9583-309F517E6E8F}" dt="2020-10-17T13:25:28.575" v="18587" actId="478"/>
          <ac:cxnSpMkLst>
            <pc:docMk/>
            <pc:sldMk cId="3555232381" sldId="1429"/>
            <ac:cxnSpMk id="156" creationId="{DCBE219F-DEB1-447C-BF67-1FD58DBE0FC8}"/>
          </ac:cxnSpMkLst>
        </pc:cxnChg>
        <pc:cxnChg chg="mod">
          <ac:chgData name="vidushi dadu" userId="8f6edd75c0a5619a" providerId="LiveId" clId="{4A1D7BB4-DB2B-401C-9583-309F517E6E8F}" dt="2020-10-17T13:25:28.575" v="18587" actId="478"/>
          <ac:cxnSpMkLst>
            <pc:docMk/>
            <pc:sldMk cId="3555232381" sldId="1429"/>
            <ac:cxnSpMk id="163" creationId="{6494F74D-E28F-413B-8164-8F0E73A65191}"/>
          </ac:cxnSpMkLst>
        </pc:cxnChg>
        <pc:cxnChg chg="mod">
          <ac:chgData name="vidushi dadu" userId="8f6edd75c0a5619a" providerId="LiveId" clId="{4A1D7BB4-DB2B-401C-9583-309F517E6E8F}" dt="2020-10-17T13:25:28.575" v="18587" actId="478"/>
          <ac:cxnSpMkLst>
            <pc:docMk/>
            <pc:sldMk cId="3555232381" sldId="1429"/>
            <ac:cxnSpMk id="164" creationId="{E8E385DC-715B-4298-8246-0A50D0D786E7}"/>
          </ac:cxnSpMkLst>
        </pc:cxnChg>
        <pc:cxnChg chg="mod">
          <ac:chgData name="vidushi dadu" userId="8f6edd75c0a5619a" providerId="LiveId" clId="{4A1D7BB4-DB2B-401C-9583-309F517E6E8F}" dt="2020-10-17T13:25:28.575" v="18587" actId="478"/>
          <ac:cxnSpMkLst>
            <pc:docMk/>
            <pc:sldMk cId="3555232381" sldId="1429"/>
            <ac:cxnSpMk id="165" creationId="{9A0B6463-2A9E-489F-97E4-AA68EF5FD50C}"/>
          </ac:cxnSpMkLst>
        </pc:cxnChg>
        <pc:cxnChg chg="mod">
          <ac:chgData name="vidushi dadu" userId="8f6edd75c0a5619a" providerId="LiveId" clId="{4A1D7BB4-DB2B-401C-9583-309F517E6E8F}" dt="2020-10-17T13:25:28.575" v="18587" actId="478"/>
          <ac:cxnSpMkLst>
            <pc:docMk/>
            <pc:sldMk cId="3555232381" sldId="1429"/>
            <ac:cxnSpMk id="175" creationId="{DDD577A2-AF2A-44A6-B033-A013072CD687}"/>
          </ac:cxnSpMkLst>
        </pc:cxnChg>
      </pc:sldChg>
      <pc:sldChg chg="addSp delSp modSp add">
        <pc:chgData name="vidushi dadu" userId="8f6edd75c0a5619a" providerId="LiveId" clId="{4A1D7BB4-DB2B-401C-9583-309F517E6E8F}" dt="2020-10-17T13:27:12.629" v="18618" actId="692"/>
        <pc:sldMkLst>
          <pc:docMk/>
          <pc:sldMk cId="2827952882" sldId="1430"/>
        </pc:sldMkLst>
        <pc:spChg chg="del">
          <ac:chgData name="vidushi dadu" userId="8f6edd75c0a5619a" providerId="LiveId" clId="{4A1D7BB4-DB2B-401C-9583-309F517E6E8F}" dt="2020-10-17T13:26:37.062" v="18612"/>
          <ac:spMkLst>
            <pc:docMk/>
            <pc:sldMk cId="2827952882" sldId="1430"/>
            <ac:spMk id="81" creationId="{626B274F-7B3D-4B51-AB6B-3A6885AE3C1C}"/>
          </ac:spMkLst>
        </pc:spChg>
        <pc:spChg chg="del">
          <ac:chgData name="vidushi dadu" userId="8f6edd75c0a5619a" providerId="LiveId" clId="{4A1D7BB4-DB2B-401C-9583-309F517E6E8F}" dt="2020-10-17T13:26:37.062" v="18612"/>
          <ac:spMkLst>
            <pc:docMk/>
            <pc:sldMk cId="2827952882" sldId="1430"/>
            <ac:spMk id="82" creationId="{A97C00CA-7D95-44E5-AAF9-A9192160512D}"/>
          </ac:spMkLst>
        </pc:spChg>
        <pc:spChg chg="del">
          <ac:chgData name="vidushi dadu" userId="8f6edd75c0a5619a" providerId="LiveId" clId="{4A1D7BB4-DB2B-401C-9583-309F517E6E8F}" dt="2020-10-17T13:26:37.062" v="18612"/>
          <ac:spMkLst>
            <pc:docMk/>
            <pc:sldMk cId="2827952882" sldId="1430"/>
            <ac:spMk id="83" creationId="{3DE98321-767C-4EAC-A661-DD27405E2031}"/>
          </ac:spMkLst>
        </pc:spChg>
        <pc:spChg chg="del">
          <ac:chgData name="vidushi dadu" userId="8f6edd75c0a5619a" providerId="LiveId" clId="{4A1D7BB4-DB2B-401C-9583-309F517E6E8F}" dt="2020-10-17T13:26:37.062" v="18612"/>
          <ac:spMkLst>
            <pc:docMk/>
            <pc:sldMk cId="2827952882" sldId="1430"/>
            <ac:spMk id="86" creationId="{ACA25101-1112-4ABE-A9E0-1D4C80919419}"/>
          </ac:spMkLst>
        </pc:spChg>
        <pc:spChg chg="mod topLvl">
          <ac:chgData name="vidushi dadu" userId="8f6edd75c0a5619a" providerId="LiveId" clId="{4A1D7BB4-DB2B-401C-9583-309F517E6E8F}" dt="2020-10-17T13:27:07.924" v="18616" actId="165"/>
          <ac:spMkLst>
            <pc:docMk/>
            <pc:sldMk cId="2827952882" sldId="1430"/>
            <ac:spMk id="90" creationId="{CB39943A-DA12-4915-A6D6-17FA17088B60}"/>
          </ac:spMkLst>
        </pc:spChg>
        <pc:spChg chg="mod topLvl">
          <ac:chgData name="vidushi dadu" userId="8f6edd75c0a5619a" providerId="LiveId" clId="{4A1D7BB4-DB2B-401C-9583-309F517E6E8F}" dt="2020-10-17T13:27:07.924" v="18616" actId="165"/>
          <ac:spMkLst>
            <pc:docMk/>
            <pc:sldMk cId="2827952882" sldId="1430"/>
            <ac:spMk id="93" creationId="{D68C7D0A-62D1-4059-A4A3-E95CB8690C54}"/>
          </ac:spMkLst>
        </pc:spChg>
        <pc:spChg chg="mod topLvl">
          <ac:chgData name="vidushi dadu" userId="8f6edd75c0a5619a" providerId="LiveId" clId="{4A1D7BB4-DB2B-401C-9583-309F517E6E8F}" dt="2020-10-17T13:27:07.924" v="18616" actId="165"/>
          <ac:spMkLst>
            <pc:docMk/>
            <pc:sldMk cId="2827952882" sldId="1430"/>
            <ac:spMk id="106" creationId="{2B3FDB53-3942-4621-8A92-510FD0CC43FB}"/>
          </ac:spMkLst>
        </pc:spChg>
        <pc:spChg chg="mod topLvl">
          <ac:chgData name="vidushi dadu" userId="8f6edd75c0a5619a" providerId="LiveId" clId="{4A1D7BB4-DB2B-401C-9583-309F517E6E8F}" dt="2020-10-17T13:27:07.924" v="18616" actId="165"/>
          <ac:spMkLst>
            <pc:docMk/>
            <pc:sldMk cId="2827952882" sldId="1430"/>
            <ac:spMk id="115" creationId="{4FFE50D1-8A61-4710-B5C0-4BDFA635060D}"/>
          </ac:spMkLst>
        </pc:spChg>
        <pc:spChg chg="mod topLvl">
          <ac:chgData name="vidushi dadu" userId="8f6edd75c0a5619a" providerId="LiveId" clId="{4A1D7BB4-DB2B-401C-9583-309F517E6E8F}" dt="2020-10-17T13:27:07.924" v="18616" actId="165"/>
          <ac:spMkLst>
            <pc:docMk/>
            <pc:sldMk cId="2827952882" sldId="1430"/>
            <ac:spMk id="116" creationId="{7211741E-4D4C-44BA-BC24-C835902C17EF}"/>
          </ac:spMkLst>
        </pc:spChg>
        <pc:spChg chg="mod topLvl">
          <ac:chgData name="vidushi dadu" userId="8f6edd75c0a5619a" providerId="LiveId" clId="{4A1D7BB4-DB2B-401C-9583-309F517E6E8F}" dt="2020-10-17T13:27:07.924" v="18616" actId="165"/>
          <ac:spMkLst>
            <pc:docMk/>
            <pc:sldMk cId="2827952882" sldId="1430"/>
            <ac:spMk id="182" creationId="{2DB396A7-A2E3-4463-B459-ED4892704BAE}"/>
          </ac:spMkLst>
        </pc:spChg>
        <pc:spChg chg="mod topLvl">
          <ac:chgData name="vidushi dadu" userId="8f6edd75c0a5619a" providerId="LiveId" clId="{4A1D7BB4-DB2B-401C-9583-309F517E6E8F}" dt="2020-10-17T13:27:07.924" v="18616" actId="165"/>
          <ac:spMkLst>
            <pc:docMk/>
            <pc:sldMk cId="2827952882" sldId="1430"/>
            <ac:spMk id="186" creationId="{1F6AE00E-FD3E-4382-A8DD-616ABB9F408D}"/>
          </ac:spMkLst>
        </pc:spChg>
        <pc:spChg chg="mod topLvl">
          <ac:chgData name="vidushi dadu" userId="8f6edd75c0a5619a" providerId="LiveId" clId="{4A1D7BB4-DB2B-401C-9583-309F517E6E8F}" dt="2020-10-17T13:27:07.924" v="18616" actId="165"/>
          <ac:spMkLst>
            <pc:docMk/>
            <pc:sldMk cId="2827952882" sldId="1430"/>
            <ac:spMk id="187" creationId="{07F6DCE8-334C-48E5-8869-B75136150D3D}"/>
          </ac:spMkLst>
        </pc:spChg>
        <pc:spChg chg="add">
          <ac:chgData name="vidushi dadu" userId="8f6edd75c0a5619a" providerId="LiveId" clId="{4A1D7BB4-DB2B-401C-9583-309F517E6E8F}" dt="2020-10-17T13:26:38.225" v="18613"/>
          <ac:spMkLst>
            <pc:docMk/>
            <pc:sldMk cId="2827952882" sldId="1430"/>
            <ac:spMk id="226" creationId="{AD25FF60-1C95-495C-BE1A-6E200C55CFCF}"/>
          </ac:spMkLst>
        </pc:spChg>
        <pc:spChg chg="add">
          <ac:chgData name="vidushi dadu" userId="8f6edd75c0a5619a" providerId="LiveId" clId="{4A1D7BB4-DB2B-401C-9583-309F517E6E8F}" dt="2020-10-17T13:26:38.225" v="18613"/>
          <ac:spMkLst>
            <pc:docMk/>
            <pc:sldMk cId="2827952882" sldId="1430"/>
            <ac:spMk id="227" creationId="{6DD82058-A125-4F11-BEE4-DB2B53F134F2}"/>
          </ac:spMkLst>
        </pc:spChg>
        <pc:spChg chg="add">
          <ac:chgData name="vidushi dadu" userId="8f6edd75c0a5619a" providerId="LiveId" clId="{4A1D7BB4-DB2B-401C-9583-309F517E6E8F}" dt="2020-10-17T13:26:38.225" v="18613"/>
          <ac:spMkLst>
            <pc:docMk/>
            <pc:sldMk cId="2827952882" sldId="1430"/>
            <ac:spMk id="228" creationId="{D52CF556-3335-4103-98E3-C6C1B2693146}"/>
          </ac:spMkLst>
        </pc:spChg>
        <pc:spChg chg="add">
          <ac:chgData name="vidushi dadu" userId="8f6edd75c0a5619a" providerId="LiveId" clId="{4A1D7BB4-DB2B-401C-9583-309F517E6E8F}" dt="2020-10-17T13:26:38.225" v="18613"/>
          <ac:spMkLst>
            <pc:docMk/>
            <pc:sldMk cId="2827952882" sldId="1430"/>
            <ac:spMk id="229" creationId="{6379E4D6-A892-4713-9744-0F5F91FCD23B}"/>
          </ac:spMkLst>
        </pc:spChg>
        <pc:grpChg chg="del">
          <ac:chgData name="vidushi dadu" userId="8f6edd75c0a5619a" providerId="LiveId" clId="{4A1D7BB4-DB2B-401C-9583-309F517E6E8F}" dt="2020-10-17T13:26:24.380" v="18609" actId="478"/>
          <ac:grpSpMkLst>
            <pc:docMk/>
            <pc:sldMk cId="2827952882" sldId="1430"/>
            <ac:grpSpMk id="3" creationId="{A3A747C5-0222-42FC-B892-CA39515CE032}"/>
          </ac:grpSpMkLst>
        </pc:grpChg>
        <pc:grpChg chg="add del mod">
          <ac:chgData name="vidushi dadu" userId="8f6edd75c0a5619a" providerId="LiveId" clId="{4A1D7BB4-DB2B-401C-9583-309F517E6E8F}" dt="2020-10-17T13:27:07.924" v="18616" actId="165"/>
          <ac:grpSpMkLst>
            <pc:docMk/>
            <pc:sldMk cId="2827952882" sldId="1430"/>
            <ac:grpSpMk id="87" creationId="{D761FA32-CF4B-42AD-A4EA-5933E9441279}"/>
          </ac:grpSpMkLst>
        </pc:grpChg>
        <pc:grpChg chg="mod topLvl">
          <ac:chgData name="vidushi dadu" userId="8f6edd75c0a5619a" providerId="LiveId" clId="{4A1D7BB4-DB2B-401C-9583-309F517E6E8F}" dt="2020-10-17T13:27:07.924" v="18616" actId="165"/>
          <ac:grpSpMkLst>
            <pc:docMk/>
            <pc:sldMk cId="2827952882" sldId="1430"/>
            <ac:grpSpMk id="98" creationId="{5960BF1B-6B71-4C00-AD0C-4B859420290A}"/>
          </ac:grpSpMkLst>
        </pc:grpChg>
        <pc:grpChg chg="mod topLvl">
          <ac:chgData name="vidushi dadu" userId="8f6edd75c0a5619a" providerId="LiveId" clId="{4A1D7BB4-DB2B-401C-9583-309F517E6E8F}" dt="2020-10-17T13:27:07.924" v="18616" actId="165"/>
          <ac:grpSpMkLst>
            <pc:docMk/>
            <pc:sldMk cId="2827952882" sldId="1430"/>
            <ac:grpSpMk id="99" creationId="{928B2B29-604E-41D9-9505-DDF0086752D8}"/>
          </ac:grpSpMkLst>
        </pc:grpChg>
        <pc:grpChg chg="mod topLvl">
          <ac:chgData name="vidushi dadu" userId="8f6edd75c0a5619a" providerId="LiveId" clId="{4A1D7BB4-DB2B-401C-9583-309F517E6E8F}" dt="2020-10-17T13:27:07.924" v="18616" actId="165"/>
          <ac:grpSpMkLst>
            <pc:docMk/>
            <pc:sldMk cId="2827952882" sldId="1430"/>
            <ac:grpSpMk id="100" creationId="{963A483F-C352-42E1-8F32-5F3E7F773D75}"/>
          </ac:grpSpMkLst>
        </pc:grpChg>
        <pc:grpChg chg="mod topLvl">
          <ac:chgData name="vidushi dadu" userId="8f6edd75c0a5619a" providerId="LiveId" clId="{4A1D7BB4-DB2B-401C-9583-309F517E6E8F}" dt="2020-10-17T13:27:07.924" v="18616" actId="165"/>
          <ac:grpSpMkLst>
            <pc:docMk/>
            <pc:sldMk cId="2827952882" sldId="1430"/>
            <ac:grpSpMk id="101" creationId="{0EA8A4D9-CE57-40EF-8F1E-80B1BA5687CA}"/>
          </ac:grpSpMkLst>
        </pc:grpChg>
        <pc:grpChg chg="mod topLvl">
          <ac:chgData name="vidushi dadu" userId="8f6edd75c0a5619a" providerId="LiveId" clId="{4A1D7BB4-DB2B-401C-9583-309F517E6E8F}" dt="2020-10-17T13:27:07.924" v="18616" actId="165"/>
          <ac:grpSpMkLst>
            <pc:docMk/>
            <pc:sldMk cId="2827952882" sldId="1430"/>
            <ac:grpSpMk id="107" creationId="{58AB4687-E185-40AE-B707-E6829884B5A3}"/>
          </ac:grpSpMkLst>
        </pc:grpChg>
        <pc:grpChg chg="mod topLvl">
          <ac:chgData name="vidushi dadu" userId="8f6edd75c0a5619a" providerId="LiveId" clId="{4A1D7BB4-DB2B-401C-9583-309F517E6E8F}" dt="2020-10-17T13:27:07.924" v="18616" actId="165"/>
          <ac:grpSpMkLst>
            <pc:docMk/>
            <pc:sldMk cId="2827952882" sldId="1430"/>
            <ac:grpSpMk id="111" creationId="{FAA47233-20DE-4AC7-8B0E-206216EE508C}"/>
          </ac:grpSpMkLst>
        </pc:grpChg>
        <pc:grpChg chg="del">
          <ac:chgData name="vidushi dadu" userId="8f6edd75c0a5619a" providerId="LiveId" clId="{4A1D7BB4-DB2B-401C-9583-309F517E6E8F}" dt="2020-10-17T13:26:37.062" v="18612"/>
          <ac:grpSpMkLst>
            <pc:docMk/>
            <pc:sldMk cId="2827952882" sldId="1430"/>
            <ac:grpSpMk id="183" creationId="{FBD591CF-917E-41DC-9C42-BCB2046B7AFD}"/>
          </ac:grpSpMkLst>
        </pc:grpChg>
        <pc:grpChg chg="add">
          <ac:chgData name="vidushi dadu" userId="8f6edd75c0a5619a" providerId="LiveId" clId="{4A1D7BB4-DB2B-401C-9583-309F517E6E8F}" dt="2020-10-17T13:26:38.225" v="18613"/>
          <ac:grpSpMkLst>
            <pc:docMk/>
            <pc:sldMk cId="2827952882" sldId="1430"/>
            <ac:grpSpMk id="223" creationId="{A47C1538-9C9A-441C-8818-530C60DE6219}"/>
          </ac:grpSpMkLst>
        </pc:grp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88" creationId="{47DA6091-3BAE-4648-A060-A68FA4F1655A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89" creationId="{2CCCA3B5-67C1-44B1-B6F1-8550112019F1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91" creationId="{6532BB3D-23D2-4E2A-9DB8-C8E4E4DD1544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92" creationId="{95B71810-15A0-4E87-9869-EFA9D79D5641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94" creationId="{44AE0DBA-C13C-4CC5-9166-D86C8E9BBC58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95" creationId="{6DC8C9B5-151A-4CE7-937C-D7D54FC1D133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96" creationId="{72E22C4F-F236-4E61-984C-CEF48C248582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97" creationId="{1780F64E-58B1-4536-A05D-3ACE615B40BB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102" creationId="{8A798023-C288-4D47-A738-E38AC215B9D0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103" creationId="{0FC724F0-2E4F-4ECA-BDC2-676E34282069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104" creationId="{2FAAE7EF-8973-4FA9-AAA4-62DCD19E1D78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105" creationId="{DC2A7B9C-8385-47A2-A7AA-31ACAC768D89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108" creationId="{9604B8C8-9828-40BF-87BC-618107F1956D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109" creationId="{7501E0DF-DE9E-4891-BE55-A158248A5CA0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110" creationId="{5C33F355-9020-4839-A2C2-0ADDF4222CC8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112" creationId="{0EAD2F9C-27D5-4BAF-8564-39D24D6D8F3A}"/>
          </ac:cxnSpMkLst>
        </pc:cxnChg>
        <pc:cxnChg chg="mod topLvl">
          <ac:chgData name="vidushi dadu" userId="8f6edd75c0a5619a" providerId="LiveId" clId="{4A1D7BB4-DB2B-401C-9583-309F517E6E8F}" dt="2020-10-17T13:27:12.629" v="18618" actId="692"/>
          <ac:cxnSpMkLst>
            <pc:docMk/>
            <pc:sldMk cId="2827952882" sldId="1430"/>
            <ac:cxnSpMk id="113" creationId="{9EC82EDF-BD2E-45C9-96CC-44FDEF5D960E}"/>
          </ac:cxnSpMkLst>
        </pc:cxnChg>
        <pc:cxnChg chg="mod topLvl">
          <ac:chgData name="vidushi dadu" userId="8f6edd75c0a5619a" providerId="LiveId" clId="{4A1D7BB4-DB2B-401C-9583-309F517E6E8F}" dt="2020-10-17T13:27:07.924" v="18616" actId="165"/>
          <ac:cxnSpMkLst>
            <pc:docMk/>
            <pc:sldMk cId="2827952882" sldId="1430"/>
            <ac:cxnSpMk id="114" creationId="{4A1233BF-BA35-4C5D-9A2B-05BDE033B341}"/>
          </ac:cxnSpMkLst>
        </pc:cxnChg>
        <pc:cxnChg chg="mod">
          <ac:chgData name="vidushi dadu" userId="8f6edd75c0a5619a" providerId="LiveId" clId="{4A1D7BB4-DB2B-401C-9583-309F517E6E8F}" dt="2020-10-17T13:26:24.380" v="18609" actId="478"/>
          <ac:cxnSpMkLst>
            <pc:docMk/>
            <pc:sldMk cId="2827952882" sldId="1430"/>
            <ac:cxnSpMk id="120" creationId="{8E77E29F-DA70-42F6-AFD7-26FA2A2DC49A}"/>
          </ac:cxnSpMkLst>
        </pc:cxnChg>
        <pc:cxnChg chg="mod">
          <ac:chgData name="vidushi dadu" userId="8f6edd75c0a5619a" providerId="LiveId" clId="{4A1D7BB4-DB2B-401C-9583-309F517E6E8F}" dt="2020-10-17T13:26:24.380" v="18609" actId="478"/>
          <ac:cxnSpMkLst>
            <pc:docMk/>
            <pc:sldMk cId="2827952882" sldId="1430"/>
            <ac:cxnSpMk id="123" creationId="{3F032FD5-27C1-4B7C-8C58-3490E0641870}"/>
          </ac:cxnSpMkLst>
        </pc:cxnChg>
        <pc:cxnChg chg="mod">
          <ac:chgData name="vidushi dadu" userId="8f6edd75c0a5619a" providerId="LiveId" clId="{4A1D7BB4-DB2B-401C-9583-309F517E6E8F}" dt="2020-10-17T13:26:24.380" v="18609" actId="478"/>
          <ac:cxnSpMkLst>
            <pc:docMk/>
            <pc:sldMk cId="2827952882" sldId="1430"/>
            <ac:cxnSpMk id="124" creationId="{46249396-7DD7-4B57-A4F7-8BD5C9979B14}"/>
          </ac:cxnSpMkLst>
        </pc:cxnChg>
        <pc:cxnChg chg="mod">
          <ac:chgData name="vidushi dadu" userId="8f6edd75c0a5619a" providerId="LiveId" clId="{4A1D7BB4-DB2B-401C-9583-309F517E6E8F}" dt="2020-10-17T13:26:24.380" v="18609" actId="478"/>
          <ac:cxnSpMkLst>
            <pc:docMk/>
            <pc:sldMk cId="2827952882" sldId="1430"/>
            <ac:cxnSpMk id="125" creationId="{56B7E83E-9493-45E5-AA5A-0C12A696E7E3}"/>
          </ac:cxnSpMkLst>
        </pc:cxnChg>
        <pc:cxnChg chg="mod">
          <ac:chgData name="vidushi dadu" userId="8f6edd75c0a5619a" providerId="LiveId" clId="{4A1D7BB4-DB2B-401C-9583-309F517E6E8F}" dt="2020-10-17T13:26:24.380" v="18609" actId="478"/>
          <ac:cxnSpMkLst>
            <pc:docMk/>
            <pc:sldMk cId="2827952882" sldId="1430"/>
            <ac:cxnSpMk id="126" creationId="{5523BE82-F08C-4D96-ACE2-45CBBF6B4689}"/>
          </ac:cxnSpMkLst>
        </pc:cxnChg>
        <pc:cxnChg chg="mod">
          <ac:chgData name="vidushi dadu" userId="8f6edd75c0a5619a" providerId="LiveId" clId="{4A1D7BB4-DB2B-401C-9583-309F517E6E8F}" dt="2020-10-17T13:26:24.380" v="18609" actId="478"/>
          <ac:cxnSpMkLst>
            <pc:docMk/>
            <pc:sldMk cId="2827952882" sldId="1430"/>
            <ac:cxnSpMk id="155" creationId="{C9F4B7B8-83AF-47FC-8AD4-17E6EFFD64BF}"/>
          </ac:cxnSpMkLst>
        </pc:cxnChg>
        <pc:cxnChg chg="mod">
          <ac:chgData name="vidushi dadu" userId="8f6edd75c0a5619a" providerId="LiveId" clId="{4A1D7BB4-DB2B-401C-9583-309F517E6E8F}" dt="2020-10-17T13:26:24.380" v="18609" actId="478"/>
          <ac:cxnSpMkLst>
            <pc:docMk/>
            <pc:sldMk cId="2827952882" sldId="1430"/>
            <ac:cxnSpMk id="156" creationId="{DCBE219F-DEB1-447C-BF67-1FD58DBE0FC8}"/>
          </ac:cxnSpMkLst>
        </pc:cxnChg>
        <pc:cxnChg chg="mod">
          <ac:chgData name="vidushi dadu" userId="8f6edd75c0a5619a" providerId="LiveId" clId="{4A1D7BB4-DB2B-401C-9583-309F517E6E8F}" dt="2020-10-17T13:26:24.380" v="18609" actId="478"/>
          <ac:cxnSpMkLst>
            <pc:docMk/>
            <pc:sldMk cId="2827952882" sldId="1430"/>
            <ac:cxnSpMk id="163" creationId="{6494F74D-E28F-413B-8164-8F0E73A65191}"/>
          </ac:cxnSpMkLst>
        </pc:cxnChg>
        <pc:cxnChg chg="mod">
          <ac:chgData name="vidushi dadu" userId="8f6edd75c0a5619a" providerId="LiveId" clId="{4A1D7BB4-DB2B-401C-9583-309F517E6E8F}" dt="2020-10-17T13:26:24.380" v="18609" actId="478"/>
          <ac:cxnSpMkLst>
            <pc:docMk/>
            <pc:sldMk cId="2827952882" sldId="1430"/>
            <ac:cxnSpMk id="164" creationId="{E8E385DC-715B-4298-8246-0A50D0D786E7}"/>
          </ac:cxnSpMkLst>
        </pc:cxnChg>
        <pc:cxnChg chg="mod">
          <ac:chgData name="vidushi dadu" userId="8f6edd75c0a5619a" providerId="LiveId" clId="{4A1D7BB4-DB2B-401C-9583-309F517E6E8F}" dt="2020-10-17T13:26:24.380" v="18609" actId="478"/>
          <ac:cxnSpMkLst>
            <pc:docMk/>
            <pc:sldMk cId="2827952882" sldId="1430"/>
            <ac:cxnSpMk id="165" creationId="{9A0B6463-2A9E-489F-97E4-AA68EF5FD50C}"/>
          </ac:cxnSpMkLst>
        </pc:cxnChg>
        <pc:cxnChg chg="mod">
          <ac:chgData name="vidushi dadu" userId="8f6edd75c0a5619a" providerId="LiveId" clId="{4A1D7BB4-DB2B-401C-9583-309F517E6E8F}" dt="2020-10-17T13:26:24.380" v="18609" actId="478"/>
          <ac:cxnSpMkLst>
            <pc:docMk/>
            <pc:sldMk cId="2827952882" sldId="1430"/>
            <ac:cxnSpMk id="175" creationId="{DDD577A2-AF2A-44A6-B033-A013072CD687}"/>
          </ac:cxnSpMkLst>
        </pc:cxnChg>
      </pc:sldChg>
      <pc:sldMasterChg chg="delSldLayout">
        <pc:chgData name="vidushi dadu" userId="8f6edd75c0a5619a" providerId="LiveId" clId="{4A1D7BB4-DB2B-401C-9583-309F517E6E8F}" dt="2020-10-17T13:35:08.872" v="18653" actId="2696"/>
        <pc:sldMasterMkLst>
          <pc:docMk/>
          <pc:sldMasterMk cId="27431805" sldId="2147483648"/>
        </pc:sldMasterMkLst>
        <pc:sldLayoutChg chg="del">
          <pc:chgData name="vidushi dadu" userId="8f6edd75c0a5619a" providerId="LiveId" clId="{4A1D7BB4-DB2B-401C-9583-309F517E6E8F}" dt="2020-10-17T13:35:08.872" v="18653" actId="2696"/>
          <pc:sldLayoutMkLst>
            <pc:docMk/>
            <pc:sldMasterMk cId="27431805" sldId="2147483648"/>
            <pc:sldLayoutMk cId="2202626304" sldId="2147483672"/>
          </pc:sldLayoutMkLst>
        </pc:sldLayoutChg>
      </pc:sldMasterChg>
      <pc:sldMasterChg chg="delSldLayout">
        <pc:chgData name="vidushi dadu" userId="8f6edd75c0a5619a" providerId="LiveId" clId="{4A1D7BB4-DB2B-401C-9583-309F517E6E8F}" dt="2020-10-10T02:21:11.519" v="3318" actId="2696"/>
        <pc:sldMasterMkLst>
          <pc:docMk/>
          <pc:sldMasterMk cId="3319314704" sldId="2147483660"/>
        </pc:sldMasterMkLst>
        <pc:sldLayoutChg chg="del">
          <pc:chgData name="vidushi dadu" userId="8f6edd75c0a5619a" providerId="LiveId" clId="{4A1D7BB4-DB2B-401C-9583-309F517E6E8F}" dt="2020-10-10T02:21:11.519" v="3318" actId="2696"/>
          <pc:sldLayoutMkLst>
            <pc:docMk/>
            <pc:sldMasterMk cId="3319314704" sldId="2147483660"/>
            <pc:sldLayoutMk cId="2376436177" sldId="2147483672"/>
          </pc:sldLayoutMkLst>
        </pc:sldLayoutChg>
      </pc:sldMasterChg>
    </pc:docChg>
  </pc:docChgLst>
  <pc:docChgLst>
    <pc:chgData name="Tony Nowatzki" userId="41f9d2049d04c621" providerId="Windows Live" clId="Web-{384CE6D9-4928-4D69-B48C-6C6B5C5C7C6D}"/>
    <pc:docChg chg="">
      <pc:chgData name="Tony Nowatzki" userId="41f9d2049d04c621" providerId="Windows Live" clId="Web-{384CE6D9-4928-4D69-B48C-6C6B5C5C7C6D}" dt="2020-10-16T22:26:26.193" v="1"/>
      <pc:docMkLst>
        <pc:docMk/>
      </pc:docMkLst>
      <pc:sldChg chg="addCm">
        <pc:chgData name="Tony Nowatzki" userId="41f9d2049d04c621" providerId="Windows Live" clId="Web-{384CE6D9-4928-4D69-B48C-6C6B5C5C7C6D}" dt="2020-10-16T22:26:26.193" v="1"/>
        <pc:sldMkLst>
          <pc:docMk/>
          <pc:sldMk cId="2799960831" sldId="1405"/>
        </pc:sldMkLst>
      </pc:sldChg>
    </pc:docChg>
  </pc:docChgLst>
  <pc:docChgLst>
    <pc:chgData name="vidushi dadu" userId="8f6edd75c0a5619a" providerId="Windows Live" clId="Web-{26DEC460-7738-4BFA-84E5-E569DCF7939A}"/>
    <pc:docChg chg="addSld modSld">
      <pc:chgData name="vidushi dadu" userId="8f6edd75c0a5619a" providerId="Windows Live" clId="Web-{26DEC460-7738-4BFA-84E5-E569DCF7939A}" dt="2020-10-13T19:32:45.616" v="154" actId="20577"/>
      <pc:docMkLst>
        <pc:docMk/>
      </pc:docMkLst>
      <pc:sldChg chg="addSp modSp">
        <pc:chgData name="vidushi dadu" userId="8f6edd75c0a5619a" providerId="Windows Live" clId="Web-{26DEC460-7738-4BFA-84E5-E569DCF7939A}" dt="2020-10-13T09:22:45.032" v="14" actId="14100"/>
        <pc:sldMkLst>
          <pc:docMk/>
          <pc:sldMk cId="2665646921" sldId="1346"/>
        </pc:sldMkLst>
        <pc:spChg chg="add mod">
          <ac:chgData name="vidushi dadu" userId="8f6edd75c0a5619a" providerId="Windows Live" clId="Web-{26DEC460-7738-4BFA-84E5-E569DCF7939A}" dt="2020-10-13T09:21:09.479" v="1" actId="1076"/>
          <ac:spMkLst>
            <pc:docMk/>
            <pc:sldMk cId="2665646921" sldId="1346"/>
            <ac:spMk id="6" creationId="{BE9B3131-707D-457C-A3FD-9C3E791795B3}"/>
          </ac:spMkLst>
        </pc:spChg>
        <pc:spChg chg="add mod">
          <ac:chgData name="vidushi dadu" userId="8f6edd75c0a5619a" providerId="Windows Live" clId="Web-{26DEC460-7738-4BFA-84E5-E569DCF7939A}" dt="2020-10-13T09:21:20.432" v="8" actId="20577"/>
          <ac:spMkLst>
            <pc:docMk/>
            <pc:sldMk cId="2665646921" sldId="1346"/>
            <ac:spMk id="7" creationId="{1DA29C43-26AE-4EE4-BE15-962E1B1827B6}"/>
          </ac:spMkLst>
        </pc:spChg>
        <pc:cxnChg chg="add mod">
          <ac:chgData name="vidushi dadu" userId="8f6edd75c0a5619a" providerId="Windows Live" clId="Web-{26DEC460-7738-4BFA-84E5-E569DCF7939A}" dt="2020-10-13T09:22:18.483" v="11" actId="14100"/>
          <ac:cxnSpMkLst>
            <pc:docMk/>
            <pc:sldMk cId="2665646921" sldId="1346"/>
            <ac:cxnSpMk id="8" creationId="{A210C0B4-C719-48BD-A758-BB05C7D8F182}"/>
          </ac:cxnSpMkLst>
        </pc:cxnChg>
        <pc:cxnChg chg="add mod">
          <ac:chgData name="vidushi dadu" userId="8f6edd75c0a5619a" providerId="Windows Live" clId="Web-{26DEC460-7738-4BFA-84E5-E569DCF7939A}" dt="2020-10-13T09:22:45.032" v="14" actId="14100"/>
          <ac:cxnSpMkLst>
            <pc:docMk/>
            <pc:sldMk cId="2665646921" sldId="1346"/>
            <ac:cxnSpMk id="9" creationId="{2BEE1766-01E9-4CB0-8E36-C62248965BBB}"/>
          </ac:cxnSpMkLst>
        </pc:cxnChg>
      </pc:sldChg>
      <pc:sldChg chg="modSp new">
        <pc:chgData name="vidushi dadu" userId="8f6edd75c0a5619a" providerId="Windows Live" clId="Web-{26DEC460-7738-4BFA-84E5-E569DCF7939A}" dt="2020-10-13T18:53:51.379" v="17" actId="20577"/>
        <pc:sldMkLst>
          <pc:docMk/>
          <pc:sldMk cId="2217735891" sldId="1352"/>
        </pc:sldMkLst>
        <pc:spChg chg="mod">
          <ac:chgData name="vidushi dadu" userId="8f6edd75c0a5619a" providerId="Windows Live" clId="Web-{26DEC460-7738-4BFA-84E5-E569DCF7939A}" dt="2020-10-13T18:53:51.379" v="17" actId="20577"/>
          <ac:spMkLst>
            <pc:docMk/>
            <pc:sldMk cId="2217735891" sldId="1352"/>
            <ac:spMk id="3" creationId="{F72492D6-141E-44FF-860E-58C7124D084A}"/>
          </ac:spMkLst>
        </pc:spChg>
      </pc:sldChg>
      <pc:sldChg chg="modSp new">
        <pc:chgData name="vidushi dadu" userId="8f6edd75c0a5619a" providerId="Windows Live" clId="Web-{26DEC460-7738-4BFA-84E5-E569DCF7939A}" dt="2020-10-13T19:01:24.796" v="74" actId="20577"/>
        <pc:sldMkLst>
          <pc:docMk/>
          <pc:sldMk cId="3852825295" sldId="1353"/>
        </pc:sldMkLst>
        <pc:spChg chg="mod">
          <ac:chgData name="vidushi dadu" userId="8f6edd75c0a5619a" providerId="Windows Live" clId="Web-{26DEC460-7738-4BFA-84E5-E569DCF7939A}" dt="2020-10-13T18:59:38.884" v="63" actId="20577"/>
          <ac:spMkLst>
            <pc:docMk/>
            <pc:sldMk cId="3852825295" sldId="1353"/>
            <ac:spMk id="2" creationId="{58CBB630-73FF-407B-BC49-A72E548F01BA}"/>
          </ac:spMkLst>
        </pc:spChg>
        <pc:spChg chg="mod">
          <ac:chgData name="vidushi dadu" userId="8f6edd75c0a5619a" providerId="Windows Live" clId="Web-{26DEC460-7738-4BFA-84E5-E569DCF7939A}" dt="2020-10-13T19:01:24.796" v="74" actId="20577"/>
          <ac:spMkLst>
            <pc:docMk/>
            <pc:sldMk cId="3852825295" sldId="1353"/>
            <ac:spMk id="3" creationId="{B3082351-360B-4917-87DD-C8CB28F1ACE5}"/>
          </ac:spMkLst>
        </pc:spChg>
      </pc:sldChg>
      <pc:sldChg chg="modSp add replId">
        <pc:chgData name="vidushi dadu" userId="8f6edd75c0a5619a" providerId="Windows Live" clId="Web-{26DEC460-7738-4BFA-84E5-E569DCF7939A}" dt="2020-10-13T18:59:33.306" v="50" actId="20577"/>
        <pc:sldMkLst>
          <pc:docMk/>
          <pc:sldMk cId="243354173" sldId="1354"/>
        </pc:sldMkLst>
        <pc:spChg chg="mod">
          <ac:chgData name="vidushi dadu" userId="8f6edd75c0a5619a" providerId="Windows Live" clId="Web-{26DEC460-7738-4BFA-84E5-E569DCF7939A}" dt="2020-10-13T18:59:33.306" v="50" actId="20577"/>
          <ac:spMkLst>
            <pc:docMk/>
            <pc:sldMk cId="243354173" sldId="1354"/>
            <ac:spMk id="2" creationId="{58CBB630-73FF-407B-BC49-A72E548F01BA}"/>
          </ac:spMkLst>
        </pc:spChg>
      </pc:sldChg>
      <pc:sldChg chg="modSp add replId">
        <pc:chgData name="vidushi dadu" userId="8f6edd75c0a5619a" providerId="Windows Live" clId="Web-{26DEC460-7738-4BFA-84E5-E569DCF7939A}" dt="2020-10-13T18:59:24.133" v="37" actId="20577"/>
        <pc:sldMkLst>
          <pc:docMk/>
          <pc:sldMk cId="1763570678" sldId="1355"/>
        </pc:sldMkLst>
        <pc:spChg chg="mod">
          <ac:chgData name="vidushi dadu" userId="8f6edd75c0a5619a" providerId="Windows Live" clId="Web-{26DEC460-7738-4BFA-84E5-E569DCF7939A}" dt="2020-10-13T18:59:24.133" v="37" actId="20577"/>
          <ac:spMkLst>
            <pc:docMk/>
            <pc:sldMk cId="1763570678" sldId="1355"/>
            <ac:spMk id="3" creationId="{B3082351-360B-4917-87DD-C8CB28F1ACE5}"/>
          </ac:spMkLst>
        </pc:spChg>
      </pc:sldChg>
      <pc:sldChg chg="new">
        <pc:chgData name="vidushi dadu" userId="8f6edd75c0a5619a" providerId="Windows Live" clId="Web-{26DEC460-7738-4BFA-84E5-E569DCF7939A}" dt="2020-10-13T19:00:02.620" v="66"/>
        <pc:sldMkLst>
          <pc:docMk/>
          <pc:sldMk cId="701335247" sldId="1356"/>
        </pc:sldMkLst>
      </pc:sldChg>
      <pc:sldChg chg="modSp add replId">
        <pc:chgData name="vidushi dadu" userId="8f6edd75c0a5619a" providerId="Windows Live" clId="Web-{26DEC460-7738-4BFA-84E5-E569DCF7939A}" dt="2020-10-13T19:22:21.707" v="79" actId="20577"/>
        <pc:sldMkLst>
          <pc:docMk/>
          <pc:sldMk cId="1332525243" sldId="1357"/>
        </pc:sldMkLst>
        <pc:spChg chg="mod">
          <ac:chgData name="vidushi dadu" userId="8f6edd75c0a5619a" providerId="Windows Live" clId="Web-{26DEC460-7738-4BFA-84E5-E569DCF7939A}" dt="2020-10-13T19:00:13.199" v="68" actId="20577"/>
          <ac:spMkLst>
            <pc:docMk/>
            <pc:sldMk cId="1332525243" sldId="1357"/>
            <ac:spMk id="2" creationId="{58CBB630-73FF-407B-BC49-A72E548F01BA}"/>
          </ac:spMkLst>
        </pc:spChg>
        <pc:spChg chg="mod">
          <ac:chgData name="vidushi dadu" userId="8f6edd75c0a5619a" providerId="Windows Live" clId="Web-{26DEC460-7738-4BFA-84E5-E569DCF7939A}" dt="2020-10-13T19:22:21.707" v="79" actId="20577"/>
          <ac:spMkLst>
            <pc:docMk/>
            <pc:sldMk cId="1332525243" sldId="1357"/>
            <ac:spMk id="3" creationId="{B3082351-360B-4917-87DD-C8CB28F1ACE5}"/>
          </ac:spMkLst>
        </pc:spChg>
      </pc:sldChg>
      <pc:sldChg chg="modSp add replId">
        <pc:chgData name="vidushi dadu" userId="8f6edd75c0a5619a" providerId="Windows Live" clId="Web-{26DEC460-7738-4BFA-84E5-E569DCF7939A}" dt="2020-10-13T19:23:43.883" v="86" actId="20577"/>
        <pc:sldMkLst>
          <pc:docMk/>
          <pc:sldMk cId="1231490986" sldId="1358"/>
        </pc:sldMkLst>
        <pc:spChg chg="mod">
          <ac:chgData name="vidushi dadu" userId="8f6edd75c0a5619a" providerId="Windows Live" clId="Web-{26DEC460-7738-4BFA-84E5-E569DCF7939A}" dt="2020-10-13T19:23:41.930" v="83" actId="20577"/>
          <ac:spMkLst>
            <pc:docMk/>
            <pc:sldMk cId="1231490986" sldId="1358"/>
            <ac:spMk id="2" creationId="{58CBB630-73FF-407B-BC49-A72E548F01BA}"/>
          </ac:spMkLst>
        </pc:spChg>
        <pc:spChg chg="mod">
          <ac:chgData name="vidushi dadu" userId="8f6edd75c0a5619a" providerId="Windows Live" clId="Web-{26DEC460-7738-4BFA-84E5-E569DCF7939A}" dt="2020-10-13T19:23:43.883" v="86" actId="20577"/>
          <ac:spMkLst>
            <pc:docMk/>
            <pc:sldMk cId="1231490986" sldId="1358"/>
            <ac:spMk id="3" creationId="{B3082351-360B-4917-87DD-C8CB28F1ACE5}"/>
          </ac:spMkLst>
        </pc:spChg>
      </pc:sldChg>
      <pc:sldChg chg="modSp new">
        <pc:chgData name="vidushi dadu" userId="8f6edd75c0a5619a" providerId="Windows Live" clId="Web-{26DEC460-7738-4BFA-84E5-E569DCF7939A}" dt="2020-10-13T19:29:59.872" v="134" actId="20577"/>
        <pc:sldMkLst>
          <pc:docMk/>
          <pc:sldMk cId="3810232303" sldId="1359"/>
        </pc:sldMkLst>
        <pc:spChg chg="mod">
          <ac:chgData name="vidushi dadu" userId="8f6edd75c0a5619a" providerId="Windows Live" clId="Web-{26DEC460-7738-4BFA-84E5-E569DCF7939A}" dt="2020-10-13T19:29:59.872" v="134" actId="20577"/>
          <ac:spMkLst>
            <pc:docMk/>
            <pc:sldMk cId="3810232303" sldId="1359"/>
            <ac:spMk id="2" creationId="{782D8689-E471-42A5-A3E8-1674A4584E36}"/>
          </ac:spMkLst>
        </pc:spChg>
        <pc:spChg chg="mod">
          <ac:chgData name="vidushi dadu" userId="8f6edd75c0a5619a" providerId="Windows Live" clId="Web-{26DEC460-7738-4BFA-84E5-E569DCF7939A}" dt="2020-10-13T19:29:08.713" v="102" actId="20577"/>
          <ac:spMkLst>
            <pc:docMk/>
            <pc:sldMk cId="3810232303" sldId="1359"/>
            <ac:spMk id="3" creationId="{2AB4C38C-3447-492B-A8E3-0AE6B963AE35}"/>
          </ac:spMkLst>
        </pc:spChg>
      </pc:sldChg>
      <pc:sldChg chg="modSp new">
        <pc:chgData name="vidushi dadu" userId="8f6edd75c0a5619a" providerId="Windows Live" clId="Web-{26DEC460-7738-4BFA-84E5-E569DCF7939A}" dt="2020-10-13T19:32:45.616" v="153" actId="20577"/>
        <pc:sldMkLst>
          <pc:docMk/>
          <pc:sldMk cId="661849036" sldId="1360"/>
        </pc:sldMkLst>
        <pc:spChg chg="mod">
          <ac:chgData name="vidushi dadu" userId="8f6edd75c0a5619a" providerId="Windows Live" clId="Web-{26DEC460-7738-4BFA-84E5-E569DCF7939A}" dt="2020-10-13T19:32:45.616" v="153" actId="20577"/>
          <ac:spMkLst>
            <pc:docMk/>
            <pc:sldMk cId="661849036" sldId="1360"/>
            <ac:spMk id="2" creationId="{6F792D48-801C-4CC7-B930-70EBBD6E69B9}"/>
          </ac:spMkLst>
        </pc:spChg>
        <pc:spChg chg="mod">
          <ac:chgData name="vidushi dadu" userId="8f6edd75c0a5619a" providerId="Windows Live" clId="Web-{26DEC460-7738-4BFA-84E5-E569DCF7939A}" dt="2020-10-13T19:32:37.100" v="139" actId="20577"/>
          <ac:spMkLst>
            <pc:docMk/>
            <pc:sldMk cId="661849036" sldId="1360"/>
            <ac:spMk id="3" creationId="{DBAF3387-007D-4CEC-9F8F-2C15DC5193D5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10-13T16:39:02.102" idx="9">
    <p:pos x="3433" y="2914"/>
    <p:text>update it according to the new outline</p:text>
    <p:extLst>
      <p:ext uri="{C676402C-5697-4E1C-873F-D02D1690AC5C}">
        <p15:threadingInfo xmlns:p15="http://schemas.microsoft.com/office/powerpoint/2012/main" timeZoneBias="4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10-11T02:02:58.816" idx="7">
    <p:pos x="10" y="10"/>
    <p:text>need to update text</p:text>
    <p:extLst>
      <p:ext uri="{C676402C-5697-4E1C-873F-D02D1690AC5C}">
        <p15:threadingInfo xmlns:p15="http://schemas.microsoft.com/office/powerpoint/2012/main" timeZoneBias="420"/>
      </p:ext>
    </p:extLst>
  </p:cm>
  <p:cm authorId="1" dt="2020-10-13T17:30:18.139" idx="10">
    <p:pos x="10" y="106"/>
    <p:text>add figures everywhere</p:text>
    <p:extLst>
      <p:ext uri="{C676402C-5697-4E1C-873F-D02D1690AC5C}">
        <p15:threadingInfo xmlns:p15="http://schemas.microsoft.com/office/powerpoint/2012/main" timeZoneBias="420">
          <p15:parentCm authorId="1" idx="7"/>
        </p15:threadingInfo>
      </p:ext>
    </p:extLst>
  </p:cm>
  <p:cm authorId="1" dt="2020-10-13T17:30:27.594" idx="11">
    <p:pos x="10" y="202"/>
    <p:text>correct functionality for scratch writes</p:text>
    <p:extLst>
      <p:ext uri="{C676402C-5697-4E1C-873F-D02D1690AC5C}">
        <p15:threadingInfo xmlns:p15="http://schemas.microsoft.com/office/powerpoint/2012/main" timeZoneBias="420">
          <p15:parentCm authorId="1" idx="7"/>
        </p15:threadingInfo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DB884-D958-466A-BFD5-813FC5255039}" type="datetimeFigureOut">
              <a:rPr lang="en-US" smtClean="0"/>
              <a:t>10/17/2020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F8A19-EE15-4BC1-AD30-19E46BC63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19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// join of indices SS_DMA_READ(&amp;</a:t>
            </a:r>
            <a:r>
              <a:rPr lang="en-US" err="1"/>
              <a:t>matrix_row_ind</a:t>
            </a:r>
            <a:r>
              <a:rPr lang="en-US"/>
              <a:t>[</a:t>
            </a:r>
            <a:r>
              <a:rPr lang="en-US" err="1"/>
              <a:t>row_offset</a:t>
            </a:r>
            <a:r>
              <a:rPr lang="en-US"/>
              <a:t>[row]], 0, (</a:t>
            </a:r>
            <a:r>
              <a:rPr lang="en-US" err="1"/>
              <a:t>row_offset</a:t>
            </a:r>
            <a:r>
              <a:rPr lang="en-US"/>
              <a:t>[row+1]-</a:t>
            </a:r>
            <a:r>
              <a:rPr lang="en-US" err="1"/>
              <a:t>row_offset</a:t>
            </a:r>
            <a:r>
              <a:rPr lang="en-US"/>
              <a:t>[row]) * 8, 1, </a:t>
            </a:r>
            <a:r>
              <a:rPr lang="en-US" err="1"/>
              <a:t>P_dotp_indA</a:t>
            </a:r>
            <a:r>
              <a:rPr lang="en-US"/>
              <a:t>); SS_CONST(</a:t>
            </a:r>
            <a:r>
              <a:rPr lang="en-US" err="1"/>
              <a:t>P_dotp_indA</a:t>
            </a:r>
            <a:r>
              <a:rPr lang="en-US"/>
              <a:t>, sentinel, 1); SS_DMA_READ(&amp;</a:t>
            </a:r>
            <a:r>
              <a:rPr lang="en-US" err="1"/>
              <a:t>vector_ind</a:t>
            </a:r>
            <a:r>
              <a:rPr lang="en-US"/>
              <a:t>[0], 0, </a:t>
            </a:r>
            <a:r>
              <a:rPr lang="en-US" err="1"/>
              <a:t>vec_len</a:t>
            </a:r>
            <a:r>
              <a:rPr lang="en-US"/>
              <a:t> * 8, 1, </a:t>
            </a:r>
            <a:r>
              <a:rPr lang="en-US" err="1"/>
              <a:t>P_dotp_indB</a:t>
            </a:r>
            <a:r>
              <a:rPr lang="en-US"/>
              <a:t>); SS_CONST(</a:t>
            </a:r>
            <a:r>
              <a:rPr lang="en-US" err="1"/>
              <a:t>P_dotp_indB</a:t>
            </a:r>
            <a:r>
              <a:rPr lang="en-US"/>
              <a:t>, sentinel, 1); // indirect access to the values of matched indices (unknown length) SS_INDIRECT(</a:t>
            </a:r>
            <a:r>
              <a:rPr lang="en-US" err="1"/>
              <a:t>P_dotp_matchIndA</a:t>
            </a:r>
            <a:r>
              <a:rPr lang="en-US"/>
              <a:t>, &amp;</a:t>
            </a:r>
            <a:r>
              <a:rPr lang="en-US" err="1"/>
              <a:t>matrix_row_val</a:t>
            </a:r>
            <a:r>
              <a:rPr lang="en-US"/>
              <a:t>[</a:t>
            </a:r>
            <a:r>
              <a:rPr lang="en-US" err="1"/>
              <a:t>row_offset</a:t>
            </a:r>
            <a:r>
              <a:rPr lang="en-US"/>
              <a:t>[row]], M, </a:t>
            </a:r>
            <a:r>
              <a:rPr lang="en-US" err="1"/>
              <a:t>P_dotp_matchValA</a:t>
            </a:r>
            <a:r>
              <a:rPr lang="en-US"/>
              <a:t>); SS_INDIRECT(</a:t>
            </a:r>
            <a:r>
              <a:rPr lang="en-US" err="1"/>
              <a:t>P_dotp_matchIndB</a:t>
            </a:r>
            <a:r>
              <a:rPr lang="en-US"/>
              <a:t>, &amp;</a:t>
            </a:r>
            <a:r>
              <a:rPr lang="en-US" err="1"/>
              <a:t>vector_val</a:t>
            </a:r>
            <a:r>
              <a:rPr lang="en-US"/>
              <a:t>[0], M, </a:t>
            </a:r>
            <a:r>
              <a:rPr lang="en-US" err="1"/>
              <a:t>P_dotp_matchValB</a:t>
            </a:r>
            <a:r>
              <a:rPr lang="en-US"/>
              <a:t>); // reset all streams when the output is accumulated SS_RECV(</a:t>
            </a:r>
            <a:r>
              <a:rPr lang="en-US" err="1"/>
              <a:t>P_dotp_O</a:t>
            </a:r>
            <a:r>
              <a:rPr lang="en-US"/>
              <a:t>, output[row]); SS_RESET(); SS_WAIT_ALL();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315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Specify the parent stream from “</a:t>
            </a:r>
            <a:r>
              <a:rPr lang="en-US" sz="1200" dirty="0" err="1"/>
              <a:t>parent_port</a:t>
            </a:r>
            <a:r>
              <a:rPr lang="en-US" sz="1200" dirty="0"/>
              <a:t>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New address is calculated using </a:t>
            </a:r>
            <a:r>
              <a:rPr lang="en-US" sz="1200" dirty="0" err="1"/>
              <a:t>addr_offset</a:t>
            </a:r>
            <a:r>
              <a:rPr lang="en-US" sz="1200" dirty="0"/>
              <a:t> + (b[</a:t>
            </a:r>
            <a:r>
              <a:rPr lang="en-US" sz="1200" dirty="0" err="1"/>
              <a:t>i</a:t>
            </a:r>
            <a:r>
              <a:rPr lang="en-US" sz="1200" dirty="0"/>
              <a:t>]:data at </a:t>
            </a:r>
            <a:r>
              <a:rPr lang="en-US" sz="1200" dirty="0" err="1"/>
              <a:t>parent_port</a:t>
            </a:r>
            <a:r>
              <a:rPr lang="en-US" sz="12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/>
              <a:t>Write the stream to </a:t>
            </a:r>
            <a:r>
              <a:rPr lang="en-US" sz="1200" dirty="0" err="1"/>
              <a:t>input_port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02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SS_RESET() </a:t>
            </a:r>
          </a:p>
          <a:p>
            <a:r>
              <a:rPr lang="en-US"/>
              <a:t>for existing </a:t>
            </a:r>
            <a:r>
              <a:rPr lang="en-US" i="1">
                <a:latin typeface="Consolas" panose="020B0609020204030204" pitchFamily="49" charset="0"/>
              </a:rPr>
              <a:t>read</a:t>
            </a:r>
            <a:r>
              <a:rPr lang="en-US"/>
              <a:t> streams: drops pending requests and sets </a:t>
            </a:r>
            <a:r>
              <a:rPr lang="en-US" err="1"/>
              <a:t>num_elem</a:t>
            </a:r>
            <a:r>
              <a:rPr lang="en-US"/>
              <a:t> to 0</a:t>
            </a:r>
          </a:p>
          <a:p>
            <a:r>
              <a:rPr lang="en-US"/>
              <a:t>For existing </a:t>
            </a:r>
            <a:r>
              <a:rPr lang="en-US" i="1"/>
              <a:t>write </a:t>
            </a:r>
            <a:r>
              <a:rPr lang="en-US"/>
              <a:t>streams: sets </a:t>
            </a:r>
            <a:r>
              <a:rPr lang="en-US" err="1"/>
              <a:t>num_elem</a:t>
            </a:r>
            <a:r>
              <a:rPr lang="en-US"/>
              <a:t> to 0 when the </a:t>
            </a:r>
            <a:r>
              <a:rPr lang="en-US" err="1"/>
              <a:t>vector_port</a:t>
            </a:r>
            <a:r>
              <a:rPr lang="en-US"/>
              <a:t> is empty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/*! * \brief Drop all the ongoing data request while retaining the configuration. */#define SS_RESET() \ __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 __volatile__("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ss_cfg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x0, 0") /*! * \brief Reset all live streams after finishing all ports */#define SS_STREAM_RESET() \ __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 __volatile__("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ss_cfg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x0, 1");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46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71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supporting stream-join in hardware, we add control look-up table which takes the control value as input and applies these are control operations: reuse, reset, and discard. To support reuse, there is support for flow control as well.</a:t>
            </a:r>
          </a:p>
        </p:txBody>
      </p:sp>
    </p:spTree>
    <p:extLst>
      <p:ext uri="{BB962C8B-B14F-4D97-AF65-F5344CB8AC3E}">
        <p14:creationId xmlns:p14="http://schemas.microsoft.com/office/powerpoint/2010/main" val="816407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supporting stream-join in hardware, we add control look-up table which takes the control value as input and applies these are control operations: reuse, reset, and discard. To support reuse, there is support for flow control as well.</a:t>
            </a:r>
          </a:p>
        </p:txBody>
      </p:sp>
    </p:spTree>
    <p:extLst>
      <p:ext uri="{BB962C8B-B14F-4D97-AF65-F5344CB8AC3E}">
        <p14:creationId xmlns:p14="http://schemas.microsoft.com/office/powerpoint/2010/main" val="3435088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supporting stream-join in hardware, we add control look-up table which takes the control value as input and applies these are control operations: reuse, reset, and discard. To support reuse, there is support for flow control as well.</a:t>
            </a:r>
          </a:p>
        </p:txBody>
      </p:sp>
    </p:spTree>
    <p:extLst>
      <p:ext uri="{BB962C8B-B14F-4D97-AF65-F5344CB8AC3E}">
        <p14:creationId xmlns:p14="http://schemas.microsoft.com/office/powerpoint/2010/main" val="658040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supporting stream-join in hardware, we add control look-up table which takes the control value as input and applies these are control operations: reuse, reset, and discard. To support reuse, there is support for flow control as well.</a:t>
            </a:r>
          </a:p>
        </p:txBody>
      </p:sp>
    </p:spTree>
    <p:extLst>
      <p:ext uri="{BB962C8B-B14F-4D97-AF65-F5344CB8AC3E}">
        <p14:creationId xmlns:p14="http://schemas.microsoft.com/office/powerpoint/2010/main" val="4244193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supporting stream-join in hardware, we add control look-up table which takes the control value as input and applies these are control operations: reuse, reset, and discard. To support reuse, there is support for flow control as well.</a:t>
            </a:r>
          </a:p>
        </p:txBody>
      </p:sp>
    </p:spTree>
    <p:extLst>
      <p:ext uri="{BB962C8B-B14F-4D97-AF65-F5344CB8AC3E}">
        <p14:creationId xmlns:p14="http://schemas.microsoft.com/office/powerpoint/2010/main" val="769688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indAInput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indB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# generate predicate whether indices match (0 for match and 3 for end # returns the matched indices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matchedIndOutput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done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27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Input: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indAInput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indB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# generate predicate whether indices match (0 for match and 3 for end # returns the matched indices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Output: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matchedIndOutput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done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38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// reset all streams when the output is accumulated uint64_t </a:t>
            </a:r>
            <a:r>
              <a:rPr lang="en-US" err="1"/>
              <a:t>done_flag</a:t>
            </a:r>
            <a:r>
              <a:rPr lang="en-US"/>
              <a:t>; SS_RECV(</a:t>
            </a:r>
            <a:r>
              <a:rPr lang="en-US" err="1"/>
              <a:t>P_join_done</a:t>
            </a:r>
            <a:r>
              <a:rPr lang="en-US"/>
              <a:t>, </a:t>
            </a:r>
            <a:r>
              <a:rPr lang="en-US" err="1"/>
              <a:t>done_flag</a:t>
            </a:r>
            <a:r>
              <a:rPr lang="en-US"/>
              <a:t>); SS_RESET(); SS_WAIT_ALL();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376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avoid </a:t>
            </a:r>
            <a:r>
              <a:rPr lang="en-US" err="1"/>
              <a:t>fragementation</a:t>
            </a:r>
            <a:r>
              <a:rPr lang="en-US"/>
              <a:t>, we would move to using offset array instead of </a:t>
            </a:r>
            <a:r>
              <a:rPr lang="en-US" err="1"/>
              <a:t>cnt</a:t>
            </a:r>
            <a:r>
              <a:rPr lang="en-US"/>
              <a:t> for dot product.</a:t>
            </a:r>
          </a:p>
          <a:p>
            <a:endParaRPr lang="en-US"/>
          </a:p>
          <a:p>
            <a:r>
              <a:rPr lang="en-US"/>
              <a:t>Why matched index? That means value array is stored in the dense format?</a:t>
            </a:r>
          </a:p>
          <a:p>
            <a:r>
              <a:rPr lang="en-US"/>
              <a:t>Also, error to keep a filter?</a:t>
            </a:r>
          </a:p>
          <a:p>
            <a:endParaRPr lang="en-US"/>
          </a:p>
          <a:p>
            <a:r>
              <a:rPr lang="en-US"/>
              <a:t>// join of indices SS_DMA_READ(&amp;</a:t>
            </a:r>
            <a:r>
              <a:rPr lang="en-US" err="1"/>
              <a:t>matrix_row_ind</a:t>
            </a:r>
            <a:r>
              <a:rPr lang="en-US"/>
              <a:t>[</a:t>
            </a:r>
            <a:r>
              <a:rPr lang="en-US" err="1"/>
              <a:t>row_offset</a:t>
            </a:r>
            <a:r>
              <a:rPr lang="en-US"/>
              <a:t>[row]], 0, (</a:t>
            </a:r>
            <a:r>
              <a:rPr lang="en-US" err="1"/>
              <a:t>row_offset</a:t>
            </a:r>
            <a:r>
              <a:rPr lang="en-US"/>
              <a:t>[row+1]-</a:t>
            </a:r>
            <a:r>
              <a:rPr lang="en-US" err="1"/>
              <a:t>row_offset</a:t>
            </a:r>
            <a:r>
              <a:rPr lang="en-US"/>
              <a:t>[row]) * 8, 1, </a:t>
            </a:r>
            <a:r>
              <a:rPr lang="en-US" err="1"/>
              <a:t>P_dotp_indA</a:t>
            </a:r>
            <a:r>
              <a:rPr lang="en-US"/>
              <a:t>); SS_CONST(</a:t>
            </a:r>
            <a:r>
              <a:rPr lang="en-US" err="1"/>
              <a:t>P_dotp_indA</a:t>
            </a:r>
            <a:r>
              <a:rPr lang="en-US"/>
              <a:t>, sentinel, 1); SS_DMA_READ(&amp;</a:t>
            </a:r>
            <a:r>
              <a:rPr lang="en-US" err="1"/>
              <a:t>vector_ind</a:t>
            </a:r>
            <a:r>
              <a:rPr lang="en-US"/>
              <a:t>[0], 0, </a:t>
            </a:r>
            <a:r>
              <a:rPr lang="en-US" err="1"/>
              <a:t>vec_len</a:t>
            </a:r>
            <a:r>
              <a:rPr lang="en-US"/>
              <a:t> * 8, 1, </a:t>
            </a:r>
            <a:r>
              <a:rPr lang="en-US" err="1"/>
              <a:t>P_dotp_indB</a:t>
            </a:r>
            <a:r>
              <a:rPr lang="en-US"/>
              <a:t>); SS_CONST(</a:t>
            </a:r>
            <a:r>
              <a:rPr lang="en-US" err="1"/>
              <a:t>P_dotp_indB</a:t>
            </a:r>
            <a:r>
              <a:rPr lang="en-US"/>
              <a:t>, sentinel, 1); // indirect access to the values of matched indices (unknown length) SS_INDIRECT(</a:t>
            </a:r>
            <a:r>
              <a:rPr lang="en-US" err="1"/>
              <a:t>P_dotp_matchIndA</a:t>
            </a:r>
            <a:r>
              <a:rPr lang="en-US"/>
              <a:t>, &amp;</a:t>
            </a:r>
            <a:r>
              <a:rPr lang="en-US" err="1"/>
              <a:t>matrix_row_val</a:t>
            </a:r>
            <a:r>
              <a:rPr lang="en-US"/>
              <a:t>[</a:t>
            </a:r>
            <a:r>
              <a:rPr lang="en-US" err="1"/>
              <a:t>row_offset</a:t>
            </a:r>
            <a:r>
              <a:rPr lang="en-US"/>
              <a:t>[row]], M, </a:t>
            </a:r>
            <a:r>
              <a:rPr lang="en-US" err="1"/>
              <a:t>P_dotp_matchValA</a:t>
            </a:r>
            <a:r>
              <a:rPr lang="en-US"/>
              <a:t>); SS_INDIRECT(</a:t>
            </a:r>
            <a:r>
              <a:rPr lang="en-US" err="1"/>
              <a:t>P_dotp_matchIndB</a:t>
            </a:r>
            <a:r>
              <a:rPr lang="en-US"/>
              <a:t>, &amp;</a:t>
            </a:r>
            <a:r>
              <a:rPr lang="en-US" err="1"/>
              <a:t>vector_val</a:t>
            </a:r>
            <a:r>
              <a:rPr lang="en-US"/>
              <a:t>[0], M, </a:t>
            </a:r>
            <a:r>
              <a:rPr lang="en-US" err="1"/>
              <a:t>P_dotp_matchValB</a:t>
            </a:r>
            <a:r>
              <a:rPr lang="en-US"/>
              <a:t>); // reset all streams when the output is accumulated SS_RECV(</a:t>
            </a:r>
            <a:r>
              <a:rPr lang="en-US" err="1"/>
              <a:t>P_dotp_O</a:t>
            </a:r>
            <a:r>
              <a:rPr lang="en-US"/>
              <a:t>, output[row]); SS_RESET(); SS_WAIT_ALL();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29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while(row&lt;N) { // considering granularity as row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+= NUM_THREADS;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dotp_impl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(row); }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721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#define SS_WAIT_DF(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num_rem_writes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scratch_type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\ __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__volatile__("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ss_wait_df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%0, %1" : : "r"(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num_rem_writes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scratch_type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));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Multicore primitives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Multicast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 Global barrier: waiting on the specified number of threads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Global address space: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core_id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)(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local_address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Current address mapping is linear.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preprocess graph for locality: Find a mapping function and change vertex id according to that.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2334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#define SS_WAIT_DF(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num_rem_writes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scratch_type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\ __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__volatile__("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ss_wait_df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%0, %1" : : "r"(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num_rem_writes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scratch_type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));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Multicore primitives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Multicast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 Global barrier: waiting on the specified number of threads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Global address space: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core_id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)(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local_address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Current address mapping is linear.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preprocess graph for locality: Find a mapping function and change vertex id according to that.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362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#define SS_CONFIG_MEM_MAP(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part_size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active_core_bv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map_type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\ __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 __volatile__("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ss_cfg_mmap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%0, %1, %2" : : "r"(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part_size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"r"(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active_core_bv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"(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map_type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));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459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856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avoid </a:t>
            </a:r>
            <a:r>
              <a:rPr lang="en-US" err="1"/>
              <a:t>fragementation</a:t>
            </a:r>
            <a:r>
              <a:rPr lang="en-US"/>
              <a:t>, we would move to using offset array instead of </a:t>
            </a:r>
            <a:r>
              <a:rPr lang="en-US" err="1"/>
              <a:t>cnt</a:t>
            </a:r>
            <a:r>
              <a:rPr lang="en-US"/>
              <a:t> for dot product.</a:t>
            </a:r>
          </a:p>
          <a:p>
            <a:endParaRPr lang="en-US"/>
          </a:p>
          <a:p>
            <a:r>
              <a:rPr lang="en-US"/>
              <a:t>Why matched index? That means value array is stored in the dense format?</a:t>
            </a:r>
          </a:p>
          <a:p>
            <a:r>
              <a:rPr lang="en-US"/>
              <a:t>Also, error to keep a filter?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631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avoid </a:t>
            </a:r>
            <a:r>
              <a:rPr lang="en-US" err="1"/>
              <a:t>fragementation</a:t>
            </a:r>
            <a:r>
              <a:rPr lang="en-US"/>
              <a:t>, we would move to using offset array instead of </a:t>
            </a:r>
            <a:r>
              <a:rPr lang="en-US" err="1"/>
              <a:t>cnt</a:t>
            </a:r>
            <a:r>
              <a:rPr lang="en-US"/>
              <a:t> for dot product.</a:t>
            </a:r>
          </a:p>
          <a:p>
            <a:endParaRPr lang="en-US"/>
          </a:p>
          <a:p>
            <a:r>
              <a:rPr lang="en-US"/>
              <a:t>Why matched index? That means value array is stored in the dense format?</a:t>
            </a:r>
          </a:p>
          <a:p>
            <a:r>
              <a:rPr lang="en-US"/>
              <a:t>Also, error to keep a filter?</a:t>
            </a:r>
          </a:p>
          <a:p>
            <a:endParaRPr lang="en-US"/>
          </a:p>
          <a:p>
            <a:r>
              <a:rPr lang="en-US"/>
              <a:t>// join of indices SS_DMA_READ(&amp;</a:t>
            </a:r>
            <a:r>
              <a:rPr lang="en-US" err="1"/>
              <a:t>matrix_row_ind</a:t>
            </a:r>
            <a:r>
              <a:rPr lang="en-US"/>
              <a:t>[</a:t>
            </a:r>
            <a:r>
              <a:rPr lang="en-US" err="1"/>
              <a:t>row_offset</a:t>
            </a:r>
            <a:r>
              <a:rPr lang="en-US"/>
              <a:t>[row]], 0, (</a:t>
            </a:r>
            <a:r>
              <a:rPr lang="en-US" err="1"/>
              <a:t>row_offset</a:t>
            </a:r>
            <a:r>
              <a:rPr lang="en-US"/>
              <a:t>[row+1]-</a:t>
            </a:r>
            <a:r>
              <a:rPr lang="en-US" err="1"/>
              <a:t>row_offset</a:t>
            </a:r>
            <a:r>
              <a:rPr lang="en-US"/>
              <a:t>[row]) * 8, 1, </a:t>
            </a:r>
            <a:r>
              <a:rPr lang="en-US" err="1"/>
              <a:t>P_dotp_indA</a:t>
            </a:r>
            <a:r>
              <a:rPr lang="en-US"/>
              <a:t>); SS_CONST(</a:t>
            </a:r>
            <a:r>
              <a:rPr lang="en-US" err="1"/>
              <a:t>P_dotp_indA</a:t>
            </a:r>
            <a:r>
              <a:rPr lang="en-US"/>
              <a:t>, sentinel, 1); SS_DMA_READ(&amp;</a:t>
            </a:r>
            <a:r>
              <a:rPr lang="en-US" err="1"/>
              <a:t>vector_ind</a:t>
            </a:r>
            <a:r>
              <a:rPr lang="en-US"/>
              <a:t>[0], 0, </a:t>
            </a:r>
            <a:r>
              <a:rPr lang="en-US" err="1"/>
              <a:t>vec_len</a:t>
            </a:r>
            <a:r>
              <a:rPr lang="en-US"/>
              <a:t> * 8, 1, </a:t>
            </a:r>
            <a:r>
              <a:rPr lang="en-US" err="1"/>
              <a:t>P_dotp_indB</a:t>
            </a:r>
            <a:r>
              <a:rPr lang="en-US"/>
              <a:t>); SS_CONST(</a:t>
            </a:r>
            <a:r>
              <a:rPr lang="en-US" err="1"/>
              <a:t>P_dotp_indB</a:t>
            </a:r>
            <a:r>
              <a:rPr lang="en-US"/>
              <a:t>, sentinel, 1); // indirect access to the values of matched indices (unknown length) SS_INDIRECT(</a:t>
            </a:r>
            <a:r>
              <a:rPr lang="en-US" err="1"/>
              <a:t>P_dotp_matchIndA</a:t>
            </a:r>
            <a:r>
              <a:rPr lang="en-US"/>
              <a:t>, &amp;</a:t>
            </a:r>
            <a:r>
              <a:rPr lang="en-US" err="1"/>
              <a:t>matrix_row_val</a:t>
            </a:r>
            <a:r>
              <a:rPr lang="en-US"/>
              <a:t>[</a:t>
            </a:r>
            <a:r>
              <a:rPr lang="en-US" err="1"/>
              <a:t>row_offset</a:t>
            </a:r>
            <a:r>
              <a:rPr lang="en-US"/>
              <a:t>[row]], M, </a:t>
            </a:r>
            <a:r>
              <a:rPr lang="en-US" err="1"/>
              <a:t>P_dotp_matchValA</a:t>
            </a:r>
            <a:r>
              <a:rPr lang="en-US"/>
              <a:t>); SS_INDIRECT(</a:t>
            </a:r>
            <a:r>
              <a:rPr lang="en-US" err="1"/>
              <a:t>P_dotp_matchIndB</a:t>
            </a:r>
            <a:r>
              <a:rPr lang="en-US"/>
              <a:t>, &amp;</a:t>
            </a:r>
            <a:r>
              <a:rPr lang="en-US" err="1"/>
              <a:t>vector_val</a:t>
            </a:r>
            <a:r>
              <a:rPr lang="en-US"/>
              <a:t>[0], M, </a:t>
            </a:r>
            <a:r>
              <a:rPr lang="en-US" err="1"/>
              <a:t>P_dotp_matchValB</a:t>
            </a:r>
            <a:r>
              <a:rPr lang="en-US"/>
              <a:t>); // reset all streams when the output is accumulated SS_RECV(</a:t>
            </a:r>
            <a:r>
              <a:rPr lang="en-US" err="1"/>
              <a:t>P_dotp_O</a:t>
            </a:r>
            <a:r>
              <a:rPr lang="en-US"/>
              <a:t>, output[row]); SS_RESET(); SS_WAIT_ALL();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5612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SS_RESET() </a:t>
            </a:r>
          </a:p>
          <a:p>
            <a:r>
              <a:rPr lang="en-US"/>
              <a:t>for existing </a:t>
            </a:r>
            <a:r>
              <a:rPr lang="en-US" i="1">
                <a:latin typeface="Consolas" panose="020B0609020204030204" pitchFamily="49" charset="0"/>
              </a:rPr>
              <a:t>read</a:t>
            </a:r>
            <a:r>
              <a:rPr lang="en-US"/>
              <a:t> streams: drops pending requests and sets </a:t>
            </a:r>
            <a:r>
              <a:rPr lang="en-US" err="1"/>
              <a:t>num_elem</a:t>
            </a:r>
            <a:r>
              <a:rPr lang="en-US"/>
              <a:t> to 0</a:t>
            </a:r>
          </a:p>
          <a:p>
            <a:r>
              <a:rPr lang="en-US"/>
              <a:t>For existing </a:t>
            </a:r>
            <a:r>
              <a:rPr lang="en-US" i="1"/>
              <a:t>write </a:t>
            </a:r>
            <a:r>
              <a:rPr lang="en-US"/>
              <a:t>streams: sets </a:t>
            </a:r>
            <a:r>
              <a:rPr lang="en-US" err="1"/>
              <a:t>num_elem</a:t>
            </a:r>
            <a:r>
              <a:rPr lang="en-US"/>
              <a:t> to 0 when the </a:t>
            </a:r>
            <a:r>
              <a:rPr lang="en-US" err="1"/>
              <a:t>vector_port</a:t>
            </a:r>
            <a:r>
              <a:rPr lang="en-US"/>
              <a:t> is empty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/*! * \brief Drop all the ongoing data request while retaining the configuration. */#define SS_RESET() \ __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 __volatile__("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ss_cfg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x0, 0") /*! * \brief Reset all live streams after finishing all ports */#define SS_STREAM_RESET() \ __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 __volatile__("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ss_cfg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x0, 1");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EF8A19-EE15-4BC1-AD30-19E46BC6361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57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6E1C-8387-4E8A-8665-D9905EBC8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6C98D-A3D0-43FF-AAC7-D16DD815A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1F59D-AFAC-47C3-8845-1C6598556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9EE94-96BA-4B81-B6BE-833EBB8C6891}" type="datetime1">
              <a:rPr lang="en-US" smtClean="0"/>
              <a:t>10/17/2020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6D57D-3758-4866-B39D-0ED842F0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7FC74-A123-4D29-8947-20E1E27F6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81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79425-939D-4E74-80C2-60739C6B9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DBF7-F021-47BE-9E74-6EF951A09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15343-3552-4371-9A43-2E7FF781E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2EE8B-8902-46C2-86A4-9AD9EDE2E310}" type="datetime1">
              <a:rPr lang="en-US" smtClean="0"/>
              <a:t>10/17/2020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78B51-1F82-4E8A-A6B0-6258FB56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C4F88-5C4E-42EE-A4C8-1353FC49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8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50A5-CDAD-4EB1-AB0C-9845C011B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6E69F-7E2B-402F-A676-02539A1AE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428DB-CE48-4577-B082-6BB458F61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1D91B-586B-46F6-B8AF-24C7FE7242C7}" type="datetime1">
              <a:rPr lang="en-US" smtClean="0"/>
              <a:t>10/17/2020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B23EB-EE65-4654-B143-2CB7903C6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C6BF1-2170-4982-A210-E0F50C8FD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0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E9502-AAF7-48BE-A8A3-E4D7DB09E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4F9CF-C207-4F72-AB23-D6CBB3C4C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BA207-3C03-4243-94BE-D2CB8D030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BD12E-E42F-4B29-8BAE-2A507D54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2F81-B522-48DE-89C4-82F2A2CFFD0F}" type="datetime1">
              <a:rPr lang="en-US" smtClean="0"/>
              <a:t>10/17/2020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CBB18-E8B5-4C28-A1EB-02428EB05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CBBCA-8F11-4C29-9224-7030B93B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7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5CD92-36EF-4892-8B88-5F36ED627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E4F3C-F7ED-483E-A9EC-E8B82901E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FEDC7-EB74-42FC-BB96-1260644C2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8ED821-B205-4DB6-9247-5798A84EE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59F36-C7B6-4473-9B5D-FA67495571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2051DB-70B6-4DEC-B493-6BA6BBD72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E723-BAE8-47E3-9395-C59C2A560901}" type="datetime1">
              <a:rPr lang="en-US" smtClean="0"/>
              <a:t>10/17/2020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5D88D2-C23A-4D4B-9D6A-246EF62EC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164BC2-F9A0-4743-A290-2771F5C4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41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9149-3359-4D1A-B377-60C7ED028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2FDC5F-CA4A-4429-9C78-ADAB73342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F52C-81AF-4EBE-8B0A-FDD901AFA2E3}" type="datetime1">
              <a:rPr lang="en-US" smtClean="0"/>
              <a:t>10/17/2020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B9BA2-C1E0-4367-9557-A367D327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C1F67-4A40-4567-ADEA-CDC6B6EF6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52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96AA0-47A1-46D4-B460-833B3E09A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DB47-4588-471E-A6B6-1B9D6042743E}" type="datetime1">
              <a:rPr lang="en-US" smtClean="0"/>
              <a:t>10/17/2020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4D78B3-758F-44B7-8C9F-B963AC72B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0E3FE-CBF4-4BD4-9DC8-41B22F6B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9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530F-19FE-4D1D-A58C-B7E8F94B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838B2-C599-473B-AE44-61265871D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75A52-887B-40B0-81F8-A346AD4FB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2278A-EBD8-4161-979C-6E7298C66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50BE-5801-4D71-89E0-0A3B9C1FE51B}" type="datetime1">
              <a:rPr lang="en-US" smtClean="0"/>
              <a:t>10/17/2020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02628-3827-443C-B0E3-4096CBA6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7BCDC-18BF-463B-8D52-81C1F1DD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54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9B175-593E-4BD7-B42A-5A4825B67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1F571D-D9AA-4A5C-8C18-36A0C368E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EF211-2DC5-420D-9782-985C62078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07EF9-92F2-4234-8CC7-D62DFAA06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7B75-C66B-4BAE-893D-BC0E187819BC}" type="datetime1">
              <a:rPr lang="en-US" smtClean="0"/>
              <a:t>10/17/2020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0B7C2-CA1A-49EC-8AB0-6B054587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1AE4E-1527-414C-A9AB-ACD94D77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39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AE43-3BB4-4707-BACE-D180C83A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A200B3-47C0-4436-84ED-7F4F4CC65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DD59D-02BF-4116-A105-EED1094B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F982-DDC5-4808-8DF0-52B4DC424B26}" type="datetime1">
              <a:rPr lang="en-US" smtClean="0"/>
              <a:t>10/17/2020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62D53-3505-448C-AA17-6C7F52854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E4E68-7969-4B50-B8B9-F1327ADFC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50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71798D-787D-48DD-A8B6-49D06ED2B8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93EAE-FC14-4854-B64D-20D2E11A4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753F1-2B7A-43A6-9D7E-6D0F17DCF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4DCC-6BBD-4EDB-A8F6-C6DB77132598}" type="datetime1">
              <a:rPr lang="en-US" smtClean="0"/>
              <a:t>10/17/2020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BA33A-269E-48FE-8A73-0DEF6E64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AA410-FDE9-46FF-AA27-4545B8E6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488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1_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377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096A6-0B78-439A-BD3E-112E444B521A}" type="datetime1">
              <a:rPr lang="en-US" smtClean="0"/>
              <a:t>10/17/2020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4FD883-11FF-4A24-898E-61B2E9C5A353}"/>
              </a:ext>
            </a:extLst>
          </p:cNvPr>
          <p:cNvSpPr/>
          <p:nvPr userDrawn="1"/>
        </p:nvSpPr>
        <p:spPr>
          <a:xfrm>
            <a:off x="11582400" y="6629400"/>
            <a:ext cx="6096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774699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F925F-F5BC-4B2C-B8E2-1682C6F75A5A}" type="datetime1">
              <a:rPr lang="en-US" smtClean="0"/>
              <a:t>10/17/2020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468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99E59-850E-488E-84AE-4FC107DAE7A0}" type="datetime1">
              <a:rPr lang="en-US" smtClean="0"/>
              <a:t>10/17/2020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63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27961-9470-4447-B4E9-3F64FB140691}" type="datetime1">
              <a:rPr lang="en-US" smtClean="0"/>
              <a:t>10/17/2020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16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6149A-B8A0-4868-814B-CA2CBAD1A9DF}" type="datetime1">
              <a:rPr lang="en-US" smtClean="0"/>
              <a:t>10/17/2020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062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C9D4-5E4C-42BD-8F58-7E0E10CB59ED}" type="datetime1">
              <a:rPr lang="en-US" smtClean="0"/>
              <a:t>10/17/2020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15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94581-D353-4720-BE01-015250E2BB71}" type="datetime1">
              <a:rPr lang="en-US" smtClean="0"/>
              <a:t>10/17/2020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595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6693D-797C-43C3-93A5-FA306A87F031}" type="datetime1">
              <a:rPr lang="en-US" smtClean="0"/>
              <a:t>10/17/2020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04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90DF-644A-41AE-9C32-1FA070AD99C1}" type="datetime1">
              <a:rPr lang="en-US" smtClean="0"/>
              <a:t>10/17/2020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444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F36C3-B92F-4B5F-9E35-1E01700CE4F3}" type="datetime1">
              <a:rPr lang="en-US" smtClean="0"/>
              <a:t>10/17/2020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421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88EA9-FD7A-4F03-9599-8AE18A861803}" type="datetime1">
              <a:rPr lang="en-US" smtClean="0"/>
              <a:t>10/17/2020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90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2AC93-9628-48DE-901E-AAC1C850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F5766-DA20-4C17-AC2B-A25D8666C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7F1B3-BA66-4F82-8AF0-3199642A8B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12D99-DEAD-475F-B4AC-ADB23A0F3A67}" type="datetime1">
              <a:rPr lang="en-US" smtClean="0"/>
              <a:t>10/17/2020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8BC0B-B9B9-4406-B3F5-E3327858E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EF6A8-23CE-41A9-9AA9-4E2C854BE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2B219-680F-4623-BABC-912DD53A4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FECC3-6D35-4AC0-A719-576AC0D2B4F8}" type="datetime1">
              <a:rPr lang="en-US" smtClean="0"/>
              <a:t>10/17/2020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FA6E5-D739-4B5B-9338-07A04D8D6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14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BDF6-34A0-48EB-9FD5-42BB2F829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9E71-26CA-4932-B280-B1ECE993F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6496" cy="4351338"/>
          </a:xfrm>
        </p:spPr>
        <p:txBody>
          <a:bodyPr>
            <a:normAutofit fontScale="92500"/>
          </a:bodyPr>
          <a:lstStyle/>
          <a:p>
            <a:pPr fontAlgn="base"/>
            <a:r>
              <a:rPr lang="en-US" sz="3600" b="1" dirty="0">
                <a:solidFill>
                  <a:schemeClr val="bg2">
                    <a:lumMod val="75000"/>
                  </a:schemeClr>
                </a:solidFill>
              </a:rPr>
              <a:t>Background: Decoupled Spatial Architectures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​</a:t>
            </a:r>
          </a:p>
          <a:p>
            <a:pPr fontAlgn="base"/>
            <a:r>
              <a:rPr lang="en-US" sz="3600" b="1" dirty="0">
                <a:solidFill>
                  <a:schemeClr val="bg2">
                    <a:lumMod val="75000"/>
                  </a:schemeClr>
                </a:solidFill>
              </a:rPr>
              <a:t>Decoupled-Spatial Architecture Programming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​</a:t>
            </a:r>
          </a:p>
          <a:p>
            <a:pPr fontAlgn="base"/>
            <a:r>
              <a:rPr lang="en-US" sz="3600" b="1" dirty="0"/>
              <a:t>Advanced DSA Programming</a:t>
            </a:r>
            <a:r>
              <a:rPr lang="en-US" sz="3600" dirty="0"/>
              <a:t>​</a:t>
            </a:r>
          </a:p>
          <a:p>
            <a:pPr lvl="1" fontAlgn="base"/>
            <a:r>
              <a:rPr lang="en-US" sz="3200" dirty="0"/>
              <a:t>Warm up: Support for data-dependent control/memory</a:t>
            </a:r>
          </a:p>
          <a:p>
            <a:pPr lvl="1" fontAlgn="base"/>
            <a:r>
              <a:rPr lang="en-US" sz="3200" dirty="0"/>
              <a:t>Exercise 3: Sparse vector-vector dot-product (Hands-on-exercise)</a:t>
            </a:r>
          </a:p>
          <a:p>
            <a:pPr lvl="1" fontAlgn="base"/>
            <a:r>
              <a:rPr lang="en-US" sz="3200" dirty="0"/>
              <a:t>Full </a:t>
            </a:r>
            <a:r>
              <a:rPr lang="en-US" sz="3200" dirty="0" err="1"/>
              <a:t>SpMSpV</a:t>
            </a:r>
            <a:r>
              <a:rPr lang="en-US" sz="3200" dirty="0"/>
              <a:t> with Multi-core implementation</a:t>
            </a:r>
            <a:endParaRPr lang="en-US" dirty="0"/>
          </a:p>
          <a:p>
            <a:pPr fontAlgn="base"/>
            <a:r>
              <a:rPr lang="en-US" sz="3600" b="1" dirty="0">
                <a:solidFill>
                  <a:schemeClr val="bg1">
                    <a:lumMod val="65000"/>
                  </a:schemeClr>
                </a:solidFill>
              </a:rPr>
              <a:t>Compiling High-Level Lang. to DSA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​</a:t>
            </a:r>
          </a:p>
          <a:p>
            <a:pPr fontAlgn="base"/>
            <a:r>
              <a:rPr lang="en-US" sz="3600" b="1" dirty="0">
                <a:solidFill>
                  <a:schemeClr val="bg1">
                    <a:lumMod val="65000"/>
                  </a:schemeClr>
                </a:solidFill>
              </a:rPr>
              <a:t>Composing a Spatial Architecture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F4094-3264-449D-987F-BDF23CD1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874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BDF6-34A0-48EB-9FD5-42BB2F829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9E71-26CA-4932-B280-B1ECE993F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94621" cy="4351338"/>
          </a:xfrm>
        </p:spPr>
        <p:txBody>
          <a:bodyPr>
            <a:normAutofit fontScale="92500"/>
          </a:bodyPr>
          <a:lstStyle/>
          <a:p>
            <a:pPr fontAlgn="base"/>
            <a:r>
              <a:rPr lang="en-US" sz="3600" b="1" dirty="0">
                <a:solidFill>
                  <a:schemeClr val="bg2">
                    <a:lumMod val="75000"/>
                  </a:schemeClr>
                </a:solidFill>
              </a:rPr>
              <a:t>Background: Decoupled Spatial Architectures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​</a:t>
            </a:r>
          </a:p>
          <a:p>
            <a:pPr fontAlgn="base"/>
            <a:r>
              <a:rPr lang="en-US" sz="3600" b="1" dirty="0">
                <a:solidFill>
                  <a:schemeClr val="bg2">
                    <a:lumMod val="75000"/>
                  </a:schemeClr>
                </a:solidFill>
              </a:rPr>
              <a:t>Decoupled-Spatial Architecture Programming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​</a:t>
            </a:r>
          </a:p>
          <a:p>
            <a:pPr fontAlgn="base"/>
            <a:r>
              <a:rPr lang="en-US" sz="3600" b="1" dirty="0"/>
              <a:t>Advanced DSA Programming</a:t>
            </a:r>
            <a:r>
              <a:rPr lang="en-US" sz="3600" dirty="0"/>
              <a:t>​</a:t>
            </a:r>
          </a:p>
          <a:p>
            <a:pPr lvl="1" fontAlgn="base"/>
            <a:r>
              <a:rPr lang="en-US" sz="3200" b="1" dirty="0"/>
              <a:t>Warm up: Support for data-dependent control/memory</a:t>
            </a:r>
          </a:p>
          <a:p>
            <a:pPr lvl="1" fontAlgn="base"/>
            <a:r>
              <a:rPr lang="en-US" sz="3200" dirty="0"/>
              <a:t>Exercise 3: Sparse vector-vector dot-product (Hands-on-exercise)</a:t>
            </a:r>
          </a:p>
          <a:p>
            <a:pPr lvl="1" fontAlgn="base"/>
            <a:r>
              <a:rPr lang="en-US" sz="3200" dirty="0"/>
              <a:t>Full </a:t>
            </a:r>
            <a:r>
              <a:rPr lang="en-US" sz="3200" dirty="0" err="1"/>
              <a:t>SpMSpV</a:t>
            </a:r>
            <a:r>
              <a:rPr lang="en-US" sz="3200" dirty="0"/>
              <a:t> with Multi-core implementation</a:t>
            </a:r>
            <a:endParaRPr lang="en-US" dirty="0"/>
          </a:p>
          <a:p>
            <a:pPr fontAlgn="base"/>
            <a:r>
              <a:rPr lang="en-US" sz="3600" b="1" dirty="0">
                <a:solidFill>
                  <a:schemeClr val="bg1">
                    <a:lumMod val="65000"/>
                  </a:schemeClr>
                </a:solidFill>
              </a:rPr>
              <a:t>Compiling High-Level Lang. to DSA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​</a:t>
            </a:r>
          </a:p>
          <a:p>
            <a:pPr fontAlgn="base"/>
            <a:r>
              <a:rPr lang="en-US" sz="3600" b="1" dirty="0">
                <a:solidFill>
                  <a:schemeClr val="bg1">
                    <a:lumMod val="65000"/>
                  </a:schemeClr>
                </a:solidFill>
              </a:rPr>
              <a:t>Composing a Spatial Architecture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F4094-3264-449D-987F-BDF23CD1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09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F9E5-165D-405F-B80D-0CAF687FA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with Irregular Workloads: </a:t>
            </a:r>
            <a:r>
              <a:rPr lang="en-US" err="1"/>
              <a:t>SpMSpV</a:t>
            </a:r>
            <a:r>
              <a:rPr lang="en-US"/>
              <a:t> Example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4DACFB-5009-4BF6-A76E-03EF1E08E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640109"/>
              </p:ext>
            </p:extLst>
          </p:nvPr>
        </p:nvGraphicFramePr>
        <p:xfrm>
          <a:off x="8067678" y="2752726"/>
          <a:ext cx="2648289" cy="2730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8327">
                  <a:extLst>
                    <a:ext uri="{9D8B030D-6E8A-4147-A177-3AD203B41FA5}">
                      <a16:colId xmlns:a16="http://schemas.microsoft.com/office/drawing/2014/main" val="1904720275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913839429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3234435122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1434325151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1324931445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1388475543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1178403102"/>
                    </a:ext>
                  </a:extLst>
                </a:gridCol>
              </a:tblGrid>
              <a:tr h="2910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0 </a:t>
                      </a:r>
                    </a:p>
                  </a:txBody>
                  <a:tcPr marL="9525" marR="9525" marT="9525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0 </a:t>
                      </a:r>
                    </a:p>
                  </a:txBody>
                  <a:tcPr marL="9525" marR="9525" marT="9525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0 </a:t>
                      </a:r>
                    </a:p>
                  </a:txBody>
                  <a:tcPr marL="9525" marR="9525" marT="9525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0 </a:t>
                      </a:r>
                    </a:p>
                  </a:txBody>
                  <a:tcPr marL="9525" marR="9525" marT="9525" marB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530453"/>
                  </a:ext>
                </a:extLst>
              </a:tr>
              <a:tr h="2910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7 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0 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528272045"/>
                  </a:ext>
                </a:extLst>
              </a:tr>
              <a:tr h="2910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9 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537292284"/>
                  </a:ext>
                </a:extLst>
              </a:tr>
              <a:tr h="2910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1 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0 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53463267"/>
                  </a:ext>
                </a:extLst>
              </a:tr>
              <a:tr h="2910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3 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490314584"/>
                  </a:ext>
                </a:extLst>
              </a:tr>
              <a:tr h="29108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562900802"/>
                  </a:ext>
                </a:extLst>
              </a:tr>
              <a:tr h="2910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0 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0 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317857733"/>
                  </a:ext>
                </a:extLst>
              </a:tr>
              <a:tr h="34664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 1</a:t>
                      </a:r>
                    </a:p>
                  </a:txBody>
                  <a:tcPr marL="83976" marR="83976" marT="41988" marB="419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0</a:t>
                      </a:r>
                    </a:p>
                  </a:txBody>
                  <a:tcPr marL="83976" marR="83976" marT="41988" marB="419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0</a:t>
                      </a:r>
                    </a:p>
                  </a:txBody>
                  <a:tcPr marL="83976" marR="83976" marT="41988" marB="419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0</a:t>
                      </a:r>
                    </a:p>
                  </a:txBody>
                  <a:tcPr marL="83976" marR="83976" marT="41988" marB="419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6</a:t>
                      </a:r>
                    </a:p>
                  </a:txBody>
                  <a:tcPr marL="83976" marR="83976" marT="41988" marB="419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0</a:t>
                      </a:r>
                    </a:p>
                  </a:txBody>
                  <a:tcPr marL="83976" marR="83976" marT="41988" marB="419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0</a:t>
                      </a:r>
                    </a:p>
                  </a:txBody>
                  <a:tcPr marL="83976" marR="83976" marT="41988" marB="41988"/>
                </a:tc>
                <a:extLst>
                  <a:ext uri="{0D108BD9-81ED-4DB2-BD59-A6C34878D82A}">
                    <a16:rowId xmlns:a16="http://schemas.microsoft.com/office/drawing/2014/main" val="900139755"/>
                  </a:ext>
                </a:extLst>
              </a:tr>
              <a:tr h="346645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 2</a:t>
                      </a:r>
                    </a:p>
                  </a:txBody>
                  <a:tcPr marL="83976" marR="83976" marT="41988" marB="419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3</a:t>
                      </a:r>
                    </a:p>
                  </a:txBody>
                  <a:tcPr marL="83976" marR="83976" marT="41988" marB="419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4</a:t>
                      </a:r>
                    </a:p>
                  </a:txBody>
                  <a:tcPr marL="83976" marR="83976" marT="41988" marB="419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0</a:t>
                      </a:r>
                    </a:p>
                  </a:txBody>
                  <a:tcPr marL="83976" marR="83976" marT="41988" marB="419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0</a:t>
                      </a:r>
                    </a:p>
                  </a:txBody>
                  <a:tcPr marL="83976" marR="83976" marT="41988" marB="419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0</a:t>
                      </a:r>
                    </a:p>
                  </a:txBody>
                  <a:tcPr marL="83976" marR="83976" marT="41988" marB="419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+mn-lt"/>
                        </a:rPr>
                        <a:t>0</a:t>
                      </a:r>
                    </a:p>
                  </a:txBody>
                  <a:tcPr marL="83976" marR="83976" marT="41988" marB="41988"/>
                </a:tc>
                <a:extLst>
                  <a:ext uri="{0D108BD9-81ED-4DB2-BD59-A6C34878D82A}">
                    <a16:rowId xmlns:a16="http://schemas.microsoft.com/office/drawing/2014/main" val="236618366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6BBD27-8D64-4EC2-BC29-2F1B1E70D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078779"/>
              </p:ext>
            </p:extLst>
          </p:nvPr>
        </p:nvGraphicFramePr>
        <p:xfrm>
          <a:off x="8067678" y="2023425"/>
          <a:ext cx="2648289" cy="327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8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3069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</a:t>
                      </a:r>
                    </a:p>
                  </a:txBody>
                  <a:tcPr marL="83976" marR="83976" marT="41988" marB="4198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</a:t>
                      </a:r>
                    </a:p>
                  </a:txBody>
                  <a:tcPr marL="83976" marR="83976" marT="41988" marB="4198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</a:t>
                      </a:r>
                    </a:p>
                  </a:txBody>
                  <a:tcPr marL="83976" marR="83976" marT="41988" marB="4198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3</a:t>
                      </a:r>
                    </a:p>
                  </a:txBody>
                  <a:tcPr marL="83976" marR="83976" marT="41988" marB="4198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</a:t>
                      </a:r>
                    </a:p>
                  </a:txBody>
                  <a:tcPr marL="83976" marR="83976" marT="41988" marB="4198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</a:t>
                      </a:r>
                    </a:p>
                  </a:txBody>
                  <a:tcPr marL="83976" marR="83976" marT="41988" marB="4198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</a:t>
                      </a:r>
                    </a:p>
                  </a:txBody>
                  <a:tcPr marL="83976" marR="83976" marT="41988" marB="4198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AAC3F2-816B-45F6-B439-F17313029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296547"/>
              </p:ext>
            </p:extLst>
          </p:nvPr>
        </p:nvGraphicFramePr>
        <p:xfrm>
          <a:off x="7245024" y="2752724"/>
          <a:ext cx="396441" cy="27308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695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1600"/>
                        <a:t>3</a:t>
                      </a:r>
                    </a:p>
                  </a:txBody>
                  <a:tcPr marL="83976" marR="83976" marT="41988" marB="41988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95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1600"/>
                        <a:t>0</a:t>
                      </a:r>
                    </a:p>
                  </a:txBody>
                  <a:tcPr marL="83976" marR="83976" marT="41988" marB="419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95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1600"/>
                        <a:t>0</a:t>
                      </a:r>
                    </a:p>
                  </a:txBody>
                  <a:tcPr marL="83976" marR="83976" marT="41988" marB="419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95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1600"/>
                        <a:t>9</a:t>
                      </a:r>
                    </a:p>
                  </a:txBody>
                  <a:tcPr marL="83976" marR="83976" marT="41988" marB="419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95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1600"/>
                        <a:t>4</a:t>
                      </a:r>
                    </a:p>
                  </a:txBody>
                  <a:tcPr marL="83976" marR="83976" marT="41988" marB="419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95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1600"/>
                        <a:t>0</a:t>
                      </a:r>
                    </a:p>
                  </a:txBody>
                  <a:tcPr marL="83976" marR="83976" marT="41988" marB="419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95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1600"/>
                        <a:t>0</a:t>
                      </a:r>
                    </a:p>
                  </a:txBody>
                  <a:tcPr marL="83976" marR="83976" marT="41988" marB="4198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695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1600"/>
                        <a:t>0</a:t>
                      </a:r>
                    </a:p>
                  </a:txBody>
                  <a:tcPr marL="83976" marR="83976" marT="41988" marB="4198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695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1600"/>
                        <a:t>6</a:t>
                      </a:r>
                    </a:p>
                  </a:txBody>
                  <a:tcPr marL="83976" marR="83976" marT="41988" marB="4198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3FAF1D1-292A-4AAD-A1D3-5EF0882D316F}"/>
              </a:ext>
            </a:extLst>
          </p:cNvPr>
          <p:cNvSpPr txBox="1"/>
          <p:nvPr/>
        </p:nvSpPr>
        <p:spPr>
          <a:xfrm>
            <a:off x="8283168" y="1465363"/>
            <a:ext cx="2251707" cy="431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Vector A (N)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669178-657D-4416-9ED0-AE6EF4AED50B}"/>
              </a:ext>
            </a:extLst>
          </p:cNvPr>
          <p:cNvSpPr txBox="1"/>
          <p:nvPr/>
        </p:nvSpPr>
        <p:spPr>
          <a:xfrm rot="16200000">
            <a:off x="5632736" y="3789478"/>
            <a:ext cx="2450479" cy="431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 Vector C (N)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CB4CA1-346F-47A5-8F4A-82FF23C852B0}"/>
              </a:ext>
            </a:extLst>
          </p:cNvPr>
          <p:cNvSpPr/>
          <p:nvPr/>
        </p:nvSpPr>
        <p:spPr>
          <a:xfrm>
            <a:off x="9222911" y="2276494"/>
            <a:ext cx="372218" cy="5446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3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×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0043BA-48D6-4F79-827F-12F2439C2551}"/>
              </a:ext>
            </a:extLst>
          </p:cNvPr>
          <p:cNvSpPr txBox="1"/>
          <p:nvPr/>
        </p:nvSpPr>
        <p:spPr>
          <a:xfrm>
            <a:off x="7678351" y="2678688"/>
            <a:ext cx="336952" cy="431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∑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F0503D-F509-4588-8BE8-E242884AA4A5}"/>
              </a:ext>
            </a:extLst>
          </p:cNvPr>
          <p:cNvSpPr/>
          <p:nvPr/>
        </p:nvSpPr>
        <p:spPr>
          <a:xfrm>
            <a:off x="8084720" y="5470472"/>
            <a:ext cx="2552878" cy="4315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Matrix B (</a:t>
            </a:r>
            <a:r>
              <a:rPr kumimoji="0" lang="en-US" sz="2204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NxN</a:t>
            </a:r>
            <a:r>
              <a:rPr kumimoji="0" lang="en-US" sz="220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8DF1D6F-849A-42DF-80CC-8050C99E8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683860"/>
              </p:ext>
            </p:extLst>
          </p:nvPr>
        </p:nvGraphicFramePr>
        <p:xfrm>
          <a:off x="4303597" y="2725849"/>
          <a:ext cx="1134981" cy="297336"/>
        </p:xfrm>
        <a:graphic>
          <a:graphicData uri="http://schemas.openxmlformats.org/drawingml/2006/table">
            <a:tbl>
              <a:tblPr firstRow="1" bandRow="1"/>
              <a:tblGrid>
                <a:gridCol w="378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9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2</a:t>
                      </a:r>
                    </a:p>
                  </a:txBody>
                  <a:tcPr marL="83976" marR="83976" marT="41988" marB="41988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3</a:t>
                      </a:r>
                    </a:p>
                  </a:txBody>
                  <a:tcPr marL="83976" marR="83976" marT="41988" marB="41988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4</a:t>
                      </a:r>
                    </a:p>
                  </a:txBody>
                  <a:tcPr marL="83976" marR="83976" marT="41988" marB="41988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3083998-9075-4115-A0F0-019F2733C84D}"/>
              </a:ext>
            </a:extLst>
          </p:cNvPr>
          <p:cNvSpPr txBox="1"/>
          <p:nvPr/>
        </p:nvSpPr>
        <p:spPr>
          <a:xfrm>
            <a:off x="1993982" y="2678349"/>
            <a:ext cx="470000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idx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5AE047C-E67B-4B7A-A415-DD21B8F8DC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645683"/>
              </p:ext>
            </p:extLst>
          </p:nvPr>
        </p:nvGraphicFramePr>
        <p:xfrm>
          <a:off x="2452765" y="2713974"/>
          <a:ext cx="1134981" cy="297336"/>
        </p:xfrm>
        <a:graphic>
          <a:graphicData uri="http://schemas.openxmlformats.org/drawingml/2006/table">
            <a:tbl>
              <a:tblPr firstRow="1" bandRow="1"/>
              <a:tblGrid>
                <a:gridCol w="378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9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1</a:t>
                      </a:r>
                    </a:p>
                  </a:txBody>
                  <a:tcPr marL="83976" marR="83976" marT="41988" marB="41988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3</a:t>
                      </a:r>
                    </a:p>
                  </a:txBody>
                  <a:tcPr marL="83976" marR="83976" marT="41988" marB="41988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5</a:t>
                      </a:r>
                    </a:p>
                  </a:txBody>
                  <a:tcPr marL="83976" marR="83976" marT="41988" marB="41988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68C7F1A-745B-42F1-A2DD-FEF844B6C77B}"/>
              </a:ext>
            </a:extLst>
          </p:cNvPr>
          <p:cNvSpPr txBox="1"/>
          <p:nvPr/>
        </p:nvSpPr>
        <p:spPr>
          <a:xfrm>
            <a:off x="3835487" y="2678349"/>
            <a:ext cx="460191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AEBDBD-27E3-4B65-B4E8-0A4BD7F313D5}"/>
              </a:ext>
            </a:extLst>
          </p:cNvPr>
          <p:cNvSpPr txBox="1"/>
          <p:nvPr/>
        </p:nvSpPr>
        <p:spPr>
          <a:xfrm>
            <a:off x="1562907" y="2708425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FACBCB-DB70-4B8F-88BE-44E5379E6144}"/>
              </a:ext>
            </a:extLst>
          </p:cNvPr>
          <p:cNvSpPr txBox="1"/>
          <p:nvPr/>
        </p:nvSpPr>
        <p:spPr>
          <a:xfrm>
            <a:off x="1423490" y="3795870"/>
            <a:ext cx="587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B[0]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676EEA3-1D43-4CBA-95C8-611E68CB4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782498"/>
              </p:ext>
            </p:extLst>
          </p:nvPr>
        </p:nvGraphicFramePr>
        <p:xfrm>
          <a:off x="2465169" y="3844899"/>
          <a:ext cx="1134981" cy="297336"/>
        </p:xfrm>
        <a:graphic>
          <a:graphicData uri="http://schemas.openxmlformats.org/drawingml/2006/table">
            <a:tbl>
              <a:tblPr firstRow="1" bandRow="1"/>
              <a:tblGrid>
                <a:gridCol w="378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9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0</a:t>
                      </a:r>
                    </a:p>
                  </a:txBody>
                  <a:tcPr marL="83976" marR="83976" marT="41988" marB="41988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2</a:t>
                      </a:r>
                    </a:p>
                  </a:txBody>
                  <a:tcPr marL="83976" marR="83976" marT="41988" marB="41988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3</a:t>
                      </a:r>
                    </a:p>
                  </a:txBody>
                  <a:tcPr marL="83976" marR="83976" marT="41988" marB="41988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6AB055C-E6F2-4514-8FB2-5564400BE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475433"/>
              </p:ext>
            </p:extLst>
          </p:nvPr>
        </p:nvGraphicFramePr>
        <p:xfrm>
          <a:off x="4303596" y="3844899"/>
          <a:ext cx="1134981" cy="297336"/>
        </p:xfrm>
        <a:graphic>
          <a:graphicData uri="http://schemas.openxmlformats.org/drawingml/2006/table">
            <a:tbl>
              <a:tblPr firstRow="1" bandRow="1"/>
              <a:tblGrid>
                <a:gridCol w="378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29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1</a:t>
                      </a:r>
                    </a:p>
                  </a:txBody>
                  <a:tcPr marL="83976" marR="83976" marT="41988" marB="41988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4</a:t>
                      </a:r>
                    </a:p>
                  </a:txBody>
                  <a:tcPr marL="83976" marR="83976" marT="41988" marB="41988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/>
                        <a:t>1</a:t>
                      </a:r>
                    </a:p>
                  </a:txBody>
                  <a:tcPr marL="83976" marR="83976" marT="41988" marB="41988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0843CF4-73DC-4795-A298-37365CFCD733}"/>
              </a:ext>
            </a:extLst>
          </p:cNvPr>
          <p:cNvSpPr txBox="1"/>
          <p:nvPr/>
        </p:nvSpPr>
        <p:spPr>
          <a:xfrm>
            <a:off x="1989747" y="3789888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idx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E1F56B-2928-43BF-BD8F-3229716336B1}"/>
              </a:ext>
            </a:extLst>
          </p:cNvPr>
          <p:cNvSpPr txBox="1"/>
          <p:nvPr/>
        </p:nvSpPr>
        <p:spPr>
          <a:xfrm>
            <a:off x="3832640" y="3789888"/>
            <a:ext cx="46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F95F-E057-4C6F-81BB-AA322864A7D1}"/>
              </a:ext>
            </a:extLst>
          </p:cNvPr>
          <p:cNvSpPr txBox="1"/>
          <p:nvPr/>
        </p:nvSpPr>
        <p:spPr>
          <a:xfrm>
            <a:off x="1338274" y="1738889"/>
            <a:ext cx="4432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Dot product in CSR format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DC9B1C0-45BC-460F-A155-798A3CE7B3B9}"/>
              </a:ext>
            </a:extLst>
          </p:cNvPr>
          <p:cNvCxnSpPr>
            <a:cxnSpLocks/>
          </p:cNvCxnSpPr>
          <p:nvPr/>
        </p:nvCxnSpPr>
        <p:spPr>
          <a:xfrm flipV="1">
            <a:off x="2686014" y="3005071"/>
            <a:ext cx="0" cy="279074"/>
          </a:xfrm>
          <a:prstGeom prst="straightConnector1">
            <a:avLst/>
          </a:prstGeom>
          <a:noFill/>
          <a:ln w="57150" cap="flat" cmpd="sng" algn="ctr">
            <a:solidFill>
              <a:srgbClr val="9BBB59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4BAF4F-F051-4E01-9A15-43D7B452C384}"/>
              </a:ext>
            </a:extLst>
          </p:cNvPr>
          <p:cNvSpPr txBox="1"/>
          <p:nvPr/>
        </p:nvSpPr>
        <p:spPr>
          <a:xfrm>
            <a:off x="3704042" y="3427481"/>
            <a:ext cx="1199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total+=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8FD6C0-91BA-4F04-B679-BF7B668F2469}"/>
              </a:ext>
            </a:extLst>
          </p:cNvPr>
          <p:cNvSpPr txBox="1"/>
          <p:nvPr/>
        </p:nvSpPr>
        <p:spPr>
          <a:xfrm>
            <a:off x="1195146" y="4560133"/>
            <a:ext cx="1253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 of conditional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898C5D-2A93-4D19-B5C0-A02A436D0176}"/>
              </a:ext>
            </a:extLst>
          </p:cNvPr>
          <p:cNvSpPr txBox="1"/>
          <p:nvPr/>
        </p:nvSpPr>
        <p:spPr>
          <a:xfrm>
            <a:off x="3940439" y="4546759"/>
            <a:ext cx="2552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Conditional output 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means 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multiplication</a:t>
            </a:r>
            <a:endParaRPr kumimoji="0" lang="en-US" sz="1800" b="1" i="1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7EE879A-0580-44F2-BF77-20427A3D3DA4}"/>
              </a:ext>
            </a:extLst>
          </p:cNvPr>
          <p:cNvCxnSpPr>
            <a:cxnSpLocks/>
          </p:cNvCxnSpPr>
          <p:nvPr/>
        </p:nvCxnSpPr>
        <p:spPr>
          <a:xfrm flipV="1">
            <a:off x="2686014" y="4150364"/>
            <a:ext cx="0" cy="306605"/>
          </a:xfrm>
          <a:prstGeom prst="straightConnector1">
            <a:avLst/>
          </a:prstGeom>
          <a:noFill/>
          <a:ln w="57150" cap="flat" cmpd="sng" algn="ctr">
            <a:solidFill>
              <a:srgbClr val="9BBB59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30" name="Rectangle 5">
            <a:extLst>
              <a:ext uri="{FF2B5EF4-FFF2-40B4-BE49-F238E27FC236}">
                <a16:creationId xmlns:a16="http://schemas.microsoft.com/office/drawing/2014/main" id="{BC9DB471-5F93-4D50-BA41-60ED4DC70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248" y="4671420"/>
            <a:ext cx="295511" cy="3145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1A116A4-AC24-4345-9334-C2444E90C561}"/>
              </a:ext>
            </a:extLst>
          </p:cNvPr>
          <p:cNvGrpSpPr/>
          <p:nvPr/>
        </p:nvGrpSpPr>
        <p:grpSpPr>
          <a:xfrm>
            <a:off x="2446621" y="4665703"/>
            <a:ext cx="1344097" cy="327921"/>
            <a:chOff x="2446621" y="5776711"/>
            <a:chExt cx="1344097" cy="327921"/>
          </a:xfrm>
        </p:grpSpPr>
        <p:sp>
          <p:nvSpPr>
            <p:cNvPr id="31" name="Line 10">
              <a:extLst>
                <a:ext uri="{FF2B5EF4-FFF2-40B4-BE49-F238E27FC236}">
                  <a16:creationId xmlns:a16="http://schemas.microsoft.com/office/drawing/2014/main" id="{9E883546-FBB8-482B-98A2-001E3ACBEE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9756" y="5776711"/>
              <a:ext cx="0" cy="327921"/>
            </a:xfrm>
            <a:prstGeom prst="line">
              <a:avLst/>
            </a:prstGeom>
            <a:noFill/>
            <a:ln w="111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Line 11">
              <a:extLst>
                <a:ext uri="{FF2B5EF4-FFF2-40B4-BE49-F238E27FC236}">
                  <a16:creationId xmlns:a16="http://schemas.microsoft.com/office/drawing/2014/main" id="{09C2713C-C991-44B2-BC89-3C14558FE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9043" y="5776711"/>
              <a:ext cx="0" cy="327921"/>
            </a:xfrm>
            <a:prstGeom prst="line">
              <a:avLst/>
            </a:prstGeom>
            <a:noFill/>
            <a:ln w="111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Line 12">
              <a:extLst>
                <a:ext uri="{FF2B5EF4-FFF2-40B4-BE49-F238E27FC236}">
                  <a16:creationId xmlns:a16="http://schemas.microsoft.com/office/drawing/2014/main" id="{F2FB38E9-C8F3-4944-B77C-2C7F443FF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6424" y="5776711"/>
              <a:ext cx="0" cy="327921"/>
            </a:xfrm>
            <a:prstGeom prst="line">
              <a:avLst/>
            </a:prstGeom>
            <a:noFill/>
            <a:ln w="111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Line 13">
              <a:extLst>
                <a:ext uri="{FF2B5EF4-FFF2-40B4-BE49-F238E27FC236}">
                  <a16:creationId xmlns:a16="http://schemas.microsoft.com/office/drawing/2014/main" id="{1DAB36F8-99E8-4141-A8C9-9F328FC35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5710" y="5776711"/>
              <a:ext cx="0" cy="327921"/>
            </a:xfrm>
            <a:prstGeom prst="line">
              <a:avLst/>
            </a:prstGeom>
            <a:noFill/>
            <a:ln w="111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Line 14">
              <a:extLst>
                <a:ext uri="{FF2B5EF4-FFF2-40B4-BE49-F238E27FC236}">
                  <a16:creationId xmlns:a16="http://schemas.microsoft.com/office/drawing/2014/main" id="{A00C1AC2-1F53-4BE6-8A41-5A8B3A3DB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4246" y="5776711"/>
              <a:ext cx="0" cy="327921"/>
            </a:xfrm>
            <a:prstGeom prst="line">
              <a:avLst/>
            </a:prstGeom>
            <a:noFill/>
            <a:ln w="111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Line 15">
              <a:extLst>
                <a:ext uri="{FF2B5EF4-FFF2-40B4-BE49-F238E27FC236}">
                  <a16:creationId xmlns:a16="http://schemas.microsoft.com/office/drawing/2014/main" id="{E576F948-0DD8-4C14-BA5E-3F5E75027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3091" y="5776711"/>
              <a:ext cx="0" cy="327921"/>
            </a:xfrm>
            <a:prstGeom prst="line">
              <a:avLst/>
            </a:prstGeom>
            <a:noFill/>
            <a:ln w="111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Line 16">
              <a:extLst>
                <a:ext uri="{FF2B5EF4-FFF2-40B4-BE49-F238E27FC236}">
                  <a16:creationId xmlns:a16="http://schemas.microsoft.com/office/drawing/2014/main" id="{AC239D4A-91BF-4800-A417-1F96408F5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6621" y="5782428"/>
              <a:ext cx="1344097" cy="0"/>
            </a:xfrm>
            <a:prstGeom prst="line">
              <a:avLst/>
            </a:prstGeom>
            <a:noFill/>
            <a:ln w="11113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Line 17">
            <a:extLst>
              <a:ext uri="{FF2B5EF4-FFF2-40B4-BE49-F238E27FC236}">
                <a16:creationId xmlns:a16="http://schemas.microsoft.com/office/drawing/2014/main" id="{5ED49098-8D93-4709-BA06-572823956F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6621" y="4985996"/>
            <a:ext cx="1344097" cy="0"/>
          </a:xfrm>
          <a:prstGeom prst="line">
            <a:avLst/>
          </a:prstGeom>
          <a:noFill/>
          <a:ln w="11113" cap="flat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18">
            <a:extLst>
              <a:ext uri="{FF2B5EF4-FFF2-40B4-BE49-F238E27FC236}">
                <a16:creationId xmlns:a16="http://schemas.microsoft.com/office/drawing/2014/main" id="{73DA9864-5047-43CF-9AA2-9C486CC6B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9104" y="4713364"/>
            <a:ext cx="913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0</a:t>
            </a:r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0" name="Rectangle 19">
            <a:extLst>
              <a:ext uri="{FF2B5EF4-FFF2-40B4-BE49-F238E27FC236}">
                <a16:creationId xmlns:a16="http://schemas.microsoft.com/office/drawing/2014/main" id="{8E478F25-1AA7-4677-8B40-3DDA6F0AD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550" y="4713364"/>
            <a:ext cx="913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0</a:t>
            </a:r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1" name="Rectangle 20">
            <a:extLst>
              <a:ext uri="{FF2B5EF4-FFF2-40B4-BE49-F238E27FC236}">
                <a16:creationId xmlns:a16="http://schemas.microsoft.com/office/drawing/2014/main" id="{87DDEBC8-856C-4996-8C1C-A1E0E6540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930" y="4713364"/>
            <a:ext cx="913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0</a:t>
            </a:r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2" name="Rectangle 21">
            <a:extLst>
              <a:ext uri="{FF2B5EF4-FFF2-40B4-BE49-F238E27FC236}">
                <a16:creationId xmlns:a16="http://schemas.microsoft.com/office/drawing/2014/main" id="{2DB98F6A-2CA2-4839-A702-E4E5544EB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217" y="4713364"/>
            <a:ext cx="913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</a:t>
            </a:r>
            <a:endParaRPr kumimoji="0" lang="en-US" alt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3" name="Rectangle 22">
            <a:extLst>
              <a:ext uri="{FF2B5EF4-FFF2-40B4-BE49-F238E27FC236}">
                <a16:creationId xmlns:a16="http://schemas.microsoft.com/office/drawing/2014/main" id="{EE6E52B3-7549-4D1D-A3AC-BF91BCE80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9597" y="4713364"/>
            <a:ext cx="9137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0</a:t>
            </a:r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426D01-538E-42AA-AF43-5C1DC2FC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6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6000" decel="6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4.07407E-6 L 0.03685 -4.07407E-6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6000" decel="6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685 4.44444E-6 L 0.05794 0.00047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0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6000" decel="6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11111E-6 L 0.03737 -0.00023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3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path" presetSubtype="0" accel="6000" decel="6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39 -0.00023 L 0.05846 -0.00092 " pathEditMode="fixed" rAng="0" ptsTypes="AA">
                                      <p:cBhvr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7" y="-46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42" presetClass="path" presetSubtype="0" accel="6000" decel="6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794 0.00047 L 0.08307 0.00047 " pathEditMode="relative" rAng="0" ptsTypes="AA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07 -1.11111E-6 L 0.08346 -0.00092 " pathEditMode="relative" rAng="0" ptsTypes="AA">
                                      <p:cBhvr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3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/>
      <p:bldP spid="19" grpId="0"/>
      <p:bldP spid="22" grpId="0"/>
      <p:bldP spid="23" grpId="0"/>
      <p:bldP spid="24" grpId="0"/>
      <p:bldP spid="26" grpId="0"/>
      <p:bldP spid="27" grpId="0"/>
      <p:bldP spid="28" grpId="0"/>
      <p:bldP spid="38" grpId="0" animBg="1"/>
      <p:bldP spid="39" grpId="0"/>
      <p:bldP spid="40" grpId="0"/>
      <p:bldP spid="41" grpId="0"/>
      <p:bldP spid="42" grpId="0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C3707-3A97-4824-899D-AD3AC98F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4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45D95B9-39DB-42DD-AF3E-83C05F9DCAA5}"/>
              </a:ext>
            </a:extLst>
          </p:cNvPr>
          <p:cNvSpPr txBox="1">
            <a:spLocks/>
          </p:cNvSpPr>
          <p:nvPr/>
        </p:nvSpPr>
        <p:spPr>
          <a:xfrm>
            <a:off x="315696" y="1885870"/>
            <a:ext cx="4463473" cy="4275303"/>
          </a:xfrm>
          <a:prstGeom prst="rect">
            <a:avLst/>
          </a:prstGeom>
          <a:ln w="6350">
            <a:solidFill>
              <a:sysClr val="windowText" lastClr="0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vanilla C code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while (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 an &amp;&amp; j &lt; bn):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if (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indA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== 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indB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[j]):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matchInd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[++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iout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= 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indA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++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 ++j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elif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indA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 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indB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++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else: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++j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D3B5613-A870-49C2-8892-5E9678581B6C}"/>
              </a:ext>
            </a:extLst>
          </p:cNvPr>
          <p:cNvSpPr/>
          <p:nvPr/>
        </p:nvSpPr>
        <p:spPr>
          <a:xfrm>
            <a:off x="8126623" y="2531640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87DA4D0-6B4C-4FBF-805A-4C949682D282}"/>
              </a:ext>
            </a:extLst>
          </p:cNvPr>
          <p:cNvCxnSpPr>
            <a:cxnSpLocks/>
            <a:stCxn id="80" idx="2"/>
            <a:endCxn id="58" idx="7"/>
          </p:cNvCxnSpPr>
          <p:nvPr/>
        </p:nvCxnSpPr>
        <p:spPr>
          <a:xfrm flipH="1">
            <a:off x="8477843" y="2148575"/>
            <a:ext cx="1396012" cy="443325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50A094D-C1BC-403E-ACF2-9FAC9C9316B2}"/>
              </a:ext>
            </a:extLst>
          </p:cNvPr>
          <p:cNvCxnSpPr>
            <a:cxnSpLocks/>
            <a:stCxn id="82" idx="2"/>
            <a:endCxn id="58" idx="0"/>
          </p:cNvCxnSpPr>
          <p:nvPr/>
        </p:nvCxnSpPr>
        <p:spPr>
          <a:xfrm>
            <a:off x="6790871" y="2144154"/>
            <a:ext cx="1541492" cy="38748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111D5DB6-ED44-42DD-8FDF-34B6986378AE}"/>
              </a:ext>
            </a:extLst>
          </p:cNvPr>
          <p:cNvSpPr/>
          <p:nvPr/>
        </p:nvSpPr>
        <p:spPr>
          <a:xfrm>
            <a:off x="8244174" y="4070492"/>
            <a:ext cx="378225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4D92DBC-9AF4-45E4-97E9-670A8B8B3329}"/>
              </a:ext>
            </a:extLst>
          </p:cNvPr>
          <p:cNvSpPr/>
          <p:nvPr/>
        </p:nvSpPr>
        <p:spPr>
          <a:xfrm>
            <a:off x="8776788" y="1791816"/>
            <a:ext cx="2194134" cy="356759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indB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[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nextIdxB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4D94494-C606-4B6E-9C10-887CF17E526C}"/>
              </a:ext>
            </a:extLst>
          </p:cNvPr>
          <p:cNvSpPr/>
          <p:nvPr/>
        </p:nvSpPr>
        <p:spPr>
          <a:xfrm>
            <a:off x="5693804" y="1787395"/>
            <a:ext cx="2194134" cy="356759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indA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[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nextIdxA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0909170-BCA4-45B9-B209-1A24AEE63D84}"/>
              </a:ext>
            </a:extLst>
          </p:cNvPr>
          <p:cNvSpPr/>
          <p:nvPr/>
        </p:nvSpPr>
        <p:spPr>
          <a:xfrm>
            <a:off x="8602359" y="5329790"/>
            <a:ext cx="2414446" cy="411401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matchedInd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[0: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28952B2-FE02-42E0-82BF-E8891EDE3C42}"/>
              </a:ext>
            </a:extLst>
          </p:cNvPr>
          <p:cNvCxnSpPr>
            <a:cxnSpLocks/>
            <a:stCxn id="72" idx="4"/>
            <a:endCxn id="83" idx="0"/>
          </p:cNvCxnSpPr>
          <p:nvPr/>
        </p:nvCxnSpPr>
        <p:spPr>
          <a:xfrm>
            <a:off x="8433287" y="4481972"/>
            <a:ext cx="1376295" cy="847818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4BF90E80-CFBC-464E-B9D3-A6FD0074411F}"/>
              </a:ext>
            </a:extLst>
          </p:cNvPr>
          <p:cNvCxnSpPr>
            <a:cxnSpLocks/>
            <a:endCxn id="72" idx="7"/>
          </p:cNvCxnSpPr>
          <p:nvPr/>
        </p:nvCxnSpPr>
        <p:spPr>
          <a:xfrm flipH="1">
            <a:off x="8567009" y="3744236"/>
            <a:ext cx="286321" cy="38651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05EFD7DD-2738-4515-9949-AAC9FCA571B2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8031598" y="3839269"/>
            <a:ext cx="401689" cy="23122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B018403-53A3-435F-91DC-80610D9B2DE8}"/>
              </a:ext>
            </a:extLst>
          </p:cNvPr>
          <p:cNvSpPr txBox="1"/>
          <p:nvPr/>
        </p:nvSpPr>
        <p:spPr>
          <a:xfrm>
            <a:off x="7677502" y="2968673"/>
            <a:ext cx="321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0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A87592D-FFB7-423F-8A3B-DDA0F030EBE3}"/>
              </a:ext>
            </a:extLst>
          </p:cNvPr>
          <p:cNvSpPr/>
          <p:nvPr/>
        </p:nvSpPr>
        <p:spPr>
          <a:xfrm>
            <a:off x="8188578" y="3332756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649A03E-CF9C-4C56-ADD6-9EC909738F99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8355195" y="3727832"/>
            <a:ext cx="78092" cy="34266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9" name="Title 1">
            <a:extLst>
              <a:ext uri="{FF2B5EF4-FFF2-40B4-BE49-F238E27FC236}">
                <a16:creationId xmlns:a16="http://schemas.microsoft.com/office/drawing/2014/main" id="{109AA0BB-1DBF-4AC5-94A1-B783AAF8041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Dot Product Implementation with Existing Features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8AB3240-E779-46B9-B280-92E3B098CD22}"/>
              </a:ext>
            </a:extLst>
          </p:cNvPr>
          <p:cNvSpPr/>
          <p:nvPr/>
        </p:nvSpPr>
        <p:spPr>
          <a:xfrm>
            <a:off x="7016357" y="2988637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</a:t>
            </a:r>
            <a:endParaRPr kumimoji="0" lang="en-US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38FB3A4-1AED-4930-A38D-4AE0A91FD4BE}"/>
              </a:ext>
            </a:extLst>
          </p:cNvPr>
          <p:cNvSpPr/>
          <p:nvPr/>
        </p:nvSpPr>
        <p:spPr>
          <a:xfrm>
            <a:off x="9192362" y="2877263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</a:t>
            </a:r>
            <a:endParaRPr kumimoji="0" lang="en-US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B3C5FF6-8C8E-4A0B-A3E4-397236EB08FA}"/>
              </a:ext>
            </a:extLst>
          </p:cNvPr>
          <p:cNvCxnSpPr>
            <a:cxnSpLocks/>
            <a:stCxn id="58" idx="4"/>
            <a:endCxn id="70" idx="2"/>
          </p:cNvCxnSpPr>
          <p:nvPr/>
        </p:nvCxnSpPr>
        <p:spPr>
          <a:xfrm>
            <a:off x="8332363" y="2943120"/>
            <a:ext cx="859999" cy="13988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68F7774-A02F-48BE-9FC4-0D0761BD3F50}"/>
              </a:ext>
            </a:extLst>
          </p:cNvPr>
          <p:cNvCxnSpPr>
            <a:cxnSpLocks/>
            <a:stCxn id="58" idx="4"/>
          </p:cNvCxnSpPr>
          <p:nvPr/>
        </p:nvCxnSpPr>
        <p:spPr>
          <a:xfrm flipH="1">
            <a:off x="7366703" y="2943120"/>
            <a:ext cx="965660" cy="15240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955D280A-C7C0-443B-809A-963DA1FAF714}"/>
              </a:ext>
            </a:extLst>
          </p:cNvPr>
          <p:cNvSpPr/>
          <p:nvPr/>
        </p:nvSpPr>
        <p:spPr>
          <a:xfrm>
            <a:off x="10213412" y="2943120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2C66A4B2-6F51-45AB-8BD9-9564F1BCE141}"/>
              </a:ext>
            </a:extLst>
          </p:cNvPr>
          <p:cNvSpPr/>
          <p:nvPr/>
        </p:nvSpPr>
        <p:spPr>
          <a:xfrm>
            <a:off x="6032339" y="2916615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34B01F1-82EB-44A2-92F8-5F46B41391F8}"/>
              </a:ext>
            </a:extLst>
          </p:cNvPr>
          <p:cNvCxnSpPr>
            <a:cxnSpLocks/>
            <a:stCxn id="65" idx="2"/>
            <a:endCxn id="86" idx="5"/>
          </p:cNvCxnSpPr>
          <p:nvPr/>
        </p:nvCxnSpPr>
        <p:spPr>
          <a:xfrm flipH="1">
            <a:off x="6383559" y="3194377"/>
            <a:ext cx="632798" cy="73458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CA782B7-107B-4C1F-8119-FCB80002B0C1}"/>
              </a:ext>
            </a:extLst>
          </p:cNvPr>
          <p:cNvGrpSpPr/>
          <p:nvPr/>
        </p:nvGrpSpPr>
        <p:grpSpPr>
          <a:xfrm>
            <a:off x="5505975" y="2106298"/>
            <a:ext cx="1335971" cy="810317"/>
            <a:chOff x="5505975" y="2106298"/>
            <a:chExt cx="1335971" cy="810317"/>
          </a:xfrm>
        </p:grpSpPr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48879437-03C7-4055-AD08-2F9640032167}"/>
                </a:ext>
              </a:extLst>
            </p:cNvPr>
            <p:cNvCxnSpPr>
              <a:cxnSpLocks/>
              <a:stCxn id="86" idx="0"/>
            </p:cNvCxnSpPr>
            <p:nvPr/>
          </p:nvCxnSpPr>
          <p:spPr>
            <a:xfrm flipV="1">
              <a:off x="6238079" y="2710875"/>
              <a:ext cx="0" cy="20574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EFB9DD1-A666-4727-A078-C2F0862C3D84}"/>
                </a:ext>
              </a:extLst>
            </p:cNvPr>
            <p:cNvSpPr/>
            <p:nvPr/>
          </p:nvSpPr>
          <p:spPr>
            <a:xfrm>
              <a:off x="5505975" y="2373981"/>
              <a:ext cx="1335971" cy="356613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nextIdxA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122E2BC3-C34A-40AC-8C0D-E3BCBB7183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7795" y="2106298"/>
              <a:ext cx="3171" cy="315619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C94BE36-2CEB-48D3-80EE-28EBF27531C1}"/>
              </a:ext>
            </a:extLst>
          </p:cNvPr>
          <p:cNvGrpSpPr/>
          <p:nvPr/>
        </p:nvGrpSpPr>
        <p:grpSpPr>
          <a:xfrm>
            <a:off x="10048204" y="2118131"/>
            <a:ext cx="1335971" cy="810317"/>
            <a:chOff x="5838313" y="2106298"/>
            <a:chExt cx="1335971" cy="810317"/>
          </a:xfrm>
        </p:grpSpPr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F0D88879-8B3F-4B2E-8C2A-9BE67CA794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8079" y="2710875"/>
              <a:ext cx="0" cy="20574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33BE9A4E-4F46-429B-8F4F-DA08704B309B}"/>
                </a:ext>
              </a:extLst>
            </p:cNvPr>
            <p:cNvSpPr/>
            <p:nvPr/>
          </p:nvSpPr>
          <p:spPr>
            <a:xfrm>
              <a:off x="5838313" y="2386074"/>
              <a:ext cx="1335971" cy="356613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nextIdxB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890C6E07-F7DD-4820-ACE6-597D31F7FC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7795" y="2106298"/>
              <a:ext cx="3171" cy="315619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</p:grp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41B215C-5F7D-4595-9D28-091332151467}"/>
              </a:ext>
            </a:extLst>
          </p:cNvPr>
          <p:cNvCxnSpPr>
            <a:cxnSpLocks/>
            <a:stCxn id="70" idx="6"/>
            <a:endCxn id="75" idx="2"/>
          </p:cNvCxnSpPr>
          <p:nvPr/>
        </p:nvCxnSpPr>
        <p:spPr>
          <a:xfrm>
            <a:off x="9603842" y="3083003"/>
            <a:ext cx="609570" cy="65857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6C83EBE-A95F-4E27-BFD7-2D3BFD0C152C}"/>
              </a:ext>
            </a:extLst>
          </p:cNvPr>
          <p:cNvCxnSpPr>
            <a:cxnSpLocks/>
            <a:stCxn id="58" idx="4"/>
            <a:endCxn id="43" idx="0"/>
          </p:cNvCxnSpPr>
          <p:nvPr/>
        </p:nvCxnSpPr>
        <p:spPr>
          <a:xfrm>
            <a:off x="8332363" y="2943120"/>
            <a:ext cx="61955" cy="38963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FE399AC-88AD-4CBE-ADD8-EE0379BC17E6}"/>
              </a:ext>
            </a:extLst>
          </p:cNvPr>
          <p:cNvCxnSpPr>
            <a:cxnSpLocks/>
            <a:stCxn id="187" idx="3"/>
            <a:endCxn id="43" idx="1"/>
          </p:cNvCxnSpPr>
          <p:nvPr/>
        </p:nvCxnSpPr>
        <p:spPr>
          <a:xfrm>
            <a:off x="7999092" y="3199506"/>
            <a:ext cx="249746" cy="19351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040A989-7E54-4312-825D-8ECEEEEBF6C2}"/>
              </a:ext>
            </a:extLst>
          </p:cNvPr>
          <p:cNvSpPr txBox="1"/>
          <p:nvPr/>
        </p:nvSpPr>
        <p:spPr>
          <a:xfrm>
            <a:off x="5375578" y="1658222"/>
            <a:ext cx="2656020" cy="1217628"/>
          </a:xfrm>
          <a:prstGeom prst="rect">
            <a:avLst/>
          </a:prstGeom>
          <a:noFill/>
          <a:ln w="6350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C3F7EBA-0397-4E3F-88BE-14DD5D90AEF0}"/>
              </a:ext>
            </a:extLst>
          </p:cNvPr>
          <p:cNvSpPr txBox="1"/>
          <p:nvPr/>
        </p:nvSpPr>
        <p:spPr>
          <a:xfrm>
            <a:off x="7810501" y="1221688"/>
            <a:ext cx="3935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1"/>
                </a:solidFill>
              </a:rPr>
              <a:t>1. Indirect memory access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968E10C-BC2E-4D13-AEC8-17FC720085A6}"/>
              </a:ext>
            </a:extLst>
          </p:cNvPr>
          <p:cNvSpPr txBox="1"/>
          <p:nvPr/>
        </p:nvSpPr>
        <p:spPr>
          <a:xfrm>
            <a:off x="8477843" y="4943545"/>
            <a:ext cx="2656020" cy="1217628"/>
          </a:xfrm>
          <a:prstGeom prst="rect">
            <a:avLst/>
          </a:prstGeom>
          <a:noFill/>
          <a:ln w="6350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E5C9794-4AC2-4B9A-B865-DBEB14252599}"/>
              </a:ext>
            </a:extLst>
          </p:cNvPr>
          <p:cNvSpPr txBox="1"/>
          <p:nvPr/>
        </p:nvSpPr>
        <p:spPr>
          <a:xfrm>
            <a:off x="9036086" y="4427370"/>
            <a:ext cx="3044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1"/>
                </a:solidFill>
              </a:rPr>
              <a:t>2. Unknown #matches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527171-D0BE-402F-A245-BE8DE61FE2E7}"/>
              </a:ext>
            </a:extLst>
          </p:cNvPr>
          <p:cNvSpPr txBox="1"/>
          <p:nvPr/>
        </p:nvSpPr>
        <p:spPr>
          <a:xfrm>
            <a:off x="8335837" y="2899657"/>
            <a:ext cx="66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pred</a:t>
            </a:r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2031E5-91D8-4675-86C2-65DCFEABCE08}"/>
              </a:ext>
            </a:extLst>
          </p:cNvPr>
          <p:cNvSpPr txBox="1"/>
          <p:nvPr/>
        </p:nvSpPr>
        <p:spPr>
          <a:xfrm>
            <a:off x="8710169" y="3404346"/>
            <a:ext cx="66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indB</a:t>
            </a:r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D03CC82-495F-4E56-AA02-890CAC77DF9B}"/>
              </a:ext>
            </a:extLst>
          </p:cNvPr>
          <p:cNvSpPr txBox="1"/>
          <p:nvPr/>
        </p:nvSpPr>
        <p:spPr>
          <a:xfrm>
            <a:off x="7543711" y="3470838"/>
            <a:ext cx="66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indA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5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72" grpId="0" animBg="1"/>
      <p:bldP spid="80" grpId="0" animBg="1"/>
      <p:bldP spid="82" grpId="0" animBg="1"/>
      <p:bldP spid="83" grpId="0" animBg="1"/>
      <p:bldP spid="187" grpId="0"/>
      <p:bldP spid="43" grpId="0" animBg="1"/>
      <p:bldP spid="65" grpId="0" animBg="1"/>
      <p:bldP spid="70" grpId="0" animBg="1"/>
      <p:bldP spid="75" grpId="0" animBg="1"/>
      <p:bldP spid="86" grpId="0" animBg="1"/>
      <p:bldP spid="119" grpId="0" animBg="1"/>
      <p:bldP spid="120" grpId="0"/>
      <p:bldP spid="134" grpId="0" animBg="1"/>
      <p:bldP spid="135" grpId="0"/>
      <p:bldP spid="62" grpId="0"/>
      <p:bldP spid="66" grpId="0"/>
      <p:bldP spid="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0E57C-6AE9-4589-B637-F9601EDDA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1: Data-dependent memory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2ABBC-6B76-4C64-B681-8DE5937F7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Semantics: </a:t>
            </a:r>
            <a:r>
              <a:rPr lang="en-US" dirty="0">
                <a:latin typeface="Consolas" panose="020B0609020204030204" pitchFamily="49" charset="0"/>
              </a:rPr>
              <a:t>a[b[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273280-38D3-4F51-A66E-DA1FF0C041E3}"/>
              </a:ext>
            </a:extLst>
          </p:cNvPr>
          <p:cNvSpPr txBox="1"/>
          <p:nvPr/>
        </p:nvSpPr>
        <p:spPr>
          <a:xfrm>
            <a:off x="838200" y="3791163"/>
            <a:ext cx="10313194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SS_INDIRECT(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ind_port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</a:rPr>
              <a:t>addr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</a:rPr>
              <a:t>num_elem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input_port</a:t>
            </a:r>
            <a:r>
              <a:rPr lang="en-US" sz="2400" dirty="0">
                <a:latin typeface="Consolas" panose="020B0609020204030204" pitchFamily="49" charset="0"/>
              </a:rPr>
              <a:t>);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8A89A-86CA-43AA-8533-52DDDCE07AFA}"/>
              </a:ext>
            </a:extLst>
          </p:cNvPr>
          <p:cNvSpPr txBox="1"/>
          <p:nvPr/>
        </p:nvSpPr>
        <p:spPr>
          <a:xfrm>
            <a:off x="838200" y="4427151"/>
            <a:ext cx="10313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for </a:t>
            </a:r>
            <a:r>
              <a:rPr lang="en-US" sz="2400" i="1" dirty="0">
                <a:latin typeface="Consolas" panose="020B0609020204030204" pitchFamily="49" charset="0"/>
              </a:rPr>
              <a:t>data</a:t>
            </a:r>
            <a:r>
              <a:rPr lang="en-US" sz="2400" dirty="0">
                <a:latin typeface="Consolas" panose="020B0609020204030204" pitchFamily="49" charset="0"/>
              </a:rPr>
              <a:t> in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ind_port</a:t>
            </a:r>
            <a:r>
              <a:rPr lang="en-US" sz="2400" dirty="0"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</a:rPr>
              <a:t>calc_addr</a:t>
            </a:r>
            <a:r>
              <a:rPr lang="en-US" sz="2400" dirty="0">
                <a:latin typeface="Consolas" panose="020B0609020204030204" pitchFamily="49" charset="0"/>
              </a:rPr>
              <a:t> = </a:t>
            </a:r>
            <a:r>
              <a:rPr lang="en-US" sz="2400" dirty="0" err="1">
                <a:latin typeface="Consolas" panose="020B0609020204030204" pitchFamily="49" charset="0"/>
              </a:rPr>
              <a:t>addr</a:t>
            </a:r>
            <a:r>
              <a:rPr lang="en-US" sz="2400" dirty="0">
                <a:latin typeface="Consolas" panose="020B0609020204030204" pitchFamily="49" charset="0"/>
              </a:rPr>
              <a:t> + data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send </a:t>
            </a:r>
            <a:r>
              <a:rPr lang="en-US" sz="2400" i="1" dirty="0">
                <a:latin typeface="Consolas" panose="020B0609020204030204" pitchFamily="49" charset="0"/>
              </a:rPr>
              <a:t>data</a:t>
            </a:r>
            <a:r>
              <a:rPr lang="en-US" sz="2400" dirty="0">
                <a:latin typeface="Consolas" panose="020B0609020204030204" pitchFamily="49" charset="0"/>
              </a:rPr>
              <a:t> to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input_port</a:t>
            </a: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34A3DF-3628-4780-B2A3-8AA643CB7D63}"/>
              </a:ext>
            </a:extLst>
          </p:cNvPr>
          <p:cNvSpPr txBox="1"/>
          <p:nvPr/>
        </p:nvSpPr>
        <p:spPr>
          <a:xfrm>
            <a:off x="838200" y="3105834"/>
            <a:ext cx="5369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Stream-dataflow intrinsic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210ED8-EEE4-4BF4-A083-FC58E0155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F0E6B0D-721E-42E0-B877-5047BCFA9641}"/>
              </a:ext>
            </a:extLst>
          </p:cNvPr>
          <p:cNvGraphicFramePr>
            <a:graphicFrameLocks noGrp="1"/>
          </p:cNvGraphicFramePr>
          <p:nvPr/>
        </p:nvGraphicFramePr>
        <p:xfrm>
          <a:off x="6024880" y="1732866"/>
          <a:ext cx="19304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val="11211612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1447021946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295898681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4018981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244559"/>
                  </a:ext>
                </a:extLst>
              </a:tr>
            </a:tbl>
          </a:graphicData>
        </a:graphic>
      </p:graphicFrame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5E60A20A-4211-4C12-BFD1-57978CA9D28C}"/>
              </a:ext>
            </a:extLst>
          </p:cNvPr>
          <p:cNvGraphicFramePr>
            <a:graphicFrameLocks noGrp="1"/>
          </p:cNvGraphicFramePr>
          <p:nvPr/>
        </p:nvGraphicFramePr>
        <p:xfrm>
          <a:off x="4622800" y="2625200"/>
          <a:ext cx="549188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6485">
                  <a:extLst>
                    <a:ext uri="{9D8B030D-6E8A-4147-A177-3AD203B41FA5}">
                      <a16:colId xmlns:a16="http://schemas.microsoft.com/office/drawing/2014/main" val="1211821622"/>
                    </a:ext>
                  </a:extLst>
                </a:gridCol>
                <a:gridCol w="686485">
                  <a:extLst>
                    <a:ext uri="{9D8B030D-6E8A-4147-A177-3AD203B41FA5}">
                      <a16:colId xmlns:a16="http://schemas.microsoft.com/office/drawing/2014/main" val="3965658999"/>
                    </a:ext>
                  </a:extLst>
                </a:gridCol>
                <a:gridCol w="686485">
                  <a:extLst>
                    <a:ext uri="{9D8B030D-6E8A-4147-A177-3AD203B41FA5}">
                      <a16:colId xmlns:a16="http://schemas.microsoft.com/office/drawing/2014/main" val="3096029953"/>
                    </a:ext>
                  </a:extLst>
                </a:gridCol>
                <a:gridCol w="686485">
                  <a:extLst>
                    <a:ext uri="{9D8B030D-6E8A-4147-A177-3AD203B41FA5}">
                      <a16:colId xmlns:a16="http://schemas.microsoft.com/office/drawing/2014/main" val="1303022715"/>
                    </a:ext>
                  </a:extLst>
                </a:gridCol>
                <a:gridCol w="686485">
                  <a:extLst>
                    <a:ext uri="{9D8B030D-6E8A-4147-A177-3AD203B41FA5}">
                      <a16:colId xmlns:a16="http://schemas.microsoft.com/office/drawing/2014/main" val="2937602617"/>
                    </a:ext>
                  </a:extLst>
                </a:gridCol>
                <a:gridCol w="686485">
                  <a:extLst>
                    <a:ext uri="{9D8B030D-6E8A-4147-A177-3AD203B41FA5}">
                      <a16:colId xmlns:a16="http://schemas.microsoft.com/office/drawing/2014/main" val="888452300"/>
                    </a:ext>
                  </a:extLst>
                </a:gridCol>
                <a:gridCol w="686485">
                  <a:extLst>
                    <a:ext uri="{9D8B030D-6E8A-4147-A177-3AD203B41FA5}">
                      <a16:colId xmlns:a16="http://schemas.microsoft.com/office/drawing/2014/main" val="1808532632"/>
                    </a:ext>
                  </a:extLst>
                </a:gridCol>
                <a:gridCol w="686485">
                  <a:extLst>
                    <a:ext uri="{9D8B030D-6E8A-4147-A177-3AD203B41FA5}">
                      <a16:colId xmlns:a16="http://schemas.microsoft.com/office/drawing/2014/main" val="29116507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2400" dirty="0"/>
                        <a:t>a[0]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highlight>
                            <a:srgbClr val="FFFF00"/>
                          </a:highlight>
                        </a:rPr>
                        <a:t>a[2]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highlight>
                            <a:srgbClr val="FFFF00"/>
                          </a:highlight>
                        </a:rPr>
                        <a:t>a[3]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highlight>
                            <a:srgbClr val="FFFF00"/>
                          </a:highlight>
                        </a:rPr>
                        <a:t>a[4]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highlight>
                            <a:srgbClr val="FFFF00"/>
                          </a:highlight>
                        </a:rPr>
                        <a:t>a[7]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738421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0A608E-CFDC-4F64-8D1E-5FAB97EE2C11}"/>
              </a:ext>
            </a:extLst>
          </p:cNvPr>
          <p:cNvCxnSpPr/>
          <p:nvPr/>
        </p:nvCxnSpPr>
        <p:spPr>
          <a:xfrm>
            <a:off x="6329680" y="2190066"/>
            <a:ext cx="0" cy="435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7AD9A0-276E-4EF3-A00E-1ACF7FB6A18E}"/>
              </a:ext>
            </a:extLst>
          </p:cNvPr>
          <p:cNvCxnSpPr>
            <a:cxnSpLocks/>
          </p:cNvCxnSpPr>
          <p:nvPr/>
        </p:nvCxnSpPr>
        <p:spPr>
          <a:xfrm>
            <a:off x="6695440" y="2190066"/>
            <a:ext cx="3179683" cy="435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232C72-FE26-4748-B003-AFB564E64470}"/>
              </a:ext>
            </a:extLst>
          </p:cNvPr>
          <p:cNvCxnSpPr>
            <a:cxnSpLocks/>
          </p:cNvCxnSpPr>
          <p:nvPr/>
        </p:nvCxnSpPr>
        <p:spPr>
          <a:xfrm flipH="1">
            <a:off x="6990080" y="2190066"/>
            <a:ext cx="264160" cy="435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11F3032-63AC-41B4-8CFC-D3E428343351}"/>
              </a:ext>
            </a:extLst>
          </p:cNvPr>
          <p:cNvCxnSpPr>
            <a:cxnSpLocks/>
          </p:cNvCxnSpPr>
          <p:nvPr/>
        </p:nvCxnSpPr>
        <p:spPr>
          <a:xfrm flipH="1">
            <a:off x="7663379" y="2190066"/>
            <a:ext cx="68381" cy="435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1328609-6834-40A9-8DA0-3EC576B5FD83}"/>
              </a:ext>
            </a:extLst>
          </p:cNvPr>
          <p:cNvSpPr txBox="1"/>
          <p:nvPr/>
        </p:nvSpPr>
        <p:spPr>
          <a:xfrm>
            <a:off x="4907285" y="1732866"/>
            <a:ext cx="1005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b[0:4]</a:t>
            </a:r>
          </a:p>
        </p:txBody>
      </p:sp>
    </p:spTree>
    <p:extLst>
      <p:ext uri="{BB962C8B-B14F-4D97-AF65-F5344CB8AC3E}">
        <p14:creationId xmlns:p14="http://schemas.microsoft.com/office/powerpoint/2010/main" val="280860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CEEB0-AD7A-4625-8B2D-5BFE906AC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2: Data-dependent length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B6626-023E-4046-9C3E-7CE9DB6FD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57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latin typeface="Consolas" panose="020B0609020204030204" pitchFamily="49" charset="0"/>
              </a:rPr>
              <a:t>SS_RECV</a:t>
            </a:r>
            <a:r>
              <a:rPr lang="en-US">
                <a:latin typeface="Consolas" panose="020B0609020204030204" pitchFamily="49" charset="0"/>
              </a:rPr>
              <a:t>(port, </a:t>
            </a:r>
            <a:r>
              <a:rPr lang="en-US" err="1">
                <a:latin typeface="Consolas" panose="020B0609020204030204" pitchFamily="49" charset="0"/>
              </a:rPr>
              <a:t>mem_addr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i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6A27A-C6F7-4CF6-AAF5-3976E75D7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6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2D79E1-DBC3-4608-953A-3537D78B1FF2}"/>
              </a:ext>
            </a:extLst>
          </p:cNvPr>
          <p:cNvGrpSpPr/>
          <p:nvPr/>
        </p:nvGrpSpPr>
        <p:grpSpPr>
          <a:xfrm>
            <a:off x="2091592" y="2622933"/>
            <a:ext cx="3255108" cy="360294"/>
            <a:chOff x="2976158" y="3197027"/>
            <a:chExt cx="3255108" cy="3602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9B3131-707D-457C-A3FD-9C3E791795B3}"/>
                </a:ext>
              </a:extLst>
            </p:cNvPr>
            <p:cNvSpPr/>
            <p:nvPr/>
          </p:nvSpPr>
          <p:spPr>
            <a:xfrm>
              <a:off x="2976158" y="3197027"/>
              <a:ext cx="1059346" cy="347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Port 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A29C43-26AE-4EE4-BE15-962E1B1827B6}"/>
                </a:ext>
              </a:extLst>
            </p:cNvPr>
            <p:cNvSpPr/>
            <p:nvPr/>
          </p:nvSpPr>
          <p:spPr>
            <a:xfrm>
              <a:off x="4681445" y="3203527"/>
              <a:ext cx="1549821" cy="347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mem_addr</a:t>
              </a:r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210C0B4-C719-48BD-A758-BB05C7D8F182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4035504" y="3370749"/>
              <a:ext cx="645941" cy="65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2BEE1766-01E9-4CB0-8E36-C62248965BBB}"/>
                </a:ext>
              </a:extLst>
            </p:cNvPr>
            <p:cNvCxnSpPr>
              <a:cxnSpLocks/>
              <a:stCxn id="7" idx="0"/>
              <a:endCxn id="7" idx="2"/>
            </p:cNvCxnSpPr>
            <p:nvPr/>
          </p:nvCxnSpPr>
          <p:spPr>
            <a:xfrm rot="16200000" flipH="1">
              <a:off x="5282634" y="3377249"/>
              <a:ext cx="347444" cy="12700"/>
            </a:xfrm>
            <a:prstGeom prst="curvedConnector5">
              <a:avLst>
                <a:gd name="adj1" fmla="val -65795"/>
                <a:gd name="adj2" fmla="val 7901661"/>
                <a:gd name="adj3" fmla="val 165795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6FA8DCD-B66F-4118-B330-BC38D9E24010}"/>
              </a:ext>
            </a:extLst>
          </p:cNvPr>
          <p:cNvSpPr txBox="1"/>
          <p:nvPr/>
        </p:nvSpPr>
        <p:spPr>
          <a:xfrm>
            <a:off x="5870023" y="2145880"/>
            <a:ext cx="5534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Acts as a barrier until a value from a </a:t>
            </a:r>
            <a:r>
              <a:rPr lang="en-US" sz="2800" i="1"/>
              <a:t>port </a:t>
            </a:r>
            <a:r>
              <a:rPr lang="en-US" sz="2800"/>
              <a:t>is written to a </a:t>
            </a:r>
            <a:r>
              <a:rPr lang="en-US" sz="2800" i="1"/>
              <a:t>memory location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CED4316-A3F6-4FA6-B14C-82B027069286}"/>
              </a:ext>
            </a:extLst>
          </p:cNvPr>
          <p:cNvSpPr txBox="1">
            <a:spLocks/>
          </p:cNvSpPr>
          <p:nvPr/>
        </p:nvSpPr>
        <p:spPr>
          <a:xfrm>
            <a:off x="718457" y="4071017"/>
            <a:ext cx="10515600" cy="1157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latin typeface="Consolas" panose="020B0609020204030204" pitchFamily="49" charset="0"/>
              </a:rPr>
              <a:t>SS_RESET</a:t>
            </a:r>
            <a:r>
              <a:rPr lang="en-US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1E4A9C-EF0B-402C-8D0A-7346567F85A5}"/>
              </a:ext>
            </a:extLst>
          </p:cNvPr>
          <p:cNvSpPr txBox="1"/>
          <p:nvPr/>
        </p:nvSpPr>
        <p:spPr>
          <a:xfrm>
            <a:off x="5870023" y="3774061"/>
            <a:ext cx="60832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Resets all </a:t>
            </a:r>
            <a:r>
              <a:rPr lang="en-US" sz="2800">
                <a:solidFill>
                  <a:srgbClr val="FF0000"/>
                </a:solidFill>
              </a:rPr>
              <a:t>pending read requests </a:t>
            </a:r>
            <a:r>
              <a:rPr lang="en-US" sz="2800"/>
              <a:t>and </a:t>
            </a:r>
            <a:r>
              <a:rPr lang="en-US" sz="2800">
                <a:solidFill>
                  <a:schemeClr val="accent1"/>
                </a:solidFill>
              </a:rPr>
              <a:t>active streams </a:t>
            </a:r>
            <a:r>
              <a:rPr lang="en-US" sz="2800"/>
              <a:t>except live data</a:t>
            </a:r>
            <a:endParaRPr lang="en-US" sz="2800" i="1"/>
          </a:p>
        </p:txBody>
      </p:sp>
    </p:spTree>
    <p:extLst>
      <p:ext uri="{BB962C8B-B14F-4D97-AF65-F5344CB8AC3E}">
        <p14:creationId xmlns:p14="http://schemas.microsoft.com/office/powerpoint/2010/main" val="3333958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C1B92-8B82-4DAA-B909-728AEB499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cs typeface="Calibri Light"/>
              </a:rPr>
              <a:t>Dot product </a:t>
            </a:r>
            <a:r>
              <a:rPr lang="en-US" dirty="0" err="1">
                <a:cs typeface="Calibri Light"/>
              </a:rPr>
              <a:t>Impl</a:t>
            </a:r>
            <a:r>
              <a:rPr lang="en-US" dirty="0">
                <a:cs typeface="Calibri Light"/>
              </a:rPr>
              <a:t>. Using Indirect Access (</a:t>
            </a:r>
            <a:r>
              <a:rPr lang="en-US" dirty="0">
                <a:latin typeface="Consolas" panose="020B0609020204030204" pitchFamily="49" charset="0"/>
                <a:cs typeface="Calibri Light"/>
              </a:rPr>
              <a:t>manual/ 04_bad_join</a:t>
            </a:r>
            <a:r>
              <a:rPr lang="en-US" dirty="0">
                <a:cs typeface="Calibri Light"/>
              </a:rPr>
              <a:t> with N=4096, DENSITY=0.1)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BD81B-D6D4-463C-95CA-A9BF86419270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Simulator Time: 0.05903 sec</a:t>
            </a:r>
            <a:endParaRPr lang="en-US">
              <a:cs typeface="Calibri" panose="020F050202020403020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>
                <a:ea typeface="+mn-lt"/>
                <a:cs typeface="+mn-lt"/>
              </a:rPr>
              <a:t>Cycles: 1798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Number of coalesced SPU requests: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Control Core </a:t>
            </a:r>
            <a:r>
              <a:rPr lang="en-US" err="1">
                <a:ea typeface="+mn-lt"/>
                <a:cs typeface="+mn-lt"/>
              </a:rPr>
              <a:t>Insts</a:t>
            </a:r>
            <a:r>
              <a:rPr lang="en-US">
                <a:ea typeface="+mn-lt"/>
                <a:cs typeface="+mn-lt"/>
              </a:rPr>
              <a:t> Issued: 37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Control Core Discarded </a:t>
            </a:r>
            <a:r>
              <a:rPr lang="en-US" err="1">
                <a:ea typeface="+mn-lt"/>
                <a:cs typeface="+mn-lt"/>
              </a:rPr>
              <a:t>Insts</a:t>
            </a:r>
            <a:r>
              <a:rPr lang="en-US">
                <a:ea typeface="+mn-lt"/>
                <a:cs typeface="+mn-lt"/>
              </a:rPr>
              <a:t> Issued: 17</a:t>
            </a:r>
            <a:endParaRPr lang="en-US"/>
          </a:p>
          <a:p>
            <a:pPr marL="0" indent="0"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Control Core Discarded Inst Stalls: 0.4595</a:t>
            </a:r>
            <a:endParaRPr lang="en-US"/>
          </a:p>
          <a:p>
            <a:pPr marL="0" indent="0"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Control Core Config Stalls: 0.07731</a:t>
            </a:r>
            <a:endParaRPr lang="en-US"/>
          </a:p>
          <a:p>
            <a:pPr marL="0" indent="0"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Control Core Wait Stalls:   </a:t>
            </a:r>
            <a:endParaRPr lang="en-US"/>
          </a:p>
          <a:p>
            <a:pPr marL="0" indent="0">
              <a:spcBef>
                <a:spcPts val="0"/>
              </a:spcBef>
              <a:buNone/>
            </a:pPr>
            <a:endParaRPr lang="en-US"/>
          </a:p>
          <a:p>
            <a:pPr marL="0" indent="0"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ACCEL 0 STATS ***</a:t>
            </a:r>
            <a:endParaRPr lang="en-US"/>
          </a:p>
          <a:p>
            <a:pPr marL="0" indent="0"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Commands Issued: 5</a:t>
            </a:r>
            <a:endParaRPr lang="en-US"/>
          </a:p>
          <a:p>
            <a:pPr marL="0" indent="0"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CGRA Instances: 868 -- </a:t>
            </a:r>
            <a:r>
              <a:rPr lang="en-US" b="1">
                <a:ea typeface="+mn-lt"/>
                <a:cs typeface="+mn-lt"/>
              </a:rPr>
              <a:t>Activity Ratio: 0.2286</a:t>
            </a:r>
            <a:r>
              <a:rPr lang="en-US">
                <a:ea typeface="+mn-lt"/>
                <a:cs typeface="+mn-lt"/>
              </a:rPr>
              <a:t>, DFGs / Cycle: 0.4828</a:t>
            </a:r>
            <a:endParaRPr lang="en-US"/>
          </a:p>
          <a:p>
            <a:pPr marL="0" indent="0"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For </a:t>
            </a:r>
            <a:r>
              <a:rPr lang="en-US" err="1">
                <a:ea typeface="+mn-lt"/>
                <a:cs typeface="+mn-lt"/>
              </a:rPr>
              <a:t>backcgra</a:t>
            </a:r>
            <a:r>
              <a:rPr lang="en-US">
                <a:ea typeface="+mn-lt"/>
                <a:cs typeface="+mn-lt"/>
              </a:rPr>
              <a:t>, Average </a:t>
            </a:r>
            <a:r>
              <a:rPr lang="en-US" err="1">
                <a:ea typeface="+mn-lt"/>
                <a:cs typeface="+mn-lt"/>
              </a:rPr>
              <a:t>thoughput</a:t>
            </a:r>
            <a:r>
              <a:rPr lang="en-US">
                <a:ea typeface="+mn-lt"/>
                <a:cs typeface="+mn-lt"/>
              </a:rPr>
              <a:t> of all ports (overall): 0.1207, CGRA outputs/</a:t>
            </a:r>
            <a:r>
              <a:rPr lang="en-US" err="1">
                <a:ea typeface="+mn-lt"/>
                <a:cs typeface="+mn-lt"/>
              </a:rPr>
              <a:t>cgra</a:t>
            </a:r>
            <a:r>
              <a:rPr lang="en-US">
                <a:ea typeface="+mn-lt"/>
                <a:cs typeface="+mn-lt"/>
              </a:rPr>
              <a:t> busy cycles: 2.112</a:t>
            </a:r>
            <a:endParaRPr lang="en-US"/>
          </a:p>
          <a:p>
            <a:pPr marL="0" indent="0"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CGRA </a:t>
            </a:r>
            <a:r>
              <a:rPr lang="en-US" err="1">
                <a:ea typeface="+mn-lt"/>
                <a:cs typeface="+mn-lt"/>
              </a:rPr>
              <a:t>Insts</a:t>
            </a:r>
            <a:r>
              <a:rPr lang="en-US">
                <a:ea typeface="+mn-lt"/>
                <a:cs typeface="+mn-lt"/>
              </a:rPr>
              <a:t> / Computation Instance: 4.368</a:t>
            </a:r>
            <a:endParaRPr lang="en-US"/>
          </a:p>
          <a:p>
            <a:pPr marL="0" indent="0"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CGRA </a:t>
            </a:r>
            <a:r>
              <a:rPr lang="en-US" err="1">
                <a:ea typeface="+mn-lt"/>
                <a:cs typeface="+mn-lt"/>
              </a:rPr>
              <a:t>Insts</a:t>
            </a:r>
            <a:r>
              <a:rPr lang="en-US">
                <a:ea typeface="+mn-lt"/>
                <a:cs typeface="+mn-lt"/>
              </a:rPr>
              <a:t> / Cycle: 2.108 (overall activity factor)</a:t>
            </a:r>
            <a:endParaRPr lang="en-US"/>
          </a:p>
          <a:p>
            <a:pPr marL="0" indent="0">
              <a:spcBef>
                <a:spcPts val="0"/>
              </a:spcBef>
              <a:buNone/>
            </a:pPr>
            <a:r>
              <a:rPr lang="en-US" b="1">
                <a:ea typeface="+mn-lt"/>
                <a:cs typeface="+mn-lt"/>
              </a:rPr>
              <a:t>Mapped DFG utilization: 0.1917</a:t>
            </a:r>
            <a:endParaRPr lang="en-US" b="1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B73B6-C8C6-4689-A7DB-16F9B4747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ED1E9-95B9-4BF5-A9DC-590DA0A02C4C}"/>
              </a:ext>
            </a:extLst>
          </p:cNvPr>
          <p:cNvSpPr txBox="1"/>
          <p:nvPr/>
        </p:nvSpPr>
        <p:spPr>
          <a:xfrm>
            <a:off x="5965370" y="2035629"/>
            <a:ext cx="5278735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Low activity ratio </a:t>
            </a:r>
          </a:p>
          <a:p>
            <a:r>
              <a:rPr lang="en-US" sz="320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25570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1B98-8EFB-4D96-9E85-D411C2AA0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Cyclic Dependence Loop Limits the Throughput However Unnecessary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C8032-048B-4BD9-8369-41E264FF4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20CD98-F18F-49B6-BB0E-5D8EA0B56C6C}"/>
              </a:ext>
            </a:extLst>
          </p:cNvPr>
          <p:cNvSpPr/>
          <p:nvPr/>
        </p:nvSpPr>
        <p:spPr>
          <a:xfrm>
            <a:off x="1700002" y="5420066"/>
            <a:ext cx="1509299" cy="331776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Recv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(out)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053770-5D52-47F0-8C03-9266937E26CD}"/>
              </a:ext>
            </a:extLst>
          </p:cNvPr>
          <p:cNvSpPr/>
          <p:nvPr/>
        </p:nvSpPr>
        <p:spPr>
          <a:xfrm>
            <a:off x="3003561" y="2593177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92CAD9-C1F4-446E-A72C-40B3F7A7C720}"/>
              </a:ext>
            </a:extLst>
          </p:cNvPr>
          <p:cNvCxnSpPr>
            <a:cxnSpLocks/>
            <a:stCxn id="11" idx="2"/>
            <a:endCxn id="7" idx="7"/>
          </p:cNvCxnSpPr>
          <p:nvPr/>
        </p:nvCxnSpPr>
        <p:spPr>
          <a:xfrm flipH="1">
            <a:off x="3354781" y="2210112"/>
            <a:ext cx="1396012" cy="443325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C64664-592E-4CDB-80A2-849F534E41F0}"/>
              </a:ext>
            </a:extLst>
          </p:cNvPr>
          <p:cNvCxnSpPr>
            <a:cxnSpLocks/>
            <a:stCxn id="12" idx="2"/>
            <a:endCxn id="7" idx="0"/>
          </p:cNvCxnSpPr>
          <p:nvPr/>
        </p:nvCxnSpPr>
        <p:spPr>
          <a:xfrm>
            <a:off x="1667809" y="2205691"/>
            <a:ext cx="1541492" cy="38748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CF9D9F4-AD5A-44BF-8968-D6B8AD16D477}"/>
              </a:ext>
            </a:extLst>
          </p:cNvPr>
          <p:cNvSpPr/>
          <p:nvPr/>
        </p:nvSpPr>
        <p:spPr>
          <a:xfrm>
            <a:off x="3121112" y="4132029"/>
            <a:ext cx="378225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8BF45D-5C97-43FB-953C-24CD655865F0}"/>
              </a:ext>
            </a:extLst>
          </p:cNvPr>
          <p:cNvSpPr/>
          <p:nvPr/>
        </p:nvSpPr>
        <p:spPr>
          <a:xfrm>
            <a:off x="3653726" y="1853353"/>
            <a:ext cx="2194134" cy="356759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indB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[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nextIdxB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988490-1F79-447B-9BC6-43852A61F054}"/>
              </a:ext>
            </a:extLst>
          </p:cNvPr>
          <p:cNvSpPr/>
          <p:nvPr/>
        </p:nvSpPr>
        <p:spPr>
          <a:xfrm>
            <a:off x="570742" y="1848932"/>
            <a:ext cx="2194134" cy="356759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indA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[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nextIdxA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C3D405-F4C2-43A4-AD40-5F644038DBD4}"/>
              </a:ext>
            </a:extLst>
          </p:cNvPr>
          <p:cNvSpPr/>
          <p:nvPr/>
        </p:nvSpPr>
        <p:spPr>
          <a:xfrm>
            <a:off x="3479297" y="5391327"/>
            <a:ext cx="2414446" cy="411401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matchedInd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[0: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C6561C-6C1E-4C10-B27E-E2AF5650D358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>
            <a:off x="3310225" y="4543509"/>
            <a:ext cx="1376295" cy="84781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50B92B-FB59-4D2D-9AD3-F4EAAD0BDD09}"/>
              </a:ext>
            </a:extLst>
          </p:cNvPr>
          <p:cNvCxnSpPr>
            <a:cxnSpLocks/>
            <a:stCxn id="27" idx="4"/>
            <a:endCxn id="6" idx="0"/>
          </p:cNvCxnSpPr>
          <p:nvPr/>
        </p:nvCxnSpPr>
        <p:spPr>
          <a:xfrm flipH="1">
            <a:off x="2454652" y="5041637"/>
            <a:ext cx="40895" cy="37842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A9DA426-C2C3-4795-9FF5-3004A13F629A}"/>
              </a:ext>
            </a:extLst>
          </p:cNvPr>
          <p:cNvCxnSpPr>
            <a:cxnSpLocks/>
            <a:endCxn id="10" idx="7"/>
          </p:cNvCxnSpPr>
          <p:nvPr/>
        </p:nvCxnSpPr>
        <p:spPr>
          <a:xfrm flipH="1">
            <a:off x="3443947" y="3805773"/>
            <a:ext cx="286321" cy="38651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5D71EB4-B0A2-4DF2-9DE5-4CDE96E39455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2908536" y="3900806"/>
            <a:ext cx="401689" cy="23122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BDBEAA4-717C-4959-B97C-DDAF2F6753B2}"/>
              </a:ext>
            </a:extLst>
          </p:cNvPr>
          <p:cNvSpPr/>
          <p:nvPr/>
        </p:nvSpPr>
        <p:spPr>
          <a:xfrm>
            <a:off x="1700002" y="5989408"/>
            <a:ext cx="1509299" cy="331776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BC17CBC-504C-4BEA-BC92-699C4DD90B55}"/>
              </a:ext>
            </a:extLst>
          </p:cNvPr>
          <p:cNvCxnSpPr>
            <a:cxnSpLocks/>
            <a:stCxn id="6" idx="2"/>
            <a:endCxn id="18" idx="0"/>
          </p:cNvCxnSpPr>
          <p:nvPr/>
        </p:nvCxnSpPr>
        <p:spPr>
          <a:xfrm>
            <a:off x="2454652" y="5751842"/>
            <a:ext cx="0" cy="23756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D3C05952-A7A2-4BFF-804B-4E50A3AC2169}"/>
              </a:ext>
            </a:extLst>
          </p:cNvPr>
          <p:cNvCxnSpPr>
            <a:stCxn id="18" idx="3"/>
            <a:endCxn id="13" idx="2"/>
          </p:cNvCxnSpPr>
          <p:nvPr/>
        </p:nvCxnSpPr>
        <p:spPr>
          <a:xfrm flipV="1">
            <a:off x="3209301" y="5802728"/>
            <a:ext cx="1477219" cy="352568"/>
          </a:xfrm>
          <a:prstGeom prst="curvedConnector2">
            <a:avLst/>
          </a:prstGeom>
          <a:ln w="254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B58112C6-46AA-4B71-BBD6-C5EB9DC2A6F6}"/>
              </a:ext>
            </a:extLst>
          </p:cNvPr>
          <p:cNvCxnSpPr>
            <a:cxnSpLocks/>
            <a:stCxn id="18" idx="1"/>
            <a:endCxn id="12" idx="1"/>
          </p:cNvCxnSpPr>
          <p:nvPr/>
        </p:nvCxnSpPr>
        <p:spPr>
          <a:xfrm rot="10800000">
            <a:off x="570742" y="2027312"/>
            <a:ext cx="1129260" cy="4127984"/>
          </a:xfrm>
          <a:prstGeom prst="curvedConnector3">
            <a:avLst>
              <a:gd name="adj1" fmla="val 132262"/>
            </a:avLst>
          </a:prstGeom>
          <a:ln w="254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E5E0C1D8-D04A-4015-9D01-E43401E64007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2764876" y="2027312"/>
            <a:ext cx="888850" cy="4421"/>
          </a:xfrm>
          <a:prstGeom prst="curvedConnector3">
            <a:avLst>
              <a:gd name="adj1" fmla="val 50000"/>
            </a:avLst>
          </a:prstGeom>
          <a:ln w="254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6D439BFB-6E7F-4C20-9BD3-3889736E7114}"/>
              </a:ext>
            </a:extLst>
          </p:cNvPr>
          <p:cNvCxnSpPr>
            <a:cxnSpLocks/>
            <a:stCxn id="18" idx="1"/>
            <a:endCxn id="6" idx="1"/>
          </p:cNvCxnSpPr>
          <p:nvPr/>
        </p:nvCxnSpPr>
        <p:spPr>
          <a:xfrm rot="10800000">
            <a:off x="1700002" y="5585954"/>
            <a:ext cx="12700" cy="569342"/>
          </a:xfrm>
          <a:prstGeom prst="curvedConnector3">
            <a:avLst>
              <a:gd name="adj1" fmla="val 1800000"/>
            </a:avLst>
          </a:prstGeom>
          <a:ln w="254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3A44625-8586-423E-BF42-E18EB8A71150}"/>
              </a:ext>
            </a:extLst>
          </p:cNvPr>
          <p:cNvSpPr txBox="1"/>
          <p:nvPr/>
        </p:nvSpPr>
        <p:spPr>
          <a:xfrm>
            <a:off x="2554440" y="3030210"/>
            <a:ext cx="32159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/>
              <a:t>0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B4CDE14-B626-4A64-A72A-557ED9D44604}"/>
              </a:ext>
            </a:extLst>
          </p:cNvPr>
          <p:cNvSpPr/>
          <p:nvPr/>
        </p:nvSpPr>
        <p:spPr>
          <a:xfrm>
            <a:off x="3065516" y="3394293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B902391-6735-46C3-990E-0B3054A94EAB}"/>
              </a:ext>
            </a:extLst>
          </p:cNvPr>
          <p:cNvCxnSpPr>
            <a:cxnSpLocks/>
            <a:endCxn id="27" idx="7"/>
          </p:cNvCxnSpPr>
          <p:nvPr/>
        </p:nvCxnSpPr>
        <p:spPr>
          <a:xfrm flipH="1">
            <a:off x="2641027" y="4310408"/>
            <a:ext cx="119117" cy="38000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F48B98A1-F792-43AD-909F-B8BE4B5AEF1E}"/>
              </a:ext>
            </a:extLst>
          </p:cNvPr>
          <p:cNvSpPr/>
          <p:nvPr/>
        </p:nvSpPr>
        <p:spPr>
          <a:xfrm>
            <a:off x="2289807" y="4630157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B6DAD7C-AFEA-4371-AF71-DFA9E0667F65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232133" y="3789369"/>
            <a:ext cx="78092" cy="34266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6071A207-86C9-4763-8604-52D80D3E3702}"/>
              </a:ext>
            </a:extLst>
          </p:cNvPr>
          <p:cNvSpPr/>
          <p:nvPr/>
        </p:nvSpPr>
        <p:spPr>
          <a:xfrm>
            <a:off x="1893295" y="3050174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</a:t>
            </a:r>
            <a:endParaRPr kumimoji="0" lang="en-US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1F3D3F6-ABD1-4558-AB12-A55689B36917}"/>
              </a:ext>
            </a:extLst>
          </p:cNvPr>
          <p:cNvSpPr/>
          <p:nvPr/>
        </p:nvSpPr>
        <p:spPr>
          <a:xfrm>
            <a:off x="4069300" y="2938800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Sel</a:t>
            </a:r>
            <a:endParaRPr kumimoji="0" lang="en-US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C95798B-8F29-4F97-A74F-4E2EC7E2D609}"/>
              </a:ext>
            </a:extLst>
          </p:cNvPr>
          <p:cNvCxnSpPr>
            <a:cxnSpLocks/>
            <a:stCxn id="7" idx="4"/>
            <a:endCxn id="30" idx="2"/>
          </p:cNvCxnSpPr>
          <p:nvPr/>
        </p:nvCxnSpPr>
        <p:spPr>
          <a:xfrm>
            <a:off x="3209301" y="3004657"/>
            <a:ext cx="859999" cy="139883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11AE2FB-5251-45ED-9340-91CBD2EBFA54}"/>
              </a:ext>
            </a:extLst>
          </p:cNvPr>
          <p:cNvCxnSpPr>
            <a:cxnSpLocks/>
            <a:stCxn id="7" idx="4"/>
          </p:cNvCxnSpPr>
          <p:nvPr/>
        </p:nvCxnSpPr>
        <p:spPr>
          <a:xfrm flipH="1">
            <a:off x="2243641" y="3004657"/>
            <a:ext cx="965660" cy="15240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EDE6DDF5-B067-497C-8FF8-D66F1318AEED}"/>
              </a:ext>
            </a:extLst>
          </p:cNvPr>
          <p:cNvSpPr/>
          <p:nvPr/>
        </p:nvSpPr>
        <p:spPr>
          <a:xfrm>
            <a:off x="5090350" y="3004657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97403BF-8E72-4660-AB5D-2146F6DB9AF4}"/>
              </a:ext>
            </a:extLst>
          </p:cNvPr>
          <p:cNvSpPr/>
          <p:nvPr/>
        </p:nvSpPr>
        <p:spPr>
          <a:xfrm>
            <a:off x="909277" y="2978152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67A5080-C07A-4B82-8D7F-059CA28B5854}"/>
              </a:ext>
            </a:extLst>
          </p:cNvPr>
          <p:cNvCxnSpPr>
            <a:cxnSpLocks/>
            <a:stCxn id="29" idx="2"/>
            <a:endCxn id="34" idx="5"/>
          </p:cNvCxnSpPr>
          <p:nvPr/>
        </p:nvCxnSpPr>
        <p:spPr>
          <a:xfrm flipH="1">
            <a:off x="1260497" y="3255914"/>
            <a:ext cx="632798" cy="7345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30219F7-5873-488B-B3DF-CE9603E8AF58}"/>
              </a:ext>
            </a:extLst>
          </p:cNvPr>
          <p:cNvGrpSpPr/>
          <p:nvPr/>
        </p:nvGrpSpPr>
        <p:grpSpPr>
          <a:xfrm>
            <a:off x="382913" y="2167835"/>
            <a:ext cx="1335971" cy="810317"/>
            <a:chOff x="5505975" y="2106298"/>
            <a:chExt cx="1335971" cy="810317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BBF63E3A-50F1-4F95-83DE-FB7F0EE9A4CB}"/>
                </a:ext>
              </a:extLst>
            </p:cNvPr>
            <p:cNvCxnSpPr>
              <a:cxnSpLocks/>
              <a:stCxn id="34" idx="0"/>
            </p:cNvCxnSpPr>
            <p:nvPr/>
          </p:nvCxnSpPr>
          <p:spPr>
            <a:xfrm flipV="1">
              <a:off x="6238079" y="2710875"/>
              <a:ext cx="0" cy="20574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FD6A987-BCCC-40E5-8236-A4C0B7DD1AB2}"/>
                </a:ext>
              </a:extLst>
            </p:cNvPr>
            <p:cNvSpPr/>
            <p:nvPr/>
          </p:nvSpPr>
          <p:spPr>
            <a:xfrm>
              <a:off x="5505975" y="2373981"/>
              <a:ext cx="1335971" cy="356613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nextIdxA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61E20F01-3E2B-4D90-B63A-3D11BDA05C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7795" y="2106298"/>
              <a:ext cx="3171" cy="315619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1580881-1726-4E61-A4BA-976E6E323F4B}"/>
              </a:ext>
            </a:extLst>
          </p:cNvPr>
          <p:cNvGrpSpPr/>
          <p:nvPr/>
        </p:nvGrpSpPr>
        <p:grpSpPr>
          <a:xfrm>
            <a:off x="4925142" y="2179668"/>
            <a:ext cx="1335971" cy="810317"/>
            <a:chOff x="5838313" y="2106298"/>
            <a:chExt cx="1335971" cy="810317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9F2F4A8-103A-4F87-8356-E49D528BDA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8079" y="2710875"/>
              <a:ext cx="0" cy="20574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483DBC7-90A0-4AB9-844A-340E98BEA05E}"/>
                </a:ext>
              </a:extLst>
            </p:cNvPr>
            <p:cNvSpPr/>
            <p:nvPr/>
          </p:nvSpPr>
          <p:spPr>
            <a:xfrm>
              <a:off x="5838313" y="2386074"/>
              <a:ext cx="1335971" cy="356613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nextIdxB</a:t>
              </a: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AC16BF5-9874-40C2-AF5F-A1C7AA3F50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7795" y="2106298"/>
              <a:ext cx="3171" cy="315619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miter lim="800000"/>
              <a:tailEnd type="triangle"/>
            </a:ln>
            <a:effectLst/>
          </p:spPr>
        </p:cxn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AE5EA09-9451-4E46-8DB0-675C65004FE9}"/>
              </a:ext>
            </a:extLst>
          </p:cNvPr>
          <p:cNvCxnSpPr>
            <a:cxnSpLocks/>
            <a:stCxn id="30" idx="6"/>
            <a:endCxn id="33" idx="2"/>
          </p:cNvCxnSpPr>
          <p:nvPr/>
        </p:nvCxnSpPr>
        <p:spPr>
          <a:xfrm>
            <a:off x="4480780" y="3144540"/>
            <a:ext cx="609570" cy="65857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8560137-BC66-4D67-AF97-990EC54ECBDC}"/>
              </a:ext>
            </a:extLst>
          </p:cNvPr>
          <p:cNvCxnSpPr>
            <a:cxnSpLocks/>
            <a:stCxn id="7" idx="4"/>
            <a:endCxn id="25" idx="0"/>
          </p:cNvCxnSpPr>
          <p:nvPr/>
        </p:nvCxnSpPr>
        <p:spPr>
          <a:xfrm>
            <a:off x="3209301" y="3004657"/>
            <a:ext cx="61955" cy="389636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1B5CB7D-AD51-4A57-9AF3-6BBECC0C275E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1944613" y="4471458"/>
            <a:ext cx="345194" cy="36443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C92A9C7-BD95-4EEE-98A5-EE7B2E1DFC10}"/>
              </a:ext>
            </a:extLst>
          </p:cNvPr>
          <p:cNvSpPr txBox="1"/>
          <p:nvPr/>
        </p:nvSpPr>
        <p:spPr>
          <a:xfrm>
            <a:off x="1610805" y="4186886"/>
            <a:ext cx="32159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/>
              <a:t>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0E381F2-B462-4972-B204-A08996080227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2876030" y="3261043"/>
            <a:ext cx="249746" cy="19351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0392297-F83B-44B0-A7A3-1EED718BC46C}"/>
              </a:ext>
            </a:extLst>
          </p:cNvPr>
          <p:cNvSpPr txBox="1"/>
          <p:nvPr/>
        </p:nvSpPr>
        <p:spPr>
          <a:xfrm>
            <a:off x="2275640" y="3972284"/>
            <a:ext cx="6664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err="1"/>
              <a:t>pred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3DA61C-5E14-46C5-A627-ECA04B033AB8}"/>
              </a:ext>
            </a:extLst>
          </p:cNvPr>
          <p:cNvSpPr txBox="1"/>
          <p:nvPr/>
        </p:nvSpPr>
        <p:spPr>
          <a:xfrm>
            <a:off x="3212775" y="2961194"/>
            <a:ext cx="6664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err="1"/>
              <a:t>pred</a:t>
            </a:r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307A38-49A3-4BF1-BB00-45401C67DAFA}"/>
              </a:ext>
            </a:extLst>
          </p:cNvPr>
          <p:cNvSpPr txBox="1"/>
          <p:nvPr/>
        </p:nvSpPr>
        <p:spPr>
          <a:xfrm>
            <a:off x="3587107" y="3465883"/>
            <a:ext cx="6664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err="1"/>
              <a:t>indB</a:t>
            </a:r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CA8A15-8B95-4A3B-9063-251DA1E71BBE}"/>
              </a:ext>
            </a:extLst>
          </p:cNvPr>
          <p:cNvSpPr txBox="1"/>
          <p:nvPr/>
        </p:nvSpPr>
        <p:spPr>
          <a:xfrm>
            <a:off x="2420649" y="3532375"/>
            <a:ext cx="6664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err="1"/>
              <a:t>indA</a:t>
            </a:r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A56EBB0-DC71-40B3-8E56-078BF1E8A550}"/>
              </a:ext>
            </a:extLst>
          </p:cNvPr>
          <p:cNvSpPr/>
          <p:nvPr/>
        </p:nvSpPr>
        <p:spPr>
          <a:xfrm>
            <a:off x="7500207" y="5358527"/>
            <a:ext cx="1509299" cy="331776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Recv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(out)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0107E585-7B9F-41F2-BABC-DB0ED8155318}"/>
              </a:ext>
            </a:extLst>
          </p:cNvPr>
          <p:cNvSpPr/>
          <p:nvPr/>
        </p:nvSpPr>
        <p:spPr>
          <a:xfrm>
            <a:off x="8803766" y="2531638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1CE672A-641D-4EA7-A8A7-87AD4E882CDF}"/>
              </a:ext>
            </a:extLst>
          </p:cNvPr>
          <p:cNvCxnSpPr>
            <a:cxnSpLocks/>
            <a:stCxn id="102" idx="2"/>
            <a:endCxn id="98" idx="7"/>
          </p:cNvCxnSpPr>
          <p:nvPr/>
        </p:nvCxnSpPr>
        <p:spPr>
          <a:xfrm flipH="1">
            <a:off x="9154986" y="2148573"/>
            <a:ext cx="1396012" cy="443325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D563A278-814D-48F2-914A-D35F416369BE}"/>
              </a:ext>
            </a:extLst>
          </p:cNvPr>
          <p:cNvCxnSpPr>
            <a:cxnSpLocks/>
            <a:stCxn id="103" idx="2"/>
            <a:endCxn id="98" idx="0"/>
          </p:cNvCxnSpPr>
          <p:nvPr/>
        </p:nvCxnSpPr>
        <p:spPr>
          <a:xfrm>
            <a:off x="7468014" y="2144152"/>
            <a:ext cx="1541492" cy="38748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E69E4C8E-BAAC-4781-B323-BB2DF725589C}"/>
              </a:ext>
            </a:extLst>
          </p:cNvPr>
          <p:cNvSpPr/>
          <p:nvPr/>
        </p:nvSpPr>
        <p:spPr>
          <a:xfrm>
            <a:off x="8921317" y="4070490"/>
            <a:ext cx="378225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DE0E1FC-50AA-46BC-82A5-A84E790EF878}"/>
              </a:ext>
            </a:extLst>
          </p:cNvPr>
          <p:cNvSpPr/>
          <p:nvPr/>
        </p:nvSpPr>
        <p:spPr>
          <a:xfrm>
            <a:off x="9453931" y="1791814"/>
            <a:ext cx="2194134" cy="356759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indB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[0:bn]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CCE32EB-3D11-4056-8B52-CD6BC42918D2}"/>
              </a:ext>
            </a:extLst>
          </p:cNvPr>
          <p:cNvSpPr/>
          <p:nvPr/>
        </p:nvSpPr>
        <p:spPr>
          <a:xfrm>
            <a:off x="6370947" y="1787393"/>
            <a:ext cx="2194134" cy="356759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indA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[0:an]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089F486-CAA5-47A2-8E32-7CA3067D6CBF}"/>
              </a:ext>
            </a:extLst>
          </p:cNvPr>
          <p:cNvSpPr/>
          <p:nvPr/>
        </p:nvSpPr>
        <p:spPr>
          <a:xfrm>
            <a:off x="9279502" y="5329788"/>
            <a:ext cx="2414446" cy="411401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matchedInd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[0: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280A8A6-909C-40CF-969E-32D410503B10}"/>
              </a:ext>
            </a:extLst>
          </p:cNvPr>
          <p:cNvCxnSpPr>
            <a:cxnSpLocks/>
            <a:stCxn id="101" idx="4"/>
            <a:endCxn id="104" idx="0"/>
          </p:cNvCxnSpPr>
          <p:nvPr/>
        </p:nvCxnSpPr>
        <p:spPr>
          <a:xfrm>
            <a:off x="9110430" y="4481970"/>
            <a:ext cx="1376295" cy="847818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A57953D5-A9AC-475E-B8C1-B6855834136C}"/>
              </a:ext>
            </a:extLst>
          </p:cNvPr>
          <p:cNvCxnSpPr>
            <a:cxnSpLocks/>
            <a:stCxn id="118" idx="4"/>
            <a:endCxn id="97" idx="0"/>
          </p:cNvCxnSpPr>
          <p:nvPr/>
        </p:nvCxnSpPr>
        <p:spPr>
          <a:xfrm flipH="1">
            <a:off x="8254857" y="4980098"/>
            <a:ext cx="40895" cy="378429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A33FEF6-5DB8-401C-B00B-0FFCE19DD024}"/>
              </a:ext>
            </a:extLst>
          </p:cNvPr>
          <p:cNvCxnSpPr>
            <a:cxnSpLocks/>
            <a:endCxn id="101" idx="7"/>
          </p:cNvCxnSpPr>
          <p:nvPr/>
        </p:nvCxnSpPr>
        <p:spPr>
          <a:xfrm flipH="1">
            <a:off x="9244152" y="3744234"/>
            <a:ext cx="286321" cy="38651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18375D3-BF1C-436B-9A66-9BE88A3B4E03}"/>
              </a:ext>
            </a:extLst>
          </p:cNvPr>
          <p:cNvCxnSpPr>
            <a:cxnSpLocks/>
            <a:endCxn id="101" idx="0"/>
          </p:cNvCxnSpPr>
          <p:nvPr/>
        </p:nvCxnSpPr>
        <p:spPr>
          <a:xfrm>
            <a:off x="8708741" y="3839267"/>
            <a:ext cx="401689" cy="23122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B03C3B9-BD35-4C37-9E07-3A6C2444FCB7}"/>
              </a:ext>
            </a:extLst>
          </p:cNvPr>
          <p:cNvSpPr/>
          <p:nvPr/>
        </p:nvSpPr>
        <p:spPr>
          <a:xfrm>
            <a:off x="7500207" y="5927869"/>
            <a:ext cx="1509299" cy="331776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Reset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1E08581-A573-4345-BA35-D7911D4E02B0}"/>
              </a:ext>
            </a:extLst>
          </p:cNvPr>
          <p:cNvCxnSpPr>
            <a:cxnSpLocks/>
            <a:stCxn id="97" idx="2"/>
            <a:endCxn id="109" idx="0"/>
          </p:cNvCxnSpPr>
          <p:nvPr/>
        </p:nvCxnSpPr>
        <p:spPr>
          <a:xfrm>
            <a:off x="8254857" y="5690303"/>
            <a:ext cx="0" cy="23756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1" name="Connector: Curved 110">
            <a:extLst>
              <a:ext uri="{FF2B5EF4-FFF2-40B4-BE49-F238E27FC236}">
                <a16:creationId xmlns:a16="http://schemas.microsoft.com/office/drawing/2014/main" id="{CF04A578-233D-44FA-9B66-29975F4BB3F7}"/>
              </a:ext>
            </a:extLst>
          </p:cNvPr>
          <p:cNvCxnSpPr>
            <a:stCxn id="109" idx="3"/>
            <a:endCxn id="104" idx="2"/>
          </p:cNvCxnSpPr>
          <p:nvPr/>
        </p:nvCxnSpPr>
        <p:spPr>
          <a:xfrm flipV="1">
            <a:off x="9009506" y="5741189"/>
            <a:ext cx="1477219" cy="352568"/>
          </a:xfrm>
          <a:prstGeom prst="curvedConnector2">
            <a:avLst/>
          </a:prstGeom>
          <a:ln w="254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Curved 111">
            <a:extLst>
              <a:ext uri="{FF2B5EF4-FFF2-40B4-BE49-F238E27FC236}">
                <a16:creationId xmlns:a16="http://schemas.microsoft.com/office/drawing/2014/main" id="{4CBEA1D8-F6E7-45BF-848A-273F1A3C4985}"/>
              </a:ext>
            </a:extLst>
          </p:cNvPr>
          <p:cNvCxnSpPr>
            <a:cxnSpLocks/>
            <a:stCxn id="109" idx="1"/>
            <a:endCxn id="103" idx="1"/>
          </p:cNvCxnSpPr>
          <p:nvPr/>
        </p:nvCxnSpPr>
        <p:spPr>
          <a:xfrm rot="10800000">
            <a:off x="6370947" y="1965773"/>
            <a:ext cx="1129260" cy="4127984"/>
          </a:xfrm>
          <a:prstGeom prst="curvedConnector3">
            <a:avLst>
              <a:gd name="adj1" fmla="val 132262"/>
            </a:avLst>
          </a:prstGeom>
          <a:ln w="254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Curved 112">
            <a:extLst>
              <a:ext uri="{FF2B5EF4-FFF2-40B4-BE49-F238E27FC236}">
                <a16:creationId xmlns:a16="http://schemas.microsoft.com/office/drawing/2014/main" id="{E548A221-7894-4A9D-BE26-CFFBF204136E}"/>
              </a:ext>
            </a:extLst>
          </p:cNvPr>
          <p:cNvCxnSpPr>
            <a:cxnSpLocks/>
            <a:stCxn id="103" idx="3"/>
            <a:endCxn id="102" idx="1"/>
          </p:cNvCxnSpPr>
          <p:nvPr/>
        </p:nvCxnSpPr>
        <p:spPr>
          <a:xfrm>
            <a:off x="8565081" y="1965773"/>
            <a:ext cx="888850" cy="4421"/>
          </a:xfrm>
          <a:prstGeom prst="curvedConnector3">
            <a:avLst>
              <a:gd name="adj1" fmla="val 50000"/>
            </a:avLst>
          </a:prstGeom>
          <a:ln w="254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Curved 113">
            <a:extLst>
              <a:ext uri="{FF2B5EF4-FFF2-40B4-BE49-F238E27FC236}">
                <a16:creationId xmlns:a16="http://schemas.microsoft.com/office/drawing/2014/main" id="{722D9B24-1127-4B94-9CEF-88663D0007D8}"/>
              </a:ext>
            </a:extLst>
          </p:cNvPr>
          <p:cNvCxnSpPr>
            <a:cxnSpLocks/>
            <a:stCxn id="109" idx="1"/>
            <a:endCxn id="97" idx="1"/>
          </p:cNvCxnSpPr>
          <p:nvPr/>
        </p:nvCxnSpPr>
        <p:spPr>
          <a:xfrm rot="10800000">
            <a:off x="7500207" y="5524415"/>
            <a:ext cx="12700" cy="569342"/>
          </a:xfrm>
          <a:prstGeom prst="curvedConnector3">
            <a:avLst>
              <a:gd name="adj1" fmla="val 1800000"/>
            </a:avLst>
          </a:prstGeom>
          <a:ln w="25400">
            <a:solidFill>
              <a:schemeClr val="accent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434E46C6-5DD2-4637-B9F8-8FA941BC1FFA}"/>
              </a:ext>
            </a:extLst>
          </p:cNvPr>
          <p:cNvSpPr txBox="1"/>
          <p:nvPr/>
        </p:nvSpPr>
        <p:spPr>
          <a:xfrm>
            <a:off x="8354645" y="2968671"/>
            <a:ext cx="321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0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42C5F38B-FC5B-40FA-850A-AA70BAF0648E}"/>
              </a:ext>
            </a:extLst>
          </p:cNvPr>
          <p:cNvSpPr/>
          <p:nvPr/>
        </p:nvSpPr>
        <p:spPr>
          <a:xfrm>
            <a:off x="8865721" y="3332754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F341B0C-1F8C-4BB5-8DCE-AE8D20B92543}"/>
              </a:ext>
            </a:extLst>
          </p:cNvPr>
          <p:cNvCxnSpPr>
            <a:cxnSpLocks/>
            <a:endCxn id="118" idx="7"/>
          </p:cNvCxnSpPr>
          <p:nvPr/>
        </p:nvCxnSpPr>
        <p:spPr>
          <a:xfrm flipH="1">
            <a:off x="8441232" y="4248869"/>
            <a:ext cx="119117" cy="380009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8" name="Oval 117">
            <a:extLst>
              <a:ext uri="{FF2B5EF4-FFF2-40B4-BE49-F238E27FC236}">
                <a16:creationId xmlns:a16="http://schemas.microsoft.com/office/drawing/2014/main" id="{CC617DBD-C69B-4F0A-9C96-24ED98B366BB}"/>
              </a:ext>
            </a:extLst>
          </p:cNvPr>
          <p:cNvSpPr/>
          <p:nvPr/>
        </p:nvSpPr>
        <p:spPr>
          <a:xfrm>
            <a:off x="8090012" y="4568618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0A925EFD-E4D8-4421-A6C4-1F5D725DF7D0}"/>
              </a:ext>
            </a:extLst>
          </p:cNvPr>
          <p:cNvCxnSpPr>
            <a:cxnSpLocks/>
            <a:endCxn id="101" idx="0"/>
          </p:cNvCxnSpPr>
          <p:nvPr/>
        </p:nvCxnSpPr>
        <p:spPr>
          <a:xfrm>
            <a:off x="9032338" y="3727830"/>
            <a:ext cx="78092" cy="34266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80CCFE11-84D7-4063-B02D-09ABB788234F}"/>
              </a:ext>
            </a:extLst>
          </p:cNvPr>
          <p:cNvCxnSpPr>
            <a:cxnSpLocks/>
            <a:stCxn id="98" idx="1"/>
          </p:cNvCxnSpPr>
          <p:nvPr/>
        </p:nvCxnSpPr>
        <p:spPr>
          <a:xfrm flipH="1" flipV="1">
            <a:off x="7186256" y="2163354"/>
            <a:ext cx="1677770" cy="428544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F793670-380C-4F0E-8FB5-24F0EA18A130}"/>
              </a:ext>
            </a:extLst>
          </p:cNvPr>
          <p:cNvCxnSpPr>
            <a:cxnSpLocks/>
            <a:stCxn id="98" idx="4"/>
            <a:endCxn id="116" idx="0"/>
          </p:cNvCxnSpPr>
          <p:nvPr/>
        </p:nvCxnSpPr>
        <p:spPr>
          <a:xfrm>
            <a:off x="9009506" y="2943118"/>
            <a:ext cx="61955" cy="38963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9893996-BA1E-49CB-BD23-7608F5DDA4D0}"/>
              </a:ext>
            </a:extLst>
          </p:cNvPr>
          <p:cNvCxnSpPr>
            <a:cxnSpLocks/>
            <a:endCxn id="118" idx="2"/>
          </p:cNvCxnSpPr>
          <p:nvPr/>
        </p:nvCxnSpPr>
        <p:spPr>
          <a:xfrm>
            <a:off x="7744818" y="4409919"/>
            <a:ext cx="345194" cy="364439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B26A4959-2654-4F58-9497-9CEFC2E2DF3F}"/>
              </a:ext>
            </a:extLst>
          </p:cNvPr>
          <p:cNvSpPr txBox="1"/>
          <p:nvPr/>
        </p:nvSpPr>
        <p:spPr>
          <a:xfrm>
            <a:off x="7411010" y="4125347"/>
            <a:ext cx="321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3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141A7549-CA7C-4F3C-933F-867CAA33A5C1}"/>
              </a:ext>
            </a:extLst>
          </p:cNvPr>
          <p:cNvCxnSpPr>
            <a:cxnSpLocks/>
            <a:stCxn id="115" idx="3"/>
            <a:endCxn id="116" idx="1"/>
          </p:cNvCxnSpPr>
          <p:nvPr/>
        </p:nvCxnSpPr>
        <p:spPr>
          <a:xfrm>
            <a:off x="8676235" y="3199504"/>
            <a:ext cx="249746" cy="19351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0B0533AD-2320-4CAB-ACE9-13CDB546B27D}"/>
              </a:ext>
            </a:extLst>
          </p:cNvPr>
          <p:cNvSpPr txBox="1"/>
          <p:nvPr/>
        </p:nvSpPr>
        <p:spPr>
          <a:xfrm>
            <a:off x="8075845" y="3910745"/>
            <a:ext cx="66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pred</a:t>
            </a:r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F2E6FA2-9675-4AB5-8693-894B586947C0}"/>
              </a:ext>
            </a:extLst>
          </p:cNvPr>
          <p:cNvSpPr txBox="1"/>
          <p:nvPr/>
        </p:nvSpPr>
        <p:spPr>
          <a:xfrm>
            <a:off x="9184633" y="2900042"/>
            <a:ext cx="66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pred</a:t>
            </a:r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0858E4B-5690-4D32-9241-70BE232CA0FC}"/>
              </a:ext>
            </a:extLst>
          </p:cNvPr>
          <p:cNvSpPr txBox="1"/>
          <p:nvPr/>
        </p:nvSpPr>
        <p:spPr>
          <a:xfrm>
            <a:off x="9387312" y="3404344"/>
            <a:ext cx="66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indB</a:t>
            </a:r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7063D82-9759-48EC-B77F-7BDB5A664241}"/>
              </a:ext>
            </a:extLst>
          </p:cNvPr>
          <p:cNvSpPr txBox="1"/>
          <p:nvPr/>
        </p:nvSpPr>
        <p:spPr>
          <a:xfrm>
            <a:off x="8220854" y="3470836"/>
            <a:ext cx="66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indA</a:t>
            </a:r>
            <a:endParaRPr lang="en-US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5EE97586-8D3A-418E-B88A-DFD870E108D1}"/>
              </a:ext>
            </a:extLst>
          </p:cNvPr>
          <p:cNvCxnSpPr>
            <a:cxnSpLocks/>
            <a:stCxn id="98" idx="6"/>
          </p:cNvCxnSpPr>
          <p:nvPr/>
        </p:nvCxnSpPr>
        <p:spPr>
          <a:xfrm flipV="1">
            <a:off x="9215246" y="2170006"/>
            <a:ext cx="1626712" cy="567372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dash"/>
            <a:miter lim="800000"/>
            <a:tailEnd type="triangle"/>
          </a:ln>
          <a:effectLst/>
        </p:spPr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D9BDEFE5-0241-4DCA-9112-D6A64A6441FF}"/>
              </a:ext>
            </a:extLst>
          </p:cNvPr>
          <p:cNvSpPr txBox="1"/>
          <p:nvPr/>
        </p:nvSpPr>
        <p:spPr>
          <a:xfrm>
            <a:off x="10023691" y="2381326"/>
            <a:ext cx="9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Reuse?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8DD2383-8A88-4BD7-A03E-AC68CBF99397}"/>
              </a:ext>
            </a:extLst>
          </p:cNvPr>
          <p:cNvSpPr txBox="1"/>
          <p:nvPr/>
        </p:nvSpPr>
        <p:spPr>
          <a:xfrm>
            <a:off x="7360352" y="2394895"/>
            <a:ext cx="9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Reuse?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F93BB66-DD5B-464E-81DB-78529F6392F3}"/>
              </a:ext>
            </a:extLst>
          </p:cNvPr>
          <p:cNvSpPr txBox="1"/>
          <p:nvPr/>
        </p:nvSpPr>
        <p:spPr>
          <a:xfrm>
            <a:off x="80855" y="1681735"/>
            <a:ext cx="6287421" cy="1810140"/>
          </a:xfrm>
          <a:prstGeom prst="rect">
            <a:avLst/>
          </a:prstGeom>
          <a:noFill/>
          <a:ln w="6350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DAABE96-EEE0-4A63-B94D-669091FA9A26}"/>
              </a:ext>
            </a:extLst>
          </p:cNvPr>
          <p:cNvSpPr txBox="1"/>
          <p:nvPr/>
        </p:nvSpPr>
        <p:spPr>
          <a:xfrm>
            <a:off x="6381767" y="1698583"/>
            <a:ext cx="5452267" cy="1810140"/>
          </a:xfrm>
          <a:prstGeom prst="rect">
            <a:avLst/>
          </a:prstGeom>
          <a:noFill/>
          <a:ln w="6350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88" name="Graphic 87" descr="Refresh">
            <a:extLst>
              <a:ext uri="{FF2B5EF4-FFF2-40B4-BE49-F238E27FC236}">
                <a16:creationId xmlns:a16="http://schemas.microsoft.com/office/drawing/2014/main" id="{FAF66557-F6BB-4C1F-9F89-67E91FDFE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2731" y="2326197"/>
            <a:ext cx="779837" cy="779837"/>
          </a:xfrm>
          <a:prstGeom prst="rect">
            <a:avLst/>
          </a:prstGeom>
        </p:spPr>
      </p:pic>
      <p:pic>
        <p:nvPicPr>
          <p:cNvPr id="89" name="Graphic 88" descr="Refresh">
            <a:extLst>
              <a:ext uri="{FF2B5EF4-FFF2-40B4-BE49-F238E27FC236}">
                <a16:creationId xmlns:a16="http://schemas.microsoft.com/office/drawing/2014/main" id="{7C1A80DE-A850-4573-A281-F757B3BEE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117676" y="2293524"/>
            <a:ext cx="779837" cy="779837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A091F15C-31C9-43C2-A7E2-01AF09AA400C}"/>
              </a:ext>
            </a:extLst>
          </p:cNvPr>
          <p:cNvSpPr txBox="1"/>
          <p:nvPr/>
        </p:nvSpPr>
        <p:spPr>
          <a:xfrm>
            <a:off x="3719772" y="3950818"/>
            <a:ext cx="3706247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/>
              <a:t>Cyclic dependence loop. Low throughput!!</a:t>
            </a:r>
          </a:p>
        </p:txBody>
      </p:sp>
    </p:spTree>
    <p:extLst>
      <p:ext uri="{BB962C8B-B14F-4D97-AF65-F5344CB8AC3E}">
        <p14:creationId xmlns:p14="http://schemas.microsoft.com/office/powerpoint/2010/main" val="397940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8" grpId="0" animBg="1"/>
      <p:bldP spid="101" grpId="0" animBg="1"/>
      <p:bldP spid="102" grpId="0" animBg="1"/>
      <p:bldP spid="103" grpId="0" animBg="1"/>
      <p:bldP spid="104" grpId="0" animBg="1"/>
      <p:bldP spid="109" grpId="0" animBg="1"/>
      <p:bldP spid="115" grpId="0"/>
      <p:bldP spid="116" grpId="0" animBg="1"/>
      <p:bldP spid="118" grpId="0" animBg="1"/>
      <p:bldP spid="132" grpId="0"/>
      <p:bldP spid="134" grpId="0"/>
      <p:bldP spid="135" grpId="0"/>
      <p:bldP spid="136" grpId="0"/>
      <p:bldP spid="137" grpId="0"/>
      <p:bldP spid="151" grpId="0"/>
      <p:bldP spid="152" grpId="0"/>
      <p:bldP spid="153" grpId="0" animBg="1"/>
      <p:bldP spid="154" grpId="0" animBg="1"/>
      <p:bldP spid="9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D0BDD-9891-4AA4-9D7F-631FCBF6D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0F964A-5A8E-4027-89DF-DF0181FDF905}"/>
              </a:ext>
            </a:extLst>
          </p:cNvPr>
          <p:cNvSpPr/>
          <p:nvPr/>
        </p:nvSpPr>
        <p:spPr>
          <a:xfrm>
            <a:off x="5084624" y="3892296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496351-920E-467E-BE8B-D285679DE4E3}"/>
              </a:ext>
            </a:extLst>
          </p:cNvPr>
          <p:cNvCxnSpPr>
            <a:cxnSpLocks/>
          </p:cNvCxnSpPr>
          <p:nvPr/>
        </p:nvCxnSpPr>
        <p:spPr>
          <a:xfrm>
            <a:off x="7865021" y="3360532"/>
            <a:ext cx="0" cy="11490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ED7578-321D-4C61-94E3-3030D2AB3455}"/>
              </a:ext>
            </a:extLst>
          </p:cNvPr>
          <p:cNvCxnSpPr>
            <a:cxnSpLocks/>
          </p:cNvCxnSpPr>
          <p:nvPr/>
        </p:nvCxnSpPr>
        <p:spPr>
          <a:xfrm>
            <a:off x="7039268" y="3358724"/>
            <a:ext cx="0" cy="11509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0ED6171-9027-45D3-B18C-295F366C3D95}"/>
              </a:ext>
            </a:extLst>
          </p:cNvPr>
          <p:cNvSpPr/>
          <p:nvPr/>
        </p:nvSpPr>
        <p:spPr>
          <a:xfrm>
            <a:off x="6833928" y="4509628"/>
            <a:ext cx="1237488" cy="60350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Function</a:t>
            </a:r>
          </a:p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Unit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7B60E8-5292-429F-81E9-5C01AC0BC45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7452672" y="5113131"/>
            <a:ext cx="0" cy="5610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3A70C1-56E5-4719-BD20-7DED9C21838D}"/>
              </a:ext>
            </a:extLst>
          </p:cNvPr>
          <p:cNvCxnSpPr>
            <a:cxnSpLocks/>
          </p:cNvCxnSpPr>
          <p:nvPr/>
        </p:nvCxnSpPr>
        <p:spPr>
          <a:xfrm>
            <a:off x="6582680" y="4601068"/>
            <a:ext cx="25124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ED5A2B3-C8D6-4D2D-AC46-ADBB474C1243}"/>
              </a:ext>
            </a:extLst>
          </p:cNvPr>
          <p:cNvSpPr/>
          <p:nvPr/>
        </p:nvSpPr>
        <p:spPr>
          <a:xfrm>
            <a:off x="5553981" y="4439724"/>
            <a:ext cx="1058967" cy="60350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Register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File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2EE680F-CB45-4F2C-B498-4E486D26B24F}"/>
              </a:ext>
            </a:extLst>
          </p:cNvPr>
          <p:cNvCxnSpPr>
            <a:cxnSpLocks/>
            <a:stCxn id="18" idx="0"/>
            <a:endCxn id="38" idx="2"/>
          </p:cNvCxnSpPr>
          <p:nvPr/>
        </p:nvCxnSpPr>
        <p:spPr>
          <a:xfrm rot="5400000" flipH="1" flipV="1">
            <a:off x="5698808" y="3367237"/>
            <a:ext cx="1457144" cy="687831"/>
          </a:xfrm>
          <a:prstGeom prst="bentConnector3">
            <a:avLst>
              <a:gd name="adj1" fmla="val 1156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1F68C814-CCDA-4355-B4DE-3E0AF0C342B4}"/>
              </a:ext>
            </a:extLst>
          </p:cNvPr>
          <p:cNvCxnSpPr>
            <a:cxnSpLocks/>
            <a:stCxn id="18" idx="0"/>
            <a:endCxn id="31" idx="2"/>
          </p:cNvCxnSpPr>
          <p:nvPr/>
        </p:nvCxnSpPr>
        <p:spPr>
          <a:xfrm rot="5400000" flipH="1" flipV="1">
            <a:off x="6369368" y="2696677"/>
            <a:ext cx="1457144" cy="2028951"/>
          </a:xfrm>
          <a:prstGeom prst="bentConnector3">
            <a:avLst>
              <a:gd name="adj1" fmla="val 1156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2EE3F11D-26F6-4709-A495-812614D2F594}"/>
              </a:ext>
            </a:extLst>
          </p:cNvPr>
          <p:cNvCxnSpPr>
            <a:cxnSpLocks/>
            <a:stCxn id="12" idx="2"/>
            <a:endCxn id="18" idx="2"/>
          </p:cNvCxnSpPr>
          <p:nvPr/>
        </p:nvCxnSpPr>
        <p:spPr>
          <a:xfrm rot="5400000" flipH="1">
            <a:off x="6733117" y="4393576"/>
            <a:ext cx="69904" cy="1369207"/>
          </a:xfrm>
          <a:prstGeom prst="bentConnector3">
            <a:avLst>
              <a:gd name="adj1" fmla="val -3270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A3B0D0B-4673-458A-9ED9-938447770668}"/>
              </a:ext>
            </a:extLst>
          </p:cNvPr>
          <p:cNvCxnSpPr>
            <a:cxnSpLocks/>
            <a:stCxn id="12" idx="2"/>
            <a:endCxn id="18" idx="2"/>
          </p:cNvCxnSpPr>
          <p:nvPr/>
        </p:nvCxnSpPr>
        <p:spPr>
          <a:xfrm rot="5400000" flipH="1">
            <a:off x="6733117" y="4393576"/>
            <a:ext cx="69904" cy="1369207"/>
          </a:xfrm>
          <a:prstGeom prst="bentConnector3">
            <a:avLst>
              <a:gd name="adj1" fmla="val -3270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000761-67F7-42E5-B48E-9AA2D9E9D7EC}"/>
              </a:ext>
            </a:extLst>
          </p:cNvPr>
          <p:cNvGrpSpPr/>
          <p:nvPr/>
        </p:nvGrpSpPr>
        <p:grpSpPr>
          <a:xfrm>
            <a:off x="6865914" y="3612812"/>
            <a:ext cx="346709" cy="515816"/>
            <a:chOff x="5590365" y="2803326"/>
            <a:chExt cx="459915" cy="51581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9A3A2B2-0336-42CC-BC1C-49A608F99170}"/>
                </a:ext>
              </a:extLst>
            </p:cNvPr>
            <p:cNvSpPr/>
            <p:nvPr/>
          </p:nvSpPr>
          <p:spPr>
            <a:xfrm>
              <a:off x="5590366" y="3061205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16DF426-6EF6-4F55-B164-3A34B7C98F22}"/>
                </a:ext>
              </a:extLst>
            </p:cNvPr>
            <p:cNvSpPr/>
            <p:nvPr/>
          </p:nvSpPr>
          <p:spPr>
            <a:xfrm>
              <a:off x="5590366" y="2931408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C8505C9-B433-42F4-8947-3064A313E0FA}"/>
                </a:ext>
              </a:extLst>
            </p:cNvPr>
            <p:cNvSpPr/>
            <p:nvPr/>
          </p:nvSpPr>
          <p:spPr>
            <a:xfrm>
              <a:off x="5590365" y="3189729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7B8CFC6-98E3-4831-AD4A-612A4601FBBE}"/>
                </a:ext>
              </a:extLst>
            </p:cNvPr>
            <p:cNvSpPr/>
            <p:nvPr/>
          </p:nvSpPr>
          <p:spPr>
            <a:xfrm>
              <a:off x="5590365" y="2803326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52C196F-B4E0-4445-B638-11861C356C0A}"/>
              </a:ext>
            </a:extLst>
          </p:cNvPr>
          <p:cNvGrpSpPr/>
          <p:nvPr/>
        </p:nvGrpSpPr>
        <p:grpSpPr>
          <a:xfrm>
            <a:off x="7691667" y="3617417"/>
            <a:ext cx="346709" cy="515816"/>
            <a:chOff x="5590365" y="2803326"/>
            <a:chExt cx="459915" cy="51581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1EA8FD2-4A62-4BD3-AB34-B8594C337BE4}"/>
                </a:ext>
              </a:extLst>
            </p:cNvPr>
            <p:cNvSpPr/>
            <p:nvPr/>
          </p:nvSpPr>
          <p:spPr>
            <a:xfrm>
              <a:off x="5590366" y="3061205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0B21C64-6905-4945-AEF4-7F677760B43F}"/>
                </a:ext>
              </a:extLst>
            </p:cNvPr>
            <p:cNvSpPr/>
            <p:nvPr/>
          </p:nvSpPr>
          <p:spPr>
            <a:xfrm>
              <a:off x="5590366" y="2931408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5DF5E7E-E67B-46F1-A3DD-AA1F00F01D5F}"/>
                </a:ext>
              </a:extLst>
            </p:cNvPr>
            <p:cNvSpPr/>
            <p:nvPr/>
          </p:nvSpPr>
          <p:spPr>
            <a:xfrm>
              <a:off x="5590365" y="3189729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B3BC3B5-0B65-4C3A-A281-7581318CC3D2}"/>
                </a:ext>
              </a:extLst>
            </p:cNvPr>
            <p:cNvSpPr/>
            <p:nvPr/>
          </p:nvSpPr>
          <p:spPr>
            <a:xfrm>
              <a:off x="5590365" y="2803326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8207B48-4151-49E8-837B-5DDFA2020A3A}"/>
              </a:ext>
            </a:extLst>
          </p:cNvPr>
          <p:cNvGrpSpPr/>
          <p:nvPr/>
        </p:nvGrpSpPr>
        <p:grpSpPr>
          <a:xfrm>
            <a:off x="6232823" y="2393999"/>
            <a:ext cx="1057289" cy="966533"/>
            <a:chOff x="8511651" y="1724852"/>
            <a:chExt cx="1057289" cy="966533"/>
          </a:xfrm>
        </p:grpSpPr>
        <p:sp>
          <p:nvSpPr>
            <p:cNvPr id="38" name="Trapezoid 37">
              <a:extLst>
                <a:ext uri="{FF2B5EF4-FFF2-40B4-BE49-F238E27FC236}">
                  <a16:creationId xmlns:a16="http://schemas.microsoft.com/office/drawing/2014/main" id="{79A96A2A-9B6B-4ED9-A9BC-ECCE46120569}"/>
                </a:ext>
              </a:extLst>
            </p:cNvPr>
            <p:cNvSpPr/>
            <p:nvPr/>
          </p:nvSpPr>
          <p:spPr>
            <a:xfrm rot="10800000">
              <a:off x="8531308" y="2313433"/>
              <a:ext cx="1037632" cy="377952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MUX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6084052-F82E-45AB-AFEC-948E5DA1A4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5980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E5B1007B-9B97-4C0F-A75B-04B293C3DD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4793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B796A3C-B393-4370-88F1-10DCB4D268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4715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5BC94CD-77F8-4405-AEB9-6BF95A20C3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7655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3C0C203-7699-4E59-86F1-6537D4F2B62B}"/>
                </a:ext>
              </a:extLst>
            </p:cNvPr>
            <p:cNvCxnSpPr>
              <a:cxnSpLocks/>
            </p:cNvCxnSpPr>
            <p:nvPr/>
          </p:nvCxnSpPr>
          <p:spPr>
            <a:xfrm>
              <a:off x="8593665" y="2084070"/>
              <a:ext cx="0" cy="2293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A061F05-9AB1-4201-BE08-0F8C8BEA1213}"/>
                </a:ext>
              </a:extLst>
            </p:cNvPr>
            <p:cNvSpPr/>
            <p:nvPr/>
          </p:nvSpPr>
          <p:spPr>
            <a:xfrm>
              <a:off x="8511651" y="1954657"/>
              <a:ext cx="148523" cy="1294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B25B0E-AD39-4DF4-8506-ED42371942C5}"/>
              </a:ext>
            </a:extLst>
          </p:cNvPr>
          <p:cNvGrpSpPr/>
          <p:nvPr/>
        </p:nvGrpSpPr>
        <p:grpSpPr>
          <a:xfrm>
            <a:off x="7559308" y="2393999"/>
            <a:ext cx="1071924" cy="966533"/>
            <a:chOff x="9838136" y="1724852"/>
            <a:chExt cx="1071924" cy="966533"/>
          </a:xfrm>
        </p:grpSpPr>
        <p:sp>
          <p:nvSpPr>
            <p:cNvPr id="31" name="Trapezoid 30">
              <a:extLst>
                <a:ext uri="{FF2B5EF4-FFF2-40B4-BE49-F238E27FC236}">
                  <a16:creationId xmlns:a16="http://schemas.microsoft.com/office/drawing/2014/main" id="{E96761A0-071A-4862-B5CA-E563FBB65BC8}"/>
                </a:ext>
              </a:extLst>
            </p:cNvPr>
            <p:cNvSpPr/>
            <p:nvPr/>
          </p:nvSpPr>
          <p:spPr>
            <a:xfrm rot="10800000">
              <a:off x="9872428" y="2313433"/>
              <a:ext cx="1037632" cy="377952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MUX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90CF884-4095-4908-AA7B-47F4C854B8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416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47966ED-36E6-4D15-B300-1BC56E3C04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75587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C4F7C85-C982-4724-B0BD-8F93DB6AE6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44688" y="1725835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8B1C7DD-DCDB-4282-AD4E-B41D9FB79B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00523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12C9C6D-AD5F-454D-9919-827E7EE07359}"/>
                </a:ext>
              </a:extLst>
            </p:cNvPr>
            <p:cNvCxnSpPr>
              <a:cxnSpLocks/>
            </p:cNvCxnSpPr>
            <p:nvPr/>
          </p:nvCxnSpPr>
          <p:spPr>
            <a:xfrm>
              <a:off x="9920150" y="2075880"/>
              <a:ext cx="0" cy="2293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D954D9A-DB25-4F8A-9094-88ABD5D125D5}"/>
                </a:ext>
              </a:extLst>
            </p:cNvPr>
            <p:cNvSpPr/>
            <p:nvPr/>
          </p:nvSpPr>
          <p:spPr>
            <a:xfrm>
              <a:off x="9838136" y="1946467"/>
              <a:ext cx="148523" cy="1294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8439058-C07A-43BC-A9B9-D89259594E77}"/>
              </a:ext>
            </a:extLst>
          </p:cNvPr>
          <p:cNvCxnSpPr>
            <a:cxnSpLocks/>
          </p:cNvCxnSpPr>
          <p:nvPr/>
        </p:nvCxnSpPr>
        <p:spPr>
          <a:xfrm>
            <a:off x="7865021" y="3356722"/>
            <a:ext cx="0" cy="1149095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A9B425-6C25-49B3-80D7-BA3A8403CED8}"/>
              </a:ext>
            </a:extLst>
          </p:cNvPr>
          <p:cNvCxnSpPr>
            <a:cxnSpLocks/>
          </p:cNvCxnSpPr>
          <p:nvPr/>
        </p:nvCxnSpPr>
        <p:spPr>
          <a:xfrm>
            <a:off x="7039268" y="3354914"/>
            <a:ext cx="0" cy="1150903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FA429E7-75F9-4733-9BBE-3C2EFA63B2A5}"/>
              </a:ext>
            </a:extLst>
          </p:cNvPr>
          <p:cNvCxnSpPr>
            <a:stCxn id="49" idx="3"/>
            <a:endCxn id="38" idx="1"/>
          </p:cNvCxnSpPr>
          <p:nvPr/>
        </p:nvCxnSpPr>
        <p:spPr>
          <a:xfrm flipV="1">
            <a:off x="7212623" y="3171556"/>
            <a:ext cx="30245" cy="763842"/>
          </a:xfrm>
          <a:prstGeom prst="bentConnector3">
            <a:avLst>
              <a:gd name="adj1" fmla="val 1012032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22454CF-0D8C-45D2-A39D-F6794CC46305}"/>
              </a:ext>
            </a:extLst>
          </p:cNvPr>
          <p:cNvCxnSpPr>
            <a:cxnSpLocks/>
            <a:stCxn id="45" idx="3"/>
            <a:endCxn id="31" idx="1"/>
          </p:cNvCxnSpPr>
          <p:nvPr/>
        </p:nvCxnSpPr>
        <p:spPr>
          <a:xfrm flipV="1">
            <a:off x="8038376" y="3171556"/>
            <a:ext cx="545612" cy="768447"/>
          </a:xfrm>
          <a:prstGeom prst="bentConnector3">
            <a:avLst>
              <a:gd name="adj1" fmla="val 150557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A0DEBF4-52AA-4ACB-8F52-FD833B707D86}"/>
              </a:ext>
            </a:extLst>
          </p:cNvPr>
          <p:cNvGrpSpPr/>
          <p:nvPr/>
        </p:nvGrpSpPr>
        <p:grpSpPr>
          <a:xfrm>
            <a:off x="1315152" y="1346599"/>
            <a:ext cx="3502699" cy="4875631"/>
            <a:chOff x="6347330" y="1589341"/>
            <a:chExt cx="3502699" cy="4875631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DD51531-A531-4AAB-8EAC-74A347A3F395}"/>
                </a:ext>
              </a:extLst>
            </p:cNvPr>
            <p:cNvCxnSpPr>
              <a:cxnSpLocks/>
            </p:cNvCxnSpPr>
            <p:nvPr/>
          </p:nvCxnSpPr>
          <p:spPr>
            <a:xfrm>
              <a:off x="9061708" y="3855922"/>
              <a:ext cx="2" cy="19307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87A315BC-8FF3-4A6F-8F6A-89EC09C84DBE}"/>
                </a:ext>
              </a:extLst>
            </p:cNvPr>
            <p:cNvCxnSpPr>
              <a:cxnSpLocks/>
            </p:cNvCxnSpPr>
            <p:nvPr/>
          </p:nvCxnSpPr>
          <p:spPr>
            <a:xfrm>
              <a:off x="8414729" y="3844269"/>
              <a:ext cx="2" cy="19307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F5E989E-4E51-42E7-849C-AE21B8BBFC48}"/>
                </a:ext>
              </a:extLst>
            </p:cNvPr>
            <p:cNvCxnSpPr>
              <a:cxnSpLocks/>
            </p:cNvCxnSpPr>
            <p:nvPr/>
          </p:nvCxnSpPr>
          <p:spPr>
            <a:xfrm>
              <a:off x="7756739" y="3848687"/>
              <a:ext cx="2" cy="19307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5D10315F-5DF0-4460-A6BA-766B834C1B88}"/>
                </a:ext>
              </a:extLst>
            </p:cNvPr>
            <p:cNvCxnSpPr>
              <a:cxnSpLocks/>
            </p:cNvCxnSpPr>
            <p:nvPr/>
          </p:nvCxnSpPr>
          <p:spPr>
            <a:xfrm>
              <a:off x="7106703" y="3845337"/>
              <a:ext cx="2" cy="19307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DAE6D75-8D27-49E2-9E6D-5DE05D83E5C3}"/>
                </a:ext>
              </a:extLst>
            </p:cNvPr>
            <p:cNvSpPr/>
            <p:nvPr/>
          </p:nvSpPr>
          <p:spPr>
            <a:xfrm>
              <a:off x="7943394" y="1589341"/>
              <a:ext cx="1906635" cy="6309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</a:rPr>
                <a:t>Controller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92D2A39-718E-4EE4-9E6E-5F486FE139D5}"/>
                </a:ext>
              </a:extLst>
            </p:cNvPr>
            <p:cNvSpPr/>
            <p:nvPr/>
          </p:nvSpPr>
          <p:spPr>
            <a:xfrm>
              <a:off x="6347330" y="2600147"/>
              <a:ext cx="3259874" cy="72500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3200" dirty="0">
                  <a:solidFill>
                    <a:schemeClr val="tx1"/>
                  </a:solidFill>
                </a:rPr>
                <a:t>Memory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1CEF8EDC-2BC4-4BF1-B6EE-D4884AD6D0A5}"/>
                </a:ext>
              </a:extLst>
            </p:cNvPr>
            <p:cNvSpPr/>
            <p:nvPr/>
          </p:nvSpPr>
          <p:spPr>
            <a:xfrm>
              <a:off x="7233235" y="4195534"/>
              <a:ext cx="391464" cy="39146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136CCD0-A912-4B21-B845-0D31AE72901F}"/>
                </a:ext>
              </a:extLst>
            </p:cNvPr>
            <p:cNvSpPr/>
            <p:nvPr/>
          </p:nvSpPr>
          <p:spPr>
            <a:xfrm>
              <a:off x="7035915" y="4026646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1414B1B-F0AB-42FC-BA03-D6FE8CE4EE73}"/>
                </a:ext>
              </a:extLst>
            </p:cNvPr>
            <p:cNvSpPr/>
            <p:nvPr/>
          </p:nvSpPr>
          <p:spPr>
            <a:xfrm>
              <a:off x="7035915" y="4652235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4FD263C-84BD-41A9-B5CA-8BC728AE5E78}"/>
                </a:ext>
              </a:extLst>
            </p:cNvPr>
            <p:cNvSpPr/>
            <p:nvPr/>
          </p:nvSpPr>
          <p:spPr>
            <a:xfrm>
              <a:off x="7689185" y="4031173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36519C8-82DC-4D8E-87A1-1EEE36165718}"/>
                </a:ext>
              </a:extLst>
            </p:cNvPr>
            <p:cNvSpPr/>
            <p:nvPr/>
          </p:nvSpPr>
          <p:spPr>
            <a:xfrm>
              <a:off x="7692333" y="4652235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B35DF90-C22F-4D72-A4A6-1214A2D81544}"/>
                </a:ext>
              </a:extLst>
            </p:cNvPr>
            <p:cNvCxnSpPr>
              <a:cxnSpLocks/>
              <a:stCxn id="61" idx="5"/>
              <a:endCxn id="60" idx="1"/>
            </p:cNvCxnSpPr>
            <p:nvPr/>
          </p:nvCxnSpPr>
          <p:spPr>
            <a:xfrm>
              <a:off x="7159295" y="4150026"/>
              <a:ext cx="131269" cy="10283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C68824E3-80AE-42C3-95BB-519496D6DE47}"/>
                </a:ext>
              </a:extLst>
            </p:cNvPr>
            <p:cNvCxnSpPr>
              <a:cxnSpLocks/>
              <a:stCxn id="63" idx="3"/>
              <a:endCxn id="60" idx="7"/>
            </p:cNvCxnSpPr>
            <p:nvPr/>
          </p:nvCxnSpPr>
          <p:spPr>
            <a:xfrm flipH="1">
              <a:off x="7567371" y="4154553"/>
              <a:ext cx="142985" cy="9830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A7601E4-8504-4792-81D1-363371E707C8}"/>
                </a:ext>
              </a:extLst>
            </p:cNvPr>
            <p:cNvCxnSpPr>
              <a:cxnSpLocks/>
              <a:stCxn id="62" idx="7"/>
              <a:endCxn id="60" idx="3"/>
            </p:cNvCxnSpPr>
            <p:nvPr/>
          </p:nvCxnSpPr>
          <p:spPr>
            <a:xfrm flipV="1">
              <a:off x="7159295" y="4529668"/>
              <a:ext cx="131269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D1BB83FF-AEA5-46EE-890C-C567A053B036}"/>
                </a:ext>
              </a:extLst>
            </p:cNvPr>
            <p:cNvCxnSpPr>
              <a:cxnSpLocks/>
              <a:stCxn id="60" idx="5"/>
              <a:endCxn id="64" idx="1"/>
            </p:cNvCxnSpPr>
            <p:nvPr/>
          </p:nvCxnSpPr>
          <p:spPr>
            <a:xfrm>
              <a:off x="7567371" y="4529668"/>
              <a:ext cx="146131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5B4EA13A-19B7-43D4-8606-0D1E80D3B3A2}"/>
                </a:ext>
              </a:extLst>
            </p:cNvPr>
            <p:cNvCxnSpPr>
              <a:cxnSpLocks/>
              <a:stCxn id="62" idx="6"/>
              <a:endCxn id="64" idx="2"/>
            </p:cNvCxnSpPr>
            <p:nvPr/>
          </p:nvCxnSpPr>
          <p:spPr>
            <a:xfrm>
              <a:off x="7180465" y="4724511"/>
              <a:ext cx="51186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28940A96-287C-49E4-ACAB-07E7B956CC91}"/>
                </a:ext>
              </a:extLst>
            </p:cNvPr>
            <p:cNvCxnSpPr>
              <a:cxnSpLocks/>
              <a:stCxn id="61" idx="4"/>
              <a:endCxn id="62" idx="0"/>
            </p:cNvCxnSpPr>
            <p:nvPr/>
          </p:nvCxnSpPr>
          <p:spPr>
            <a:xfrm>
              <a:off x="7108190" y="4171196"/>
              <a:ext cx="0" cy="48103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F599E9F7-3974-4447-A871-ADF3876FF831}"/>
                </a:ext>
              </a:extLst>
            </p:cNvPr>
            <p:cNvCxnSpPr>
              <a:cxnSpLocks/>
              <a:stCxn id="61" idx="6"/>
              <a:endCxn id="63" idx="2"/>
            </p:cNvCxnSpPr>
            <p:nvPr/>
          </p:nvCxnSpPr>
          <p:spPr>
            <a:xfrm>
              <a:off x="7180465" y="4098922"/>
              <a:ext cx="508720" cy="452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BCF40613-E45E-4340-9B42-3FB2A32821F3}"/>
                </a:ext>
              </a:extLst>
            </p:cNvPr>
            <p:cNvCxnSpPr>
              <a:cxnSpLocks/>
              <a:stCxn id="64" idx="0"/>
              <a:endCxn id="63" idx="4"/>
            </p:cNvCxnSpPr>
            <p:nvPr/>
          </p:nvCxnSpPr>
          <p:spPr>
            <a:xfrm flipH="1" flipV="1">
              <a:off x="7761460" y="4175723"/>
              <a:ext cx="3146" cy="476513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D1F8AB31-9862-48B6-A038-FF3A58BFAB79}"/>
                </a:ext>
              </a:extLst>
            </p:cNvPr>
            <p:cNvSpPr/>
            <p:nvPr/>
          </p:nvSpPr>
          <p:spPr>
            <a:xfrm>
              <a:off x="7886507" y="4201701"/>
              <a:ext cx="391464" cy="39146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3540531-4A70-4B31-A074-4B3C2ED9EA1F}"/>
                </a:ext>
              </a:extLst>
            </p:cNvPr>
            <p:cNvSpPr/>
            <p:nvPr/>
          </p:nvSpPr>
          <p:spPr>
            <a:xfrm>
              <a:off x="8342457" y="4037339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9294E9C-804E-4159-9F6E-57DAEEF5A3B4}"/>
                </a:ext>
              </a:extLst>
            </p:cNvPr>
            <p:cNvSpPr/>
            <p:nvPr/>
          </p:nvSpPr>
          <p:spPr>
            <a:xfrm>
              <a:off x="8345603" y="4658403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A59B14C3-E6B1-4370-8457-8107F86E5B9A}"/>
                </a:ext>
              </a:extLst>
            </p:cNvPr>
            <p:cNvCxnSpPr>
              <a:cxnSpLocks/>
              <a:endCxn id="73" idx="1"/>
            </p:cNvCxnSpPr>
            <p:nvPr/>
          </p:nvCxnSpPr>
          <p:spPr>
            <a:xfrm>
              <a:off x="7812566" y="4156194"/>
              <a:ext cx="131269" cy="10283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763E266-3DC3-4809-B1A3-992BCABABB33}"/>
                </a:ext>
              </a:extLst>
            </p:cNvPr>
            <p:cNvCxnSpPr>
              <a:cxnSpLocks/>
              <a:stCxn id="74" idx="3"/>
              <a:endCxn id="73" idx="7"/>
            </p:cNvCxnSpPr>
            <p:nvPr/>
          </p:nvCxnSpPr>
          <p:spPr>
            <a:xfrm flipH="1">
              <a:off x="8220641" y="4160719"/>
              <a:ext cx="142985" cy="9830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C66E51D9-7836-494A-9E24-2EE8330114E2}"/>
                </a:ext>
              </a:extLst>
            </p:cNvPr>
            <p:cNvCxnSpPr>
              <a:cxnSpLocks/>
              <a:endCxn id="73" idx="3"/>
            </p:cNvCxnSpPr>
            <p:nvPr/>
          </p:nvCxnSpPr>
          <p:spPr>
            <a:xfrm flipV="1">
              <a:off x="7812566" y="4535835"/>
              <a:ext cx="131269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554AA2FF-ADE5-43F2-8780-3235E572729D}"/>
                </a:ext>
              </a:extLst>
            </p:cNvPr>
            <p:cNvCxnSpPr>
              <a:cxnSpLocks/>
              <a:stCxn id="73" idx="5"/>
              <a:endCxn id="75" idx="1"/>
            </p:cNvCxnSpPr>
            <p:nvPr/>
          </p:nvCxnSpPr>
          <p:spPr>
            <a:xfrm>
              <a:off x="8220641" y="4535835"/>
              <a:ext cx="146131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D43B34E8-1397-4A53-B5FA-0EAB8775C6DC}"/>
                </a:ext>
              </a:extLst>
            </p:cNvPr>
            <p:cNvCxnSpPr>
              <a:cxnSpLocks/>
              <a:endCxn id="75" idx="2"/>
            </p:cNvCxnSpPr>
            <p:nvPr/>
          </p:nvCxnSpPr>
          <p:spPr>
            <a:xfrm>
              <a:off x="7833736" y="4730677"/>
              <a:ext cx="51186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577F8DF4-9B94-4EB3-8716-19CDF508BBB7}"/>
                </a:ext>
              </a:extLst>
            </p:cNvPr>
            <p:cNvCxnSpPr>
              <a:cxnSpLocks/>
              <a:endCxn id="74" idx="2"/>
            </p:cNvCxnSpPr>
            <p:nvPr/>
          </p:nvCxnSpPr>
          <p:spPr>
            <a:xfrm>
              <a:off x="7833736" y="4105089"/>
              <a:ext cx="508720" cy="452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960F237B-20A2-4B1D-AFE2-81C7748ED23D}"/>
                </a:ext>
              </a:extLst>
            </p:cNvPr>
            <p:cNvCxnSpPr>
              <a:cxnSpLocks/>
              <a:stCxn id="75" idx="0"/>
              <a:endCxn id="74" idx="4"/>
            </p:cNvCxnSpPr>
            <p:nvPr/>
          </p:nvCxnSpPr>
          <p:spPr>
            <a:xfrm flipH="1" flipV="1">
              <a:off x="8414730" y="4181889"/>
              <a:ext cx="3146" cy="476513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3704DD6-FD14-4D28-9F1E-8BEED4E9E6F0}"/>
                </a:ext>
              </a:extLst>
            </p:cNvPr>
            <p:cNvSpPr/>
            <p:nvPr/>
          </p:nvSpPr>
          <p:spPr>
            <a:xfrm>
              <a:off x="8539777" y="4202770"/>
              <a:ext cx="391464" cy="39146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384DC845-B8A1-4B52-ABAF-C4B337CBFFEC}"/>
                </a:ext>
              </a:extLst>
            </p:cNvPr>
            <p:cNvSpPr/>
            <p:nvPr/>
          </p:nvSpPr>
          <p:spPr>
            <a:xfrm>
              <a:off x="8995727" y="4038408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2267482-EFBB-47FC-AFAD-E031038F8FB6}"/>
                </a:ext>
              </a:extLst>
            </p:cNvPr>
            <p:cNvSpPr/>
            <p:nvPr/>
          </p:nvSpPr>
          <p:spPr>
            <a:xfrm>
              <a:off x="8998875" y="4659472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6A82E0BC-3960-4FC4-ABE4-2D1586228DE0}"/>
                </a:ext>
              </a:extLst>
            </p:cNvPr>
            <p:cNvCxnSpPr>
              <a:cxnSpLocks/>
              <a:endCxn id="83" idx="1"/>
            </p:cNvCxnSpPr>
            <p:nvPr/>
          </p:nvCxnSpPr>
          <p:spPr>
            <a:xfrm>
              <a:off x="8465836" y="4157262"/>
              <a:ext cx="131269" cy="10283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0B828BC-AA5A-4170-AA86-ACB76CF44127}"/>
                </a:ext>
              </a:extLst>
            </p:cNvPr>
            <p:cNvCxnSpPr>
              <a:cxnSpLocks/>
              <a:stCxn id="84" idx="3"/>
              <a:endCxn id="83" idx="7"/>
            </p:cNvCxnSpPr>
            <p:nvPr/>
          </p:nvCxnSpPr>
          <p:spPr>
            <a:xfrm flipH="1">
              <a:off x="8873911" y="4161787"/>
              <a:ext cx="142985" cy="9830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760B2606-0827-4250-8DE0-9B909AAA365D}"/>
                </a:ext>
              </a:extLst>
            </p:cNvPr>
            <p:cNvCxnSpPr>
              <a:cxnSpLocks/>
              <a:endCxn id="83" idx="3"/>
            </p:cNvCxnSpPr>
            <p:nvPr/>
          </p:nvCxnSpPr>
          <p:spPr>
            <a:xfrm flipV="1">
              <a:off x="8465836" y="4536905"/>
              <a:ext cx="131269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08CDA0A6-BF27-43A6-837C-A3817B26CE99}"/>
                </a:ext>
              </a:extLst>
            </p:cNvPr>
            <p:cNvCxnSpPr>
              <a:cxnSpLocks/>
              <a:stCxn id="83" idx="5"/>
              <a:endCxn id="85" idx="1"/>
            </p:cNvCxnSpPr>
            <p:nvPr/>
          </p:nvCxnSpPr>
          <p:spPr>
            <a:xfrm>
              <a:off x="8873911" y="4536905"/>
              <a:ext cx="146131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D22A4DF7-1E3B-496F-B3A8-A97674A3F88C}"/>
                </a:ext>
              </a:extLst>
            </p:cNvPr>
            <p:cNvCxnSpPr>
              <a:cxnSpLocks/>
              <a:endCxn id="85" idx="2"/>
            </p:cNvCxnSpPr>
            <p:nvPr/>
          </p:nvCxnSpPr>
          <p:spPr>
            <a:xfrm>
              <a:off x="8487006" y="4731747"/>
              <a:ext cx="51186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1306BB4A-60E4-4B24-8375-0F95D2DD60E5}"/>
                </a:ext>
              </a:extLst>
            </p:cNvPr>
            <p:cNvCxnSpPr>
              <a:cxnSpLocks/>
              <a:endCxn id="84" idx="2"/>
            </p:cNvCxnSpPr>
            <p:nvPr/>
          </p:nvCxnSpPr>
          <p:spPr>
            <a:xfrm>
              <a:off x="8487006" y="4106158"/>
              <a:ext cx="508720" cy="452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C5BE0BAB-65DC-4111-A641-DCB935820063}"/>
                </a:ext>
              </a:extLst>
            </p:cNvPr>
            <p:cNvCxnSpPr>
              <a:cxnSpLocks/>
              <a:stCxn id="85" idx="0"/>
              <a:endCxn id="84" idx="4"/>
            </p:cNvCxnSpPr>
            <p:nvPr/>
          </p:nvCxnSpPr>
          <p:spPr>
            <a:xfrm flipH="1" flipV="1">
              <a:off x="9068002" y="4182957"/>
              <a:ext cx="3146" cy="476513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A06FC23-25E6-4E18-96F0-14AA8A111F8C}"/>
                </a:ext>
              </a:extLst>
            </p:cNvPr>
            <p:cNvSpPr/>
            <p:nvPr/>
          </p:nvSpPr>
          <p:spPr>
            <a:xfrm>
              <a:off x="7230089" y="4823101"/>
              <a:ext cx="391464" cy="39146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E8445CE-A401-43F4-9A36-FDCED367937F}"/>
                </a:ext>
              </a:extLst>
            </p:cNvPr>
            <p:cNvSpPr/>
            <p:nvPr/>
          </p:nvSpPr>
          <p:spPr>
            <a:xfrm>
              <a:off x="7032769" y="5279805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C724DC53-818F-4E8B-8260-C4F8EC517945}"/>
                </a:ext>
              </a:extLst>
            </p:cNvPr>
            <p:cNvSpPr/>
            <p:nvPr/>
          </p:nvSpPr>
          <p:spPr>
            <a:xfrm>
              <a:off x="7689185" y="5279805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3133B00F-8483-44F2-AAC6-1C1F27639B8D}"/>
                </a:ext>
              </a:extLst>
            </p:cNvPr>
            <p:cNvCxnSpPr>
              <a:cxnSpLocks/>
              <a:endCxn id="93" idx="1"/>
            </p:cNvCxnSpPr>
            <p:nvPr/>
          </p:nvCxnSpPr>
          <p:spPr>
            <a:xfrm>
              <a:off x="7156148" y="4777596"/>
              <a:ext cx="131269" cy="10283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14EE3826-6821-40C4-8F6E-5A33289F5A59}"/>
                </a:ext>
              </a:extLst>
            </p:cNvPr>
            <p:cNvCxnSpPr>
              <a:cxnSpLocks/>
              <a:endCxn id="93" idx="7"/>
            </p:cNvCxnSpPr>
            <p:nvPr/>
          </p:nvCxnSpPr>
          <p:spPr>
            <a:xfrm flipH="1">
              <a:off x="7564223" y="4782121"/>
              <a:ext cx="142985" cy="9830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ED0362C1-4910-4225-9C79-BB631079FBD2}"/>
                </a:ext>
              </a:extLst>
            </p:cNvPr>
            <p:cNvCxnSpPr>
              <a:cxnSpLocks/>
              <a:stCxn id="94" idx="7"/>
              <a:endCxn id="93" idx="3"/>
            </p:cNvCxnSpPr>
            <p:nvPr/>
          </p:nvCxnSpPr>
          <p:spPr>
            <a:xfrm flipV="1">
              <a:off x="7156148" y="5157235"/>
              <a:ext cx="131269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C4D0ECF2-BEAD-4C18-A46C-65BE1777C600}"/>
                </a:ext>
              </a:extLst>
            </p:cNvPr>
            <p:cNvCxnSpPr>
              <a:cxnSpLocks/>
              <a:stCxn id="93" idx="5"/>
              <a:endCxn id="95" idx="1"/>
            </p:cNvCxnSpPr>
            <p:nvPr/>
          </p:nvCxnSpPr>
          <p:spPr>
            <a:xfrm>
              <a:off x="7564223" y="5157235"/>
              <a:ext cx="146131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2DD2997C-BA45-4253-B291-96C8DE2557B9}"/>
                </a:ext>
              </a:extLst>
            </p:cNvPr>
            <p:cNvCxnSpPr>
              <a:cxnSpLocks/>
              <a:stCxn id="94" idx="6"/>
              <a:endCxn id="95" idx="2"/>
            </p:cNvCxnSpPr>
            <p:nvPr/>
          </p:nvCxnSpPr>
          <p:spPr>
            <a:xfrm>
              <a:off x="7177318" y="5352078"/>
              <a:ext cx="51186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CA64DBE8-7603-4941-A0B4-5D7C3D635599}"/>
                </a:ext>
              </a:extLst>
            </p:cNvPr>
            <p:cNvCxnSpPr>
              <a:cxnSpLocks/>
              <a:endCxn id="94" idx="0"/>
            </p:cNvCxnSpPr>
            <p:nvPr/>
          </p:nvCxnSpPr>
          <p:spPr>
            <a:xfrm>
              <a:off x="7105043" y="4798765"/>
              <a:ext cx="0" cy="48103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65884436-4EE6-473B-BCFE-A4117B104507}"/>
                </a:ext>
              </a:extLst>
            </p:cNvPr>
            <p:cNvCxnSpPr>
              <a:cxnSpLocks/>
              <a:stCxn id="95" idx="0"/>
            </p:cNvCxnSpPr>
            <p:nvPr/>
          </p:nvCxnSpPr>
          <p:spPr>
            <a:xfrm flipH="1" flipV="1">
              <a:off x="7758314" y="4803290"/>
              <a:ext cx="3146" cy="476513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0BE8DB86-6FE1-4FD6-AA98-DB0142B35B3F}"/>
                </a:ext>
              </a:extLst>
            </p:cNvPr>
            <p:cNvSpPr/>
            <p:nvPr/>
          </p:nvSpPr>
          <p:spPr>
            <a:xfrm>
              <a:off x="7883359" y="4829268"/>
              <a:ext cx="391464" cy="39146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908B377B-EEA4-46C3-B047-A1A5547192A0}"/>
                </a:ext>
              </a:extLst>
            </p:cNvPr>
            <p:cNvSpPr/>
            <p:nvPr/>
          </p:nvSpPr>
          <p:spPr>
            <a:xfrm>
              <a:off x="8342457" y="5285971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09EF5D0C-F13B-4F45-9E9F-EDD72070BB1E}"/>
                </a:ext>
              </a:extLst>
            </p:cNvPr>
            <p:cNvCxnSpPr>
              <a:cxnSpLocks/>
              <a:endCxn id="103" idx="1"/>
            </p:cNvCxnSpPr>
            <p:nvPr/>
          </p:nvCxnSpPr>
          <p:spPr>
            <a:xfrm>
              <a:off x="7809418" y="4783762"/>
              <a:ext cx="131269" cy="10283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013B73A0-65B9-47CE-A0A7-8FE48E92956D}"/>
                </a:ext>
              </a:extLst>
            </p:cNvPr>
            <p:cNvCxnSpPr>
              <a:cxnSpLocks/>
              <a:endCxn id="103" idx="7"/>
            </p:cNvCxnSpPr>
            <p:nvPr/>
          </p:nvCxnSpPr>
          <p:spPr>
            <a:xfrm flipH="1">
              <a:off x="8217495" y="4788287"/>
              <a:ext cx="142985" cy="9830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BD56154D-7E2A-42FA-B342-132D228A766D}"/>
                </a:ext>
              </a:extLst>
            </p:cNvPr>
            <p:cNvCxnSpPr>
              <a:cxnSpLocks/>
              <a:endCxn id="103" idx="3"/>
            </p:cNvCxnSpPr>
            <p:nvPr/>
          </p:nvCxnSpPr>
          <p:spPr>
            <a:xfrm flipV="1">
              <a:off x="7809418" y="5163404"/>
              <a:ext cx="131269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C1706BCE-964C-49DF-B3B2-8A5A5D037C59}"/>
                </a:ext>
              </a:extLst>
            </p:cNvPr>
            <p:cNvCxnSpPr>
              <a:cxnSpLocks/>
              <a:stCxn id="103" idx="5"/>
              <a:endCxn id="104" idx="1"/>
            </p:cNvCxnSpPr>
            <p:nvPr/>
          </p:nvCxnSpPr>
          <p:spPr>
            <a:xfrm>
              <a:off x="8217495" y="5163404"/>
              <a:ext cx="146131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2DC3CAE-E7A7-4F24-B42B-E10BE4FFB352}"/>
                </a:ext>
              </a:extLst>
            </p:cNvPr>
            <p:cNvCxnSpPr>
              <a:cxnSpLocks/>
              <a:endCxn id="104" idx="2"/>
            </p:cNvCxnSpPr>
            <p:nvPr/>
          </p:nvCxnSpPr>
          <p:spPr>
            <a:xfrm>
              <a:off x="7830588" y="5358244"/>
              <a:ext cx="51186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1B940BD1-5B9F-4E27-A92E-8DB3EA89895D}"/>
                </a:ext>
              </a:extLst>
            </p:cNvPr>
            <p:cNvCxnSpPr>
              <a:cxnSpLocks/>
              <a:stCxn id="104" idx="0"/>
            </p:cNvCxnSpPr>
            <p:nvPr/>
          </p:nvCxnSpPr>
          <p:spPr>
            <a:xfrm flipH="1" flipV="1">
              <a:off x="8411584" y="4809456"/>
              <a:ext cx="3146" cy="476513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428A7F80-4CD9-4612-A198-B1DFEB500532}"/>
                </a:ext>
              </a:extLst>
            </p:cNvPr>
            <p:cNvSpPr/>
            <p:nvPr/>
          </p:nvSpPr>
          <p:spPr>
            <a:xfrm>
              <a:off x="8536631" y="4830338"/>
              <a:ext cx="391464" cy="39146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FC39658-ED73-402F-90C9-911437EB3CF5}"/>
                </a:ext>
              </a:extLst>
            </p:cNvPr>
            <p:cNvSpPr/>
            <p:nvPr/>
          </p:nvSpPr>
          <p:spPr>
            <a:xfrm>
              <a:off x="8995727" y="5287039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332460EC-2653-40BF-B48C-3B1AF86ED88A}"/>
                </a:ext>
              </a:extLst>
            </p:cNvPr>
            <p:cNvCxnSpPr>
              <a:cxnSpLocks/>
              <a:endCxn id="111" idx="1"/>
            </p:cNvCxnSpPr>
            <p:nvPr/>
          </p:nvCxnSpPr>
          <p:spPr>
            <a:xfrm>
              <a:off x="8462690" y="4784830"/>
              <a:ext cx="131269" cy="10283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46A7822D-FB23-4AB1-9F7E-ED1092E30433}"/>
                </a:ext>
              </a:extLst>
            </p:cNvPr>
            <p:cNvCxnSpPr>
              <a:cxnSpLocks/>
              <a:endCxn id="111" idx="7"/>
            </p:cNvCxnSpPr>
            <p:nvPr/>
          </p:nvCxnSpPr>
          <p:spPr>
            <a:xfrm flipH="1">
              <a:off x="8870765" y="4789356"/>
              <a:ext cx="142985" cy="9830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FB3BD36E-336F-4142-96EE-73D5E2AB90F0}"/>
                </a:ext>
              </a:extLst>
            </p:cNvPr>
            <p:cNvCxnSpPr>
              <a:cxnSpLocks/>
              <a:endCxn id="111" idx="3"/>
            </p:cNvCxnSpPr>
            <p:nvPr/>
          </p:nvCxnSpPr>
          <p:spPr>
            <a:xfrm flipV="1">
              <a:off x="8462690" y="5164472"/>
              <a:ext cx="131269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C9397F2A-7BBE-45AB-B319-91D762533EBB}"/>
                </a:ext>
              </a:extLst>
            </p:cNvPr>
            <p:cNvCxnSpPr>
              <a:cxnSpLocks/>
              <a:stCxn id="111" idx="5"/>
              <a:endCxn id="112" idx="1"/>
            </p:cNvCxnSpPr>
            <p:nvPr/>
          </p:nvCxnSpPr>
          <p:spPr>
            <a:xfrm>
              <a:off x="8870765" y="5164472"/>
              <a:ext cx="146131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492CD951-A391-479A-A7B0-722010D5D133}"/>
                </a:ext>
              </a:extLst>
            </p:cNvPr>
            <p:cNvCxnSpPr>
              <a:cxnSpLocks/>
              <a:endCxn id="112" idx="2"/>
            </p:cNvCxnSpPr>
            <p:nvPr/>
          </p:nvCxnSpPr>
          <p:spPr>
            <a:xfrm>
              <a:off x="8483860" y="5359315"/>
              <a:ext cx="51186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B4CEE311-B38E-4416-8DF8-BB4356583564}"/>
                </a:ext>
              </a:extLst>
            </p:cNvPr>
            <p:cNvCxnSpPr>
              <a:cxnSpLocks/>
              <a:stCxn id="112" idx="0"/>
            </p:cNvCxnSpPr>
            <p:nvPr/>
          </p:nvCxnSpPr>
          <p:spPr>
            <a:xfrm flipH="1" flipV="1">
              <a:off x="9064854" y="4810526"/>
              <a:ext cx="3146" cy="476513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BBF3D345-18C3-42BE-9279-218C85DFDAC0}"/>
                </a:ext>
              </a:extLst>
            </p:cNvPr>
            <p:cNvSpPr/>
            <p:nvPr/>
          </p:nvSpPr>
          <p:spPr>
            <a:xfrm>
              <a:off x="7226941" y="5452976"/>
              <a:ext cx="391464" cy="39146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F97A8D66-F331-445B-8222-C280AEC2EC22}"/>
                </a:ext>
              </a:extLst>
            </p:cNvPr>
            <p:cNvSpPr/>
            <p:nvPr/>
          </p:nvSpPr>
          <p:spPr>
            <a:xfrm>
              <a:off x="7029621" y="5909677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2F31EEDA-6A5E-440A-B3CC-565D77C90E10}"/>
                </a:ext>
              </a:extLst>
            </p:cNvPr>
            <p:cNvSpPr/>
            <p:nvPr/>
          </p:nvSpPr>
          <p:spPr>
            <a:xfrm>
              <a:off x="7686039" y="5909677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97CDBFF5-61C7-46A5-AFA8-320950417F1F}"/>
                </a:ext>
              </a:extLst>
            </p:cNvPr>
            <p:cNvCxnSpPr>
              <a:cxnSpLocks/>
              <a:endCxn id="119" idx="1"/>
            </p:cNvCxnSpPr>
            <p:nvPr/>
          </p:nvCxnSpPr>
          <p:spPr>
            <a:xfrm>
              <a:off x="7153002" y="5407467"/>
              <a:ext cx="131269" cy="10283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1803FD05-FF11-4495-8929-06427CB3A111}"/>
                </a:ext>
              </a:extLst>
            </p:cNvPr>
            <p:cNvCxnSpPr>
              <a:cxnSpLocks/>
              <a:endCxn id="119" idx="7"/>
            </p:cNvCxnSpPr>
            <p:nvPr/>
          </p:nvCxnSpPr>
          <p:spPr>
            <a:xfrm flipH="1">
              <a:off x="7561077" y="5411994"/>
              <a:ext cx="142985" cy="9830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9F2BE6EB-10FA-4CA7-AE88-3BD4F28A7F59}"/>
                </a:ext>
              </a:extLst>
            </p:cNvPr>
            <p:cNvCxnSpPr>
              <a:cxnSpLocks/>
              <a:stCxn id="120" idx="7"/>
              <a:endCxn id="119" idx="3"/>
            </p:cNvCxnSpPr>
            <p:nvPr/>
          </p:nvCxnSpPr>
          <p:spPr>
            <a:xfrm flipV="1">
              <a:off x="7153002" y="5787110"/>
              <a:ext cx="131269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BC1DC12F-221B-494A-A7E8-AED33247BF22}"/>
                </a:ext>
              </a:extLst>
            </p:cNvPr>
            <p:cNvCxnSpPr>
              <a:cxnSpLocks/>
              <a:stCxn id="119" idx="5"/>
              <a:endCxn id="121" idx="1"/>
            </p:cNvCxnSpPr>
            <p:nvPr/>
          </p:nvCxnSpPr>
          <p:spPr>
            <a:xfrm>
              <a:off x="7561077" y="5787110"/>
              <a:ext cx="146131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D5C10269-0F9F-4F4E-8068-8B26817E9020}"/>
                </a:ext>
              </a:extLst>
            </p:cNvPr>
            <p:cNvCxnSpPr>
              <a:cxnSpLocks/>
              <a:stCxn id="120" idx="6"/>
              <a:endCxn id="121" idx="2"/>
            </p:cNvCxnSpPr>
            <p:nvPr/>
          </p:nvCxnSpPr>
          <p:spPr>
            <a:xfrm>
              <a:off x="7174172" y="5981953"/>
              <a:ext cx="51186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260DE9E3-D662-4CB4-A148-E83033FB545A}"/>
                </a:ext>
              </a:extLst>
            </p:cNvPr>
            <p:cNvCxnSpPr>
              <a:cxnSpLocks/>
              <a:endCxn id="120" idx="0"/>
            </p:cNvCxnSpPr>
            <p:nvPr/>
          </p:nvCxnSpPr>
          <p:spPr>
            <a:xfrm>
              <a:off x="7101897" y="5428637"/>
              <a:ext cx="0" cy="48103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3556FEA6-52BA-4B59-A4A9-4B3020A9C7A1}"/>
                </a:ext>
              </a:extLst>
            </p:cNvPr>
            <p:cNvCxnSpPr>
              <a:cxnSpLocks/>
              <a:stCxn id="121" idx="0"/>
            </p:cNvCxnSpPr>
            <p:nvPr/>
          </p:nvCxnSpPr>
          <p:spPr>
            <a:xfrm flipH="1" flipV="1">
              <a:off x="7755167" y="5433164"/>
              <a:ext cx="3146" cy="476513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CD3D10FB-8AF7-455D-B9F1-F67ED8544F35}"/>
                </a:ext>
              </a:extLst>
            </p:cNvPr>
            <p:cNvSpPr/>
            <p:nvPr/>
          </p:nvSpPr>
          <p:spPr>
            <a:xfrm>
              <a:off x="7880213" y="5459141"/>
              <a:ext cx="391464" cy="39146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7590E1C3-0D48-4EE7-891D-A4E91B314E2E}"/>
                </a:ext>
              </a:extLst>
            </p:cNvPr>
            <p:cNvSpPr/>
            <p:nvPr/>
          </p:nvSpPr>
          <p:spPr>
            <a:xfrm>
              <a:off x="8339309" y="5915843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1471DB1F-67C9-4D02-A427-9AF866E3AFA3}"/>
                </a:ext>
              </a:extLst>
            </p:cNvPr>
            <p:cNvCxnSpPr>
              <a:cxnSpLocks/>
              <a:endCxn id="129" idx="1"/>
            </p:cNvCxnSpPr>
            <p:nvPr/>
          </p:nvCxnSpPr>
          <p:spPr>
            <a:xfrm>
              <a:off x="7806272" y="5413635"/>
              <a:ext cx="131269" cy="10283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A5494D5B-AD48-493E-ACB4-863158EFAEDF}"/>
                </a:ext>
              </a:extLst>
            </p:cNvPr>
            <p:cNvCxnSpPr>
              <a:cxnSpLocks/>
              <a:endCxn id="129" idx="7"/>
            </p:cNvCxnSpPr>
            <p:nvPr/>
          </p:nvCxnSpPr>
          <p:spPr>
            <a:xfrm flipH="1">
              <a:off x="8214347" y="5418160"/>
              <a:ext cx="142985" cy="9830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6FE51F1D-EE33-4E0E-96E8-F45C952C39C6}"/>
                </a:ext>
              </a:extLst>
            </p:cNvPr>
            <p:cNvCxnSpPr>
              <a:cxnSpLocks/>
              <a:endCxn id="129" idx="3"/>
            </p:cNvCxnSpPr>
            <p:nvPr/>
          </p:nvCxnSpPr>
          <p:spPr>
            <a:xfrm flipV="1">
              <a:off x="7806272" y="5793276"/>
              <a:ext cx="131269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58D18639-F751-4EA1-9A96-373885210CDF}"/>
                </a:ext>
              </a:extLst>
            </p:cNvPr>
            <p:cNvCxnSpPr>
              <a:cxnSpLocks/>
              <a:stCxn id="129" idx="5"/>
              <a:endCxn id="130" idx="1"/>
            </p:cNvCxnSpPr>
            <p:nvPr/>
          </p:nvCxnSpPr>
          <p:spPr>
            <a:xfrm>
              <a:off x="8214347" y="5793276"/>
              <a:ext cx="146131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93502DEB-6A16-4A97-92C5-C7C7B98B50C1}"/>
                </a:ext>
              </a:extLst>
            </p:cNvPr>
            <p:cNvCxnSpPr>
              <a:cxnSpLocks/>
              <a:endCxn id="130" idx="2"/>
            </p:cNvCxnSpPr>
            <p:nvPr/>
          </p:nvCxnSpPr>
          <p:spPr>
            <a:xfrm>
              <a:off x="7827442" y="5988118"/>
              <a:ext cx="51186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00D68387-C2F1-4A0E-8963-69E971CF0F2E}"/>
                </a:ext>
              </a:extLst>
            </p:cNvPr>
            <p:cNvCxnSpPr>
              <a:cxnSpLocks/>
              <a:stCxn id="130" idx="0"/>
            </p:cNvCxnSpPr>
            <p:nvPr/>
          </p:nvCxnSpPr>
          <p:spPr>
            <a:xfrm flipH="1" flipV="1">
              <a:off x="8408438" y="5439330"/>
              <a:ext cx="3146" cy="476513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E96D31E1-634E-4C9B-86C8-6B39450E96F2}"/>
                </a:ext>
              </a:extLst>
            </p:cNvPr>
            <p:cNvSpPr/>
            <p:nvPr/>
          </p:nvSpPr>
          <p:spPr>
            <a:xfrm>
              <a:off x="8533483" y="5460210"/>
              <a:ext cx="391464" cy="39146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B85FFCF1-9E19-40F9-9747-2179236813BA}"/>
                </a:ext>
              </a:extLst>
            </p:cNvPr>
            <p:cNvSpPr/>
            <p:nvPr/>
          </p:nvSpPr>
          <p:spPr>
            <a:xfrm>
              <a:off x="8992580" y="5916913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9F757F96-B4E2-41C3-B9DC-26BE7B8E7599}"/>
                </a:ext>
              </a:extLst>
            </p:cNvPr>
            <p:cNvCxnSpPr>
              <a:cxnSpLocks/>
              <a:endCxn id="137" idx="1"/>
            </p:cNvCxnSpPr>
            <p:nvPr/>
          </p:nvCxnSpPr>
          <p:spPr>
            <a:xfrm>
              <a:off x="8459542" y="5414704"/>
              <a:ext cx="131269" cy="10283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38B7D291-5C9F-4812-B9A2-5CAF46C14D6D}"/>
                </a:ext>
              </a:extLst>
            </p:cNvPr>
            <p:cNvCxnSpPr>
              <a:cxnSpLocks/>
              <a:endCxn id="137" idx="7"/>
            </p:cNvCxnSpPr>
            <p:nvPr/>
          </p:nvCxnSpPr>
          <p:spPr>
            <a:xfrm flipH="1">
              <a:off x="8867619" y="5419229"/>
              <a:ext cx="142985" cy="9830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D7104DCC-C862-4B75-8D31-093C10CECE28}"/>
                </a:ext>
              </a:extLst>
            </p:cNvPr>
            <p:cNvCxnSpPr>
              <a:cxnSpLocks/>
              <a:endCxn id="137" idx="3"/>
            </p:cNvCxnSpPr>
            <p:nvPr/>
          </p:nvCxnSpPr>
          <p:spPr>
            <a:xfrm flipV="1">
              <a:off x="8459542" y="5794345"/>
              <a:ext cx="131269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4695B01F-94F1-4BB5-8BD5-43F0CE9C3BAD}"/>
                </a:ext>
              </a:extLst>
            </p:cNvPr>
            <p:cNvCxnSpPr>
              <a:cxnSpLocks/>
              <a:stCxn id="137" idx="5"/>
              <a:endCxn id="138" idx="1"/>
            </p:cNvCxnSpPr>
            <p:nvPr/>
          </p:nvCxnSpPr>
          <p:spPr>
            <a:xfrm>
              <a:off x="8867619" y="5794345"/>
              <a:ext cx="146131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CDE5341A-5918-444C-B471-3B0651F10AE9}"/>
                </a:ext>
              </a:extLst>
            </p:cNvPr>
            <p:cNvCxnSpPr>
              <a:cxnSpLocks/>
              <a:endCxn id="138" idx="2"/>
            </p:cNvCxnSpPr>
            <p:nvPr/>
          </p:nvCxnSpPr>
          <p:spPr>
            <a:xfrm>
              <a:off x="8480712" y="5989186"/>
              <a:ext cx="51186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EA3A30AD-C6D7-4A00-90DA-83EFC77F2A16}"/>
                </a:ext>
              </a:extLst>
            </p:cNvPr>
            <p:cNvCxnSpPr>
              <a:cxnSpLocks/>
              <a:stCxn id="138" idx="0"/>
            </p:cNvCxnSpPr>
            <p:nvPr/>
          </p:nvCxnSpPr>
          <p:spPr>
            <a:xfrm flipH="1" flipV="1">
              <a:off x="9061708" y="5440399"/>
              <a:ext cx="3146" cy="476513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BC92FBDE-EFBD-472D-9DB9-D881031DE32F}"/>
                </a:ext>
              </a:extLst>
            </p:cNvPr>
            <p:cNvCxnSpPr>
              <a:cxnSpLocks/>
            </p:cNvCxnSpPr>
            <p:nvPr/>
          </p:nvCxnSpPr>
          <p:spPr>
            <a:xfrm>
              <a:off x="9061708" y="6066632"/>
              <a:ext cx="2" cy="19307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1044C609-9ED0-4224-BF96-16271DF43D4D}"/>
                </a:ext>
              </a:extLst>
            </p:cNvPr>
            <p:cNvCxnSpPr>
              <a:cxnSpLocks/>
            </p:cNvCxnSpPr>
            <p:nvPr/>
          </p:nvCxnSpPr>
          <p:spPr>
            <a:xfrm>
              <a:off x="8414729" y="6054979"/>
              <a:ext cx="2" cy="19307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9B3C2188-74A6-4803-B0A1-FF734FB4E761}"/>
                </a:ext>
              </a:extLst>
            </p:cNvPr>
            <p:cNvCxnSpPr>
              <a:cxnSpLocks/>
            </p:cNvCxnSpPr>
            <p:nvPr/>
          </p:nvCxnSpPr>
          <p:spPr>
            <a:xfrm>
              <a:off x="7756739" y="6059395"/>
              <a:ext cx="2" cy="19307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EA43B3E5-6AA4-4904-82D1-59793A289595}"/>
                </a:ext>
              </a:extLst>
            </p:cNvPr>
            <p:cNvCxnSpPr>
              <a:cxnSpLocks/>
            </p:cNvCxnSpPr>
            <p:nvPr/>
          </p:nvCxnSpPr>
          <p:spPr>
            <a:xfrm>
              <a:off x="7106703" y="6056048"/>
              <a:ext cx="2" cy="19307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3F8F8352-3979-4947-9C1B-367A4C433523}"/>
                </a:ext>
              </a:extLst>
            </p:cNvPr>
            <p:cNvSpPr/>
            <p:nvPr/>
          </p:nvSpPr>
          <p:spPr>
            <a:xfrm>
              <a:off x="6347333" y="6251683"/>
              <a:ext cx="2766332" cy="2132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BF53A694-CFEC-44BC-819A-FF182711596C}"/>
                </a:ext>
              </a:extLst>
            </p:cNvPr>
            <p:cNvCxnSpPr>
              <a:cxnSpLocks/>
            </p:cNvCxnSpPr>
            <p:nvPr/>
          </p:nvCxnSpPr>
          <p:spPr>
            <a:xfrm>
              <a:off x="6441077" y="3845337"/>
              <a:ext cx="2" cy="19307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9733451-D9A3-4CAE-BA4E-5544E5B07F43}"/>
                </a:ext>
              </a:extLst>
            </p:cNvPr>
            <p:cNvSpPr/>
            <p:nvPr/>
          </p:nvSpPr>
          <p:spPr>
            <a:xfrm>
              <a:off x="6567609" y="4195534"/>
              <a:ext cx="391464" cy="39146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FDA821C3-97F4-46BD-9EC9-EA8E2AF585FE}"/>
                </a:ext>
              </a:extLst>
            </p:cNvPr>
            <p:cNvSpPr/>
            <p:nvPr/>
          </p:nvSpPr>
          <p:spPr>
            <a:xfrm>
              <a:off x="6370289" y="4026646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DDBED809-A9A9-46F7-9F6D-8227303E7EB8}"/>
                </a:ext>
              </a:extLst>
            </p:cNvPr>
            <p:cNvSpPr/>
            <p:nvPr/>
          </p:nvSpPr>
          <p:spPr>
            <a:xfrm>
              <a:off x="6370289" y="4652235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BBB6D857-D799-4696-838E-82C5A9B68501}"/>
                </a:ext>
              </a:extLst>
            </p:cNvPr>
            <p:cNvCxnSpPr>
              <a:cxnSpLocks/>
              <a:stCxn id="152" idx="5"/>
              <a:endCxn id="151" idx="1"/>
            </p:cNvCxnSpPr>
            <p:nvPr/>
          </p:nvCxnSpPr>
          <p:spPr>
            <a:xfrm>
              <a:off x="6493669" y="4150026"/>
              <a:ext cx="131269" cy="10283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D846334B-15C9-478D-A4FF-485AD08EB056}"/>
                </a:ext>
              </a:extLst>
            </p:cNvPr>
            <p:cNvCxnSpPr>
              <a:cxnSpLocks/>
              <a:endCxn id="151" idx="7"/>
            </p:cNvCxnSpPr>
            <p:nvPr/>
          </p:nvCxnSpPr>
          <p:spPr>
            <a:xfrm flipH="1">
              <a:off x="6901745" y="4154553"/>
              <a:ext cx="142985" cy="9830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2C4B991E-921A-4202-8FBF-081856F85C9A}"/>
                </a:ext>
              </a:extLst>
            </p:cNvPr>
            <p:cNvCxnSpPr>
              <a:cxnSpLocks/>
              <a:stCxn id="153" idx="7"/>
              <a:endCxn id="151" idx="3"/>
            </p:cNvCxnSpPr>
            <p:nvPr/>
          </p:nvCxnSpPr>
          <p:spPr>
            <a:xfrm flipV="1">
              <a:off x="6493669" y="4529668"/>
              <a:ext cx="131269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EA17E57B-A2FA-4152-A203-C56DF715E514}"/>
                </a:ext>
              </a:extLst>
            </p:cNvPr>
            <p:cNvCxnSpPr>
              <a:cxnSpLocks/>
              <a:stCxn id="151" idx="5"/>
            </p:cNvCxnSpPr>
            <p:nvPr/>
          </p:nvCxnSpPr>
          <p:spPr>
            <a:xfrm>
              <a:off x="6901745" y="4529668"/>
              <a:ext cx="146131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353FCB29-F09E-48BB-82EB-C6CCD2F60BD4}"/>
                </a:ext>
              </a:extLst>
            </p:cNvPr>
            <p:cNvCxnSpPr>
              <a:cxnSpLocks/>
              <a:stCxn id="153" idx="6"/>
            </p:cNvCxnSpPr>
            <p:nvPr/>
          </p:nvCxnSpPr>
          <p:spPr>
            <a:xfrm>
              <a:off x="6514838" y="4724511"/>
              <a:ext cx="51186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42B91670-9C94-4688-91AE-BCF2EF080514}"/>
                </a:ext>
              </a:extLst>
            </p:cNvPr>
            <p:cNvCxnSpPr>
              <a:cxnSpLocks/>
              <a:stCxn id="152" idx="4"/>
              <a:endCxn id="153" idx="0"/>
            </p:cNvCxnSpPr>
            <p:nvPr/>
          </p:nvCxnSpPr>
          <p:spPr>
            <a:xfrm>
              <a:off x="6442565" y="4171196"/>
              <a:ext cx="0" cy="48103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C1D83459-B437-41A5-A942-2CE06F9D3718}"/>
                </a:ext>
              </a:extLst>
            </p:cNvPr>
            <p:cNvCxnSpPr>
              <a:cxnSpLocks/>
              <a:stCxn id="152" idx="6"/>
            </p:cNvCxnSpPr>
            <p:nvPr/>
          </p:nvCxnSpPr>
          <p:spPr>
            <a:xfrm>
              <a:off x="6514838" y="4098922"/>
              <a:ext cx="508720" cy="452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FA6B86BF-14AE-4F81-8E29-AC90EF946185}"/>
                </a:ext>
              </a:extLst>
            </p:cNvPr>
            <p:cNvSpPr/>
            <p:nvPr/>
          </p:nvSpPr>
          <p:spPr>
            <a:xfrm>
              <a:off x="6564462" y="4823101"/>
              <a:ext cx="391464" cy="39146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97CD7615-B21F-4556-9679-ADDE5D3DC1F7}"/>
                </a:ext>
              </a:extLst>
            </p:cNvPr>
            <p:cNvSpPr/>
            <p:nvPr/>
          </p:nvSpPr>
          <p:spPr>
            <a:xfrm>
              <a:off x="6367143" y="5279805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039ECC3B-C5D8-49C8-8A1F-708B639EF791}"/>
                </a:ext>
              </a:extLst>
            </p:cNvPr>
            <p:cNvCxnSpPr>
              <a:cxnSpLocks/>
              <a:endCxn id="161" idx="1"/>
            </p:cNvCxnSpPr>
            <p:nvPr/>
          </p:nvCxnSpPr>
          <p:spPr>
            <a:xfrm>
              <a:off x="6490523" y="4777596"/>
              <a:ext cx="131269" cy="10283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6C704012-99BF-4EC8-8951-5057073920B2}"/>
                </a:ext>
              </a:extLst>
            </p:cNvPr>
            <p:cNvCxnSpPr>
              <a:cxnSpLocks/>
              <a:endCxn id="161" idx="7"/>
            </p:cNvCxnSpPr>
            <p:nvPr/>
          </p:nvCxnSpPr>
          <p:spPr>
            <a:xfrm flipH="1">
              <a:off x="6898598" y="4782121"/>
              <a:ext cx="142985" cy="9830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53142C01-5390-4D7D-B0DF-FD551DB0F6BE}"/>
                </a:ext>
              </a:extLst>
            </p:cNvPr>
            <p:cNvCxnSpPr>
              <a:cxnSpLocks/>
              <a:stCxn id="162" idx="7"/>
              <a:endCxn id="161" idx="3"/>
            </p:cNvCxnSpPr>
            <p:nvPr/>
          </p:nvCxnSpPr>
          <p:spPr>
            <a:xfrm flipV="1">
              <a:off x="6490523" y="5157235"/>
              <a:ext cx="131269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2D75C716-8772-4DFE-847F-10A732EF73DC}"/>
                </a:ext>
              </a:extLst>
            </p:cNvPr>
            <p:cNvCxnSpPr>
              <a:cxnSpLocks/>
              <a:stCxn id="161" idx="5"/>
            </p:cNvCxnSpPr>
            <p:nvPr/>
          </p:nvCxnSpPr>
          <p:spPr>
            <a:xfrm>
              <a:off x="6898598" y="5157235"/>
              <a:ext cx="146131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4EF15788-8CE1-43D4-8E3D-E36F29C266E3}"/>
                </a:ext>
              </a:extLst>
            </p:cNvPr>
            <p:cNvCxnSpPr>
              <a:cxnSpLocks/>
              <a:stCxn id="162" idx="6"/>
            </p:cNvCxnSpPr>
            <p:nvPr/>
          </p:nvCxnSpPr>
          <p:spPr>
            <a:xfrm>
              <a:off x="6511692" y="5352078"/>
              <a:ext cx="51186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9C479111-73F3-4B24-807E-C77692C33F13}"/>
                </a:ext>
              </a:extLst>
            </p:cNvPr>
            <p:cNvCxnSpPr>
              <a:cxnSpLocks/>
              <a:endCxn id="162" idx="0"/>
            </p:cNvCxnSpPr>
            <p:nvPr/>
          </p:nvCxnSpPr>
          <p:spPr>
            <a:xfrm>
              <a:off x="6439416" y="4798765"/>
              <a:ext cx="0" cy="48103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EB744FDE-00F6-4682-BDF4-DA922D908155}"/>
                </a:ext>
              </a:extLst>
            </p:cNvPr>
            <p:cNvSpPr/>
            <p:nvPr/>
          </p:nvSpPr>
          <p:spPr>
            <a:xfrm>
              <a:off x="6561315" y="5452976"/>
              <a:ext cx="391464" cy="39146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C1D249C7-8713-494D-8C8F-8AF03C790A40}"/>
                </a:ext>
              </a:extLst>
            </p:cNvPr>
            <p:cNvSpPr/>
            <p:nvPr/>
          </p:nvSpPr>
          <p:spPr>
            <a:xfrm>
              <a:off x="6363995" y="5909677"/>
              <a:ext cx="144550" cy="14455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413DA09C-6646-4815-B9B4-1C8F1F0407BE}"/>
                </a:ext>
              </a:extLst>
            </p:cNvPr>
            <p:cNvCxnSpPr>
              <a:cxnSpLocks/>
              <a:endCxn id="169" idx="1"/>
            </p:cNvCxnSpPr>
            <p:nvPr/>
          </p:nvCxnSpPr>
          <p:spPr>
            <a:xfrm>
              <a:off x="6487375" y="5407467"/>
              <a:ext cx="131269" cy="10283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F0EF73DF-6202-446D-837F-A6D5D98BD8E0}"/>
                </a:ext>
              </a:extLst>
            </p:cNvPr>
            <p:cNvCxnSpPr>
              <a:cxnSpLocks/>
              <a:endCxn id="169" idx="7"/>
            </p:cNvCxnSpPr>
            <p:nvPr/>
          </p:nvCxnSpPr>
          <p:spPr>
            <a:xfrm flipH="1">
              <a:off x="6895451" y="5411994"/>
              <a:ext cx="142985" cy="9830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868DE934-EB23-4CFC-9490-F74E9FF04980}"/>
                </a:ext>
              </a:extLst>
            </p:cNvPr>
            <p:cNvCxnSpPr>
              <a:cxnSpLocks/>
              <a:stCxn id="170" idx="7"/>
              <a:endCxn id="169" idx="3"/>
            </p:cNvCxnSpPr>
            <p:nvPr/>
          </p:nvCxnSpPr>
          <p:spPr>
            <a:xfrm flipV="1">
              <a:off x="6487375" y="5787110"/>
              <a:ext cx="131269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60403A41-681D-4753-870F-60266FD1F9BE}"/>
                </a:ext>
              </a:extLst>
            </p:cNvPr>
            <p:cNvCxnSpPr>
              <a:cxnSpLocks/>
              <a:stCxn id="169" idx="5"/>
            </p:cNvCxnSpPr>
            <p:nvPr/>
          </p:nvCxnSpPr>
          <p:spPr>
            <a:xfrm>
              <a:off x="6895451" y="5787110"/>
              <a:ext cx="146131" cy="143736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22B0CF38-F7F0-459A-903A-509BD9F6D27B}"/>
                </a:ext>
              </a:extLst>
            </p:cNvPr>
            <p:cNvCxnSpPr>
              <a:cxnSpLocks/>
              <a:stCxn id="170" idx="6"/>
            </p:cNvCxnSpPr>
            <p:nvPr/>
          </p:nvCxnSpPr>
          <p:spPr>
            <a:xfrm>
              <a:off x="6508544" y="5981953"/>
              <a:ext cx="51186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C9953870-F34A-446A-9FA6-A948173B941A}"/>
                </a:ext>
              </a:extLst>
            </p:cNvPr>
            <p:cNvCxnSpPr>
              <a:cxnSpLocks/>
              <a:endCxn id="170" idx="0"/>
            </p:cNvCxnSpPr>
            <p:nvPr/>
          </p:nvCxnSpPr>
          <p:spPr>
            <a:xfrm>
              <a:off x="6436270" y="5428637"/>
              <a:ext cx="0" cy="48103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34B67FB0-66B9-4163-BBFD-9CE3BCCA2A62}"/>
                </a:ext>
              </a:extLst>
            </p:cNvPr>
            <p:cNvCxnSpPr>
              <a:cxnSpLocks/>
            </p:cNvCxnSpPr>
            <p:nvPr/>
          </p:nvCxnSpPr>
          <p:spPr>
            <a:xfrm>
              <a:off x="6441077" y="6056048"/>
              <a:ext cx="2" cy="193071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EB077FCF-C04C-4C4A-837F-A3DF318F84C5}"/>
                </a:ext>
              </a:extLst>
            </p:cNvPr>
            <p:cNvSpPr/>
            <p:nvPr/>
          </p:nvSpPr>
          <p:spPr>
            <a:xfrm>
              <a:off x="6347331" y="3654584"/>
              <a:ext cx="2766332" cy="2132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B5792BC8-B10E-4C73-8AF1-3DEFE90338B4}"/>
                </a:ext>
              </a:extLst>
            </p:cNvPr>
            <p:cNvSpPr/>
            <p:nvPr/>
          </p:nvSpPr>
          <p:spPr>
            <a:xfrm>
              <a:off x="8261988" y="2674781"/>
              <a:ext cx="1269448" cy="57216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</a:rPr>
                <a:t>Mem. Controller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4AD27005-D7EB-48C7-88F6-104E13CA0B51}"/>
                </a:ext>
              </a:extLst>
            </p:cNvPr>
            <p:cNvCxnSpPr>
              <a:cxnSpLocks/>
            </p:cNvCxnSpPr>
            <p:nvPr/>
          </p:nvCxnSpPr>
          <p:spPr>
            <a:xfrm>
              <a:off x="6821649" y="3325151"/>
              <a:ext cx="0" cy="329433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928AFF70-D9B5-4FDD-A494-E90724CE4BBD}"/>
                </a:ext>
              </a:extLst>
            </p:cNvPr>
            <p:cNvCxnSpPr>
              <a:cxnSpLocks/>
            </p:cNvCxnSpPr>
            <p:nvPr/>
          </p:nvCxnSpPr>
          <p:spPr>
            <a:xfrm>
              <a:off x="7329207" y="3325151"/>
              <a:ext cx="0" cy="329433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957023A0-DF2E-43D4-9D50-E9A514345984}"/>
                </a:ext>
              </a:extLst>
            </p:cNvPr>
            <p:cNvCxnSpPr>
              <a:cxnSpLocks/>
            </p:cNvCxnSpPr>
            <p:nvPr/>
          </p:nvCxnSpPr>
          <p:spPr>
            <a:xfrm>
              <a:off x="7861181" y="3325151"/>
              <a:ext cx="0" cy="329433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1961A2F2-D8AC-4B23-AE28-295D43AA2195}"/>
                </a:ext>
              </a:extLst>
            </p:cNvPr>
            <p:cNvCxnSpPr>
              <a:cxnSpLocks/>
            </p:cNvCxnSpPr>
            <p:nvPr/>
          </p:nvCxnSpPr>
          <p:spPr>
            <a:xfrm>
              <a:off x="8321358" y="3325151"/>
              <a:ext cx="0" cy="329433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9711330F-F57E-49D1-917C-32FE185F8B73}"/>
                </a:ext>
              </a:extLst>
            </p:cNvPr>
            <p:cNvCxnSpPr>
              <a:cxnSpLocks/>
            </p:cNvCxnSpPr>
            <p:nvPr/>
          </p:nvCxnSpPr>
          <p:spPr>
            <a:xfrm>
              <a:off x="8769557" y="3325151"/>
              <a:ext cx="0" cy="329433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95197B6B-1CA3-43CC-A677-C9C1DAF580F8}"/>
                </a:ext>
              </a:extLst>
            </p:cNvPr>
            <p:cNvCxnSpPr>
              <a:cxnSpLocks/>
              <a:stCxn id="58" idx="2"/>
              <a:endCxn id="179" idx="0"/>
            </p:cNvCxnSpPr>
            <p:nvPr/>
          </p:nvCxnSpPr>
          <p:spPr>
            <a:xfrm>
              <a:off x="8896712" y="2220301"/>
              <a:ext cx="0" cy="4544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23523A8B-77D5-40B3-B748-61E674F7E786}"/>
                </a:ext>
              </a:extLst>
            </p:cNvPr>
            <p:cNvCxnSpPr>
              <a:cxnSpLocks/>
            </p:cNvCxnSpPr>
            <p:nvPr/>
          </p:nvCxnSpPr>
          <p:spPr>
            <a:xfrm>
              <a:off x="8924947" y="2132174"/>
              <a:ext cx="0" cy="646353"/>
            </a:xfrm>
            <a:prstGeom prst="straightConnector1">
              <a:avLst/>
            </a:prstGeom>
            <a:ln w="1016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Rectangle 191">
            <a:extLst>
              <a:ext uri="{FF2B5EF4-FFF2-40B4-BE49-F238E27FC236}">
                <a16:creationId xmlns:a16="http://schemas.microsoft.com/office/drawing/2014/main" id="{525C711F-3037-461B-8FC0-A59CDDD8C4B6}"/>
              </a:ext>
            </a:extLst>
          </p:cNvPr>
          <p:cNvSpPr/>
          <p:nvPr/>
        </p:nvSpPr>
        <p:spPr>
          <a:xfrm>
            <a:off x="8857205" y="4509627"/>
            <a:ext cx="1058967" cy="60350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CLT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9D318634-05CD-465C-BA33-CA53665EF951}"/>
              </a:ext>
            </a:extLst>
          </p:cNvPr>
          <p:cNvGrpSpPr/>
          <p:nvPr/>
        </p:nvGrpSpPr>
        <p:grpSpPr>
          <a:xfrm>
            <a:off x="9213333" y="3625131"/>
            <a:ext cx="346709" cy="515816"/>
            <a:chOff x="5590365" y="2803326"/>
            <a:chExt cx="459915" cy="51581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E7186E39-91D8-47C2-9BFD-185B9613A5E0}"/>
                </a:ext>
              </a:extLst>
            </p:cNvPr>
            <p:cNvSpPr/>
            <p:nvPr/>
          </p:nvSpPr>
          <p:spPr>
            <a:xfrm>
              <a:off x="5590366" y="3061205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36D9E8FE-6C38-4843-9D6F-D50C09FD0E2B}"/>
                </a:ext>
              </a:extLst>
            </p:cNvPr>
            <p:cNvSpPr/>
            <p:nvPr/>
          </p:nvSpPr>
          <p:spPr>
            <a:xfrm>
              <a:off x="5590366" y="2931408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6C54B1AA-5111-436C-8E48-FD4D866D69CB}"/>
                </a:ext>
              </a:extLst>
            </p:cNvPr>
            <p:cNvSpPr/>
            <p:nvPr/>
          </p:nvSpPr>
          <p:spPr>
            <a:xfrm>
              <a:off x="5590365" y="3189729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4310EAA9-BBFC-49EE-A48A-E0B99A36AC53}"/>
                </a:ext>
              </a:extLst>
            </p:cNvPr>
            <p:cNvSpPr/>
            <p:nvPr/>
          </p:nvSpPr>
          <p:spPr>
            <a:xfrm>
              <a:off x="5590365" y="2803326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199" name="Connector: Elbow 198">
            <a:extLst>
              <a:ext uri="{FF2B5EF4-FFF2-40B4-BE49-F238E27FC236}">
                <a16:creationId xmlns:a16="http://schemas.microsoft.com/office/drawing/2014/main" id="{03A727A0-E084-4FAF-9669-64B37C9D76C5}"/>
              </a:ext>
            </a:extLst>
          </p:cNvPr>
          <p:cNvCxnSpPr>
            <a:cxnSpLocks/>
            <a:stCxn id="192" idx="2"/>
          </p:cNvCxnSpPr>
          <p:nvPr/>
        </p:nvCxnSpPr>
        <p:spPr>
          <a:xfrm rot="5400000" flipH="1">
            <a:off x="7771151" y="3497593"/>
            <a:ext cx="1061921" cy="2169154"/>
          </a:xfrm>
          <a:prstGeom prst="bentConnector4">
            <a:avLst>
              <a:gd name="adj1" fmla="val -21527"/>
              <a:gd name="adj2" fmla="val 6220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334F6FD1-5DD4-4029-9F61-59CD79AD8203}"/>
              </a:ext>
            </a:extLst>
          </p:cNvPr>
          <p:cNvCxnSpPr>
            <a:cxnSpLocks/>
            <a:stCxn id="192" idx="2"/>
            <a:endCxn id="47" idx="3"/>
          </p:cNvCxnSpPr>
          <p:nvPr/>
        </p:nvCxnSpPr>
        <p:spPr>
          <a:xfrm rot="5400000" flipH="1">
            <a:off x="8190230" y="3916672"/>
            <a:ext cx="1044603" cy="1348314"/>
          </a:xfrm>
          <a:prstGeom prst="bentConnector4">
            <a:avLst>
              <a:gd name="adj1" fmla="val -21884"/>
              <a:gd name="adj2" fmla="val 6963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9595C62D-2741-445E-A6B7-E866D2CAC131}"/>
              </a:ext>
            </a:extLst>
          </p:cNvPr>
          <p:cNvCxnSpPr>
            <a:stCxn id="12" idx="3"/>
            <a:endCxn id="192" idx="1"/>
          </p:cNvCxnSpPr>
          <p:nvPr/>
        </p:nvCxnSpPr>
        <p:spPr>
          <a:xfrm flipV="1">
            <a:off x="8071416" y="4811379"/>
            <a:ext cx="78578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91D3FA57-9FF7-4935-A689-EA647787D19D}"/>
              </a:ext>
            </a:extLst>
          </p:cNvPr>
          <p:cNvGrpSpPr/>
          <p:nvPr/>
        </p:nvGrpSpPr>
        <p:grpSpPr>
          <a:xfrm>
            <a:off x="8834391" y="2393999"/>
            <a:ext cx="1071924" cy="966533"/>
            <a:chOff x="9838136" y="1724852"/>
            <a:chExt cx="1071924" cy="966533"/>
          </a:xfrm>
        </p:grpSpPr>
        <p:sp>
          <p:nvSpPr>
            <p:cNvPr id="207" name="Trapezoid 206">
              <a:extLst>
                <a:ext uri="{FF2B5EF4-FFF2-40B4-BE49-F238E27FC236}">
                  <a16:creationId xmlns:a16="http://schemas.microsoft.com/office/drawing/2014/main" id="{D077EED0-67A0-477A-B908-DA846355D69A}"/>
                </a:ext>
              </a:extLst>
            </p:cNvPr>
            <p:cNvSpPr/>
            <p:nvPr/>
          </p:nvSpPr>
          <p:spPr>
            <a:xfrm rot="10800000">
              <a:off x="9872428" y="2313433"/>
              <a:ext cx="1037632" cy="377952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MUX</a:t>
              </a:r>
            </a:p>
          </p:txBody>
        </p: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918AEDB9-B7DC-4C4A-839B-7754AEFC6C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416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30878979-1D91-4A8B-826B-15D258B328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75587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E6E13487-9B5A-4F78-B6FB-FBCCFA6D59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44688" y="1725835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83A5642C-2A5E-40A2-B7B9-7F54E973B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00523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3FFF02FE-B896-49C8-9678-809914F04979}"/>
                </a:ext>
              </a:extLst>
            </p:cNvPr>
            <p:cNvCxnSpPr>
              <a:cxnSpLocks/>
            </p:cNvCxnSpPr>
            <p:nvPr/>
          </p:nvCxnSpPr>
          <p:spPr>
            <a:xfrm>
              <a:off x="9920150" y="2075880"/>
              <a:ext cx="0" cy="2293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E5FBD392-9EB6-449D-BBEC-31C9A62DED2C}"/>
                </a:ext>
              </a:extLst>
            </p:cNvPr>
            <p:cNvSpPr/>
            <p:nvPr/>
          </p:nvSpPr>
          <p:spPr>
            <a:xfrm>
              <a:off x="9838136" y="1946467"/>
              <a:ext cx="148523" cy="1294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221" name="Connector: Elbow 220">
            <a:extLst>
              <a:ext uri="{FF2B5EF4-FFF2-40B4-BE49-F238E27FC236}">
                <a16:creationId xmlns:a16="http://schemas.microsoft.com/office/drawing/2014/main" id="{85781624-1F84-4314-9027-87FCFD762F3E}"/>
              </a:ext>
            </a:extLst>
          </p:cNvPr>
          <p:cNvCxnSpPr>
            <a:cxnSpLocks/>
          </p:cNvCxnSpPr>
          <p:nvPr/>
        </p:nvCxnSpPr>
        <p:spPr>
          <a:xfrm rot="5400000">
            <a:off x="8411030" y="4146367"/>
            <a:ext cx="1" cy="1934017"/>
          </a:xfrm>
          <a:prstGeom prst="bentConnector3">
            <a:avLst>
              <a:gd name="adj1" fmla="val 2286010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: Elbow 223">
            <a:extLst>
              <a:ext uri="{FF2B5EF4-FFF2-40B4-BE49-F238E27FC236}">
                <a16:creationId xmlns:a16="http://schemas.microsoft.com/office/drawing/2014/main" id="{900FB7A6-7D04-47C8-8A28-56EC47DC3506}"/>
              </a:ext>
            </a:extLst>
          </p:cNvPr>
          <p:cNvCxnSpPr>
            <a:cxnSpLocks/>
            <a:stCxn id="192" idx="2"/>
            <a:endCxn id="18" idx="2"/>
          </p:cNvCxnSpPr>
          <p:nvPr/>
        </p:nvCxnSpPr>
        <p:spPr>
          <a:xfrm rot="5400000" flipH="1">
            <a:off x="7700125" y="3426567"/>
            <a:ext cx="69903" cy="3303224"/>
          </a:xfrm>
          <a:prstGeom prst="bentConnector3">
            <a:avLst>
              <a:gd name="adj1" fmla="val -32702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D13CDDFE-41F9-4CDD-98EC-9E327524A2E0}"/>
              </a:ext>
            </a:extLst>
          </p:cNvPr>
          <p:cNvCxnSpPr>
            <a:cxnSpLocks/>
          </p:cNvCxnSpPr>
          <p:nvPr/>
        </p:nvCxnSpPr>
        <p:spPr>
          <a:xfrm flipV="1">
            <a:off x="3944471" y="2357405"/>
            <a:ext cx="2308009" cy="169380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438FA83A-1082-45BF-9B36-7FD75707385C}"/>
              </a:ext>
            </a:extLst>
          </p:cNvPr>
          <p:cNvCxnSpPr>
            <a:cxnSpLocks/>
          </p:cNvCxnSpPr>
          <p:nvPr/>
        </p:nvCxnSpPr>
        <p:spPr>
          <a:xfrm>
            <a:off x="3960402" y="4294163"/>
            <a:ext cx="2077049" cy="177358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E3C6BE54-D9E4-4A95-B9C7-0DE3B6A14B8A}"/>
              </a:ext>
            </a:extLst>
          </p:cNvPr>
          <p:cNvCxnSpPr>
            <a:cxnSpLocks/>
          </p:cNvCxnSpPr>
          <p:nvPr/>
        </p:nvCxnSpPr>
        <p:spPr>
          <a:xfrm>
            <a:off x="9386687" y="3362436"/>
            <a:ext cx="0" cy="11452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B516CB31-CCF3-4709-A223-DB35233EABEE}"/>
              </a:ext>
            </a:extLst>
          </p:cNvPr>
          <p:cNvGrpSpPr/>
          <p:nvPr/>
        </p:nvGrpSpPr>
        <p:grpSpPr>
          <a:xfrm>
            <a:off x="5979304" y="5670017"/>
            <a:ext cx="4955501" cy="646331"/>
            <a:chOff x="6037451" y="3266601"/>
            <a:chExt cx="4955501" cy="646331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1C7BE091-1750-48B3-9ED3-56FB19FF0CC1}"/>
                </a:ext>
              </a:extLst>
            </p:cNvPr>
            <p:cNvSpPr txBox="1"/>
            <p:nvPr/>
          </p:nvSpPr>
          <p:spPr>
            <a:xfrm>
              <a:off x="7212622" y="3266601"/>
              <a:ext cx="37803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f (</a:t>
              </a:r>
              <a:r>
                <a:rPr lang="en-US" dirty="0" err="1">
                  <a:latin typeface="Consolas" panose="020B0609020204030204" pitchFamily="49" charset="0"/>
                </a:rPr>
                <a:t>inst_out</a:t>
              </a:r>
              <a:r>
                <a:rPr lang="en-US" dirty="0">
                  <a:latin typeface="Consolas" panose="020B0609020204030204" pitchFamily="49" charset="0"/>
                </a:rPr>
                <a:t>, </a:t>
              </a:r>
              <a:r>
                <a:rPr lang="en-US" dirty="0" err="1">
                  <a:latin typeface="Consolas" panose="020B0609020204030204" pitchFamily="49" charset="0"/>
                </a:rPr>
                <a:t>control_in</a:t>
              </a:r>
              <a:r>
                <a:rPr lang="en-US" dirty="0">
                  <a:latin typeface="Consolas" panose="020B0609020204030204" pitchFamily="49" charset="0"/>
                </a:rPr>
                <a:t>) → reuse1,reuse2, </a:t>
              </a:r>
              <a:r>
                <a:rPr lang="en-US" dirty="0" err="1">
                  <a:latin typeface="Consolas" panose="020B0609020204030204" pitchFamily="49" charset="0"/>
                </a:rPr>
                <a:t>discard,reset</a:t>
              </a:r>
              <a:endParaRPr lang="en-US" dirty="0">
                <a:latin typeface="Consolas" panose="020B0609020204030204" pitchFamily="49" charset="0"/>
              </a:endParaRP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D9B60E5D-2D5E-4C40-85EB-9B5C2C7AC30B}"/>
                </a:ext>
              </a:extLst>
            </p:cNvPr>
            <p:cNvSpPr txBox="1"/>
            <p:nvPr/>
          </p:nvSpPr>
          <p:spPr>
            <a:xfrm>
              <a:off x="6037451" y="3266601"/>
              <a:ext cx="9510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CLT</a:t>
              </a:r>
            </a:p>
          </p:txBody>
        </p:sp>
        <p:sp>
          <p:nvSpPr>
            <p:cNvPr id="241" name="Arrow: Right 240">
              <a:extLst>
                <a:ext uri="{FF2B5EF4-FFF2-40B4-BE49-F238E27FC236}">
                  <a16:creationId xmlns:a16="http://schemas.microsoft.com/office/drawing/2014/main" id="{5AE6325F-F492-4313-8E68-C293AC9BBA62}"/>
                </a:ext>
              </a:extLst>
            </p:cNvPr>
            <p:cNvSpPr/>
            <p:nvPr/>
          </p:nvSpPr>
          <p:spPr>
            <a:xfrm>
              <a:off x="6865914" y="3435198"/>
              <a:ext cx="372170" cy="35877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5" name="Title 1">
            <a:extLst>
              <a:ext uri="{FF2B5EF4-FFF2-40B4-BE49-F238E27FC236}">
                <a16:creationId xmlns:a16="http://schemas.microsoft.com/office/drawing/2014/main" id="{F1F0D2F4-8CEE-4F10-8290-A9E748F7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255829" cy="1325563"/>
          </a:xfrm>
        </p:spPr>
        <p:txBody>
          <a:bodyPr/>
          <a:lstStyle/>
          <a:p>
            <a:pPr algn="ctr"/>
            <a:r>
              <a:rPr lang="en-US" dirty="0"/>
              <a:t>Feature 3: Data-dependent control in a PE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610D55FB-11A9-4C2C-A196-D56EE78BAA85}"/>
              </a:ext>
            </a:extLst>
          </p:cNvPr>
          <p:cNvSpPr txBox="1"/>
          <p:nvPr/>
        </p:nvSpPr>
        <p:spPr>
          <a:xfrm>
            <a:off x="6037451" y="1720504"/>
            <a:ext cx="39910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CGRA Processing Element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A4208E21-D453-47C8-B3F9-926806A7D899}"/>
              </a:ext>
            </a:extLst>
          </p:cNvPr>
          <p:cNvSpPr txBox="1"/>
          <p:nvPr/>
        </p:nvSpPr>
        <p:spPr>
          <a:xfrm>
            <a:off x="7032457" y="4055961"/>
            <a:ext cx="721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reuse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417B2FD0-5676-438A-9E57-BD5E4C30602A}"/>
              </a:ext>
            </a:extLst>
          </p:cNvPr>
          <p:cNvSpPr txBox="1"/>
          <p:nvPr/>
        </p:nvSpPr>
        <p:spPr>
          <a:xfrm>
            <a:off x="6066472" y="5326007"/>
            <a:ext cx="721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reset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5F774C4C-735A-4013-9263-EAE59819A031}"/>
              </a:ext>
            </a:extLst>
          </p:cNvPr>
          <p:cNvSpPr txBox="1"/>
          <p:nvPr/>
        </p:nvSpPr>
        <p:spPr>
          <a:xfrm>
            <a:off x="8387708" y="4010095"/>
            <a:ext cx="721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reuse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E5238421-B366-4F90-B123-8EE56CF4810F}"/>
              </a:ext>
            </a:extLst>
          </p:cNvPr>
          <p:cNvSpPr txBox="1"/>
          <p:nvPr/>
        </p:nvSpPr>
        <p:spPr>
          <a:xfrm>
            <a:off x="6612247" y="5036162"/>
            <a:ext cx="903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discard</a:t>
            </a:r>
          </a:p>
        </p:txBody>
      </p:sp>
    </p:spTree>
    <p:extLst>
      <p:ext uri="{BB962C8B-B14F-4D97-AF65-F5344CB8AC3E}">
        <p14:creationId xmlns:p14="http://schemas.microsoft.com/office/powerpoint/2010/main" val="182216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250" grpId="0"/>
      <p:bldP spid="251" grpId="0"/>
      <p:bldP spid="252" grpId="0"/>
      <p:bldP spid="25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08CF-6CDB-46D1-8F2D-8F50CACD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255829" cy="1325563"/>
          </a:xfrm>
        </p:spPr>
        <p:txBody>
          <a:bodyPr/>
          <a:lstStyle/>
          <a:p>
            <a:pPr algn="ctr"/>
            <a:r>
              <a:rPr lang="en-US"/>
              <a:t>Feature 3: Data-dependent control in a 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4373AE-D107-4527-9927-06B8E2C0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10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B8E5B-33DF-4631-9A7F-C5F58584A6FC}"/>
              </a:ext>
            </a:extLst>
          </p:cNvPr>
          <p:cNvSpPr txBox="1"/>
          <p:nvPr/>
        </p:nvSpPr>
        <p:spPr>
          <a:xfrm>
            <a:off x="189022" y="4481989"/>
            <a:ext cx="162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Example LUT config: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65BEED04-69D8-4F32-84D0-D7ABB6992BA0}"/>
              </a:ext>
            </a:extLst>
          </p:cNvPr>
          <p:cNvSpPr txBox="1"/>
          <p:nvPr/>
        </p:nvSpPr>
        <p:spPr>
          <a:xfrm>
            <a:off x="238415" y="2254924"/>
            <a:ext cx="472114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if(</a:t>
            </a:r>
            <a:r>
              <a:rPr lang="en-US" i="1">
                <a:latin typeface="Consolas" panose="020B0609020204030204" pitchFamily="49" charset="0"/>
              </a:rPr>
              <a:t>inp1</a:t>
            </a:r>
            <a:r>
              <a:rPr lang="en-US">
                <a:latin typeface="Consolas" panose="020B0609020204030204" pitchFamily="49" charset="0"/>
              </a:rPr>
              <a:t>==INF &amp;&amp; </a:t>
            </a:r>
            <a:r>
              <a:rPr lang="en-US" i="1">
                <a:latin typeface="Consolas" panose="020B0609020204030204" pitchFamily="49" charset="0"/>
              </a:rPr>
              <a:t>inp2</a:t>
            </a:r>
            <a:r>
              <a:rPr lang="en-US">
                <a:latin typeface="Consolas" panose="020B0609020204030204" pitchFamily="49" charset="0"/>
              </a:rPr>
              <a:t>==INF) return 3;</a:t>
            </a:r>
          </a:p>
          <a:p>
            <a:r>
              <a:rPr lang="en-US">
                <a:latin typeface="Consolas" panose="020B0609020204030204" pitchFamily="49" charset="0"/>
              </a:rPr>
              <a:t>if (</a:t>
            </a:r>
            <a:r>
              <a:rPr lang="en-US" i="1">
                <a:latin typeface="Consolas" panose="020B0609020204030204" pitchFamily="49" charset="0"/>
              </a:rPr>
              <a:t>inp1</a:t>
            </a:r>
            <a:r>
              <a:rPr lang="en-US">
                <a:latin typeface="Consolas" panose="020B0609020204030204" pitchFamily="49" charset="0"/>
              </a:rPr>
              <a:t> == </a:t>
            </a:r>
            <a:r>
              <a:rPr lang="en-US" i="1">
                <a:latin typeface="Consolas" panose="020B0609020204030204" pitchFamily="49" charset="0"/>
              </a:rPr>
              <a:t>inp2</a:t>
            </a:r>
            <a:r>
              <a:rPr lang="en-US">
                <a:latin typeface="Consolas" panose="020B0609020204030204" pitchFamily="49" charset="0"/>
              </a:rPr>
              <a:t>) return 0;</a:t>
            </a:r>
          </a:p>
          <a:p>
            <a:r>
              <a:rPr lang="en-US">
                <a:latin typeface="Consolas" panose="020B0609020204030204" pitchFamily="49" charset="0"/>
              </a:rPr>
              <a:t>else if (</a:t>
            </a:r>
            <a:r>
              <a:rPr lang="en-US" i="1">
                <a:latin typeface="Consolas" panose="020B0609020204030204" pitchFamily="49" charset="0"/>
              </a:rPr>
              <a:t>inp1</a:t>
            </a:r>
            <a:r>
              <a:rPr lang="en-US">
                <a:latin typeface="Consolas" panose="020B0609020204030204" pitchFamily="49" charset="0"/>
              </a:rPr>
              <a:t> &gt; </a:t>
            </a:r>
            <a:r>
              <a:rPr lang="en-US" i="1">
                <a:latin typeface="Consolas" panose="020B0609020204030204" pitchFamily="49" charset="0"/>
              </a:rPr>
              <a:t>inp2</a:t>
            </a:r>
            <a:r>
              <a:rPr lang="en-US">
                <a:latin typeface="Consolas" panose="020B0609020204030204" pitchFamily="49" charset="0"/>
              </a:rPr>
              <a:t>) return 1;</a:t>
            </a:r>
          </a:p>
          <a:p>
            <a:r>
              <a:rPr lang="en-US">
                <a:latin typeface="Consolas" panose="020B0609020204030204" pitchFamily="49" charset="0"/>
              </a:rPr>
              <a:t>else return 2;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17FD8C52-0040-487E-B277-3495C1358088}"/>
              </a:ext>
            </a:extLst>
          </p:cNvPr>
          <p:cNvSpPr txBox="1"/>
          <p:nvPr/>
        </p:nvSpPr>
        <p:spPr>
          <a:xfrm>
            <a:off x="238414" y="1845638"/>
            <a:ext cx="4100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Example </a:t>
            </a:r>
            <a:r>
              <a:rPr lang="en-US" sz="2400" b="1" err="1"/>
              <a:t>func</a:t>
            </a:r>
            <a:r>
              <a:rPr lang="en-US" sz="2400" b="1"/>
              <a:t> unit: Compare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9881968-52D4-4185-A453-DFCF4299E3C0}"/>
              </a:ext>
            </a:extLst>
          </p:cNvPr>
          <p:cNvCxnSpPr/>
          <p:nvPr/>
        </p:nvCxnSpPr>
        <p:spPr>
          <a:xfrm>
            <a:off x="5038283" y="1651075"/>
            <a:ext cx="0" cy="4537778"/>
          </a:xfrm>
          <a:prstGeom prst="line">
            <a:avLst/>
          </a:prstGeom>
          <a:ln w="635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A3A747C5-0222-42FC-B892-CA39515CE032}"/>
              </a:ext>
            </a:extLst>
          </p:cNvPr>
          <p:cNvGrpSpPr/>
          <p:nvPr/>
        </p:nvGrpSpPr>
        <p:grpSpPr>
          <a:xfrm>
            <a:off x="5857054" y="1651076"/>
            <a:ext cx="5182356" cy="4169398"/>
            <a:chOff x="5553981" y="1720504"/>
            <a:chExt cx="4474563" cy="3974835"/>
          </a:xfrm>
        </p:grpSpPr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518D12BF-5A47-4F7A-B1E2-06EE87DA4E01}"/>
                </a:ext>
              </a:extLst>
            </p:cNvPr>
            <p:cNvCxnSpPr>
              <a:cxnSpLocks/>
            </p:cNvCxnSpPr>
            <p:nvPr/>
          </p:nvCxnSpPr>
          <p:spPr>
            <a:xfrm>
              <a:off x="7865021" y="3360532"/>
              <a:ext cx="0" cy="114909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F65D05D7-ECFF-4695-B375-09AC90A511A5}"/>
                </a:ext>
              </a:extLst>
            </p:cNvPr>
            <p:cNvCxnSpPr>
              <a:cxnSpLocks/>
            </p:cNvCxnSpPr>
            <p:nvPr/>
          </p:nvCxnSpPr>
          <p:spPr>
            <a:xfrm>
              <a:off x="7039268" y="3358724"/>
              <a:ext cx="0" cy="11509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9C40529-945A-4382-867D-FA6F70E31AFD}"/>
                </a:ext>
              </a:extLst>
            </p:cNvPr>
            <p:cNvSpPr/>
            <p:nvPr/>
          </p:nvSpPr>
          <p:spPr>
            <a:xfrm>
              <a:off x="6833928" y="4509628"/>
              <a:ext cx="1237488" cy="60350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Compare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8E77E29F-DA70-42F6-AFD7-26FA2A2DC49A}"/>
                </a:ext>
              </a:extLst>
            </p:cNvPr>
            <p:cNvCxnSpPr>
              <a:cxnSpLocks/>
              <a:stCxn id="119" idx="2"/>
            </p:cNvCxnSpPr>
            <p:nvPr/>
          </p:nvCxnSpPr>
          <p:spPr>
            <a:xfrm>
              <a:off x="7452672" y="5113131"/>
              <a:ext cx="0" cy="56103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E843C981-BA09-4B0C-BE03-39F579C1B812}"/>
                </a:ext>
              </a:extLst>
            </p:cNvPr>
            <p:cNvCxnSpPr>
              <a:cxnSpLocks/>
            </p:cNvCxnSpPr>
            <p:nvPr/>
          </p:nvCxnSpPr>
          <p:spPr>
            <a:xfrm>
              <a:off x="6582680" y="4601068"/>
              <a:ext cx="2512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168C0F8-5039-4699-9F60-8AAACEC82302}"/>
                </a:ext>
              </a:extLst>
            </p:cNvPr>
            <p:cNvSpPr/>
            <p:nvPr/>
          </p:nvSpPr>
          <p:spPr>
            <a:xfrm>
              <a:off x="5553981" y="4439724"/>
              <a:ext cx="1058967" cy="60350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Register</a:t>
              </a:r>
            </a:p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File</a:t>
              </a:r>
            </a:p>
          </p:txBody>
        </p:sp>
        <p:cxnSp>
          <p:nvCxnSpPr>
            <p:cNvPr id="123" name="Connector: Elbow 122">
              <a:extLst>
                <a:ext uri="{FF2B5EF4-FFF2-40B4-BE49-F238E27FC236}">
                  <a16:creationId xmlns:a16="http://schemas.microsoft.com/office/drawing/2014/main" id="{3F032FD5-27C1-4B7C-8C58-3490E0641870}"/>
                </a:ext>
              </a:extLst>
            </p:cNvPr>
            <p:cNvCxnSpPr>
              <a:cxnSpLocks/>
              <a:stCxn id="122" idx="0"/>
              <a:endCxn id="138" idx="2"/>
            </p:cNvCxnSpPr>
            <p:nvPr/>
          </p:nvCxnSpPr>
          <p:spPr>
            <a:xfrm rot="5400000" flipH="1" flipV="1">
              <a:off x="5698808" y="3367237"/>
              <a:ext cx="1457144" cy="687831"/>
            </a:xfrm>
            <a:prstGeom prst="bentConnector3">
              <a:avLst>
                <a:gd name="adj1" fmla="val 11568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or: Elbow 123">
              <a:extLst>
                <a:ext uri="{FF2B5EF4-FFF2-40B4-BE49-F238E27FC236}">
                  <a16:creationId xmlns:a16="http://schemas.microsoft.com/office/drawing/2014/main" id="{46249396-7DD7-4B57-A4F7-8BD5C9979B14}"/>
                </a:ext>
              </a:extLst>
            </p:cNvPr>
            <p:cNvCxnSpPr>
              <a:cxnSpLocks/>
              <a:stCxn id="122" idx="0"/>
              <a:endCxn id="146" idx="2"/>
            </p:cNvCxnSpPr>
            <p:nvPr/>
          </p:nvCxnSpPr>
          <p:spPr>
            <a:xfrm rot="5400000" flipH="1" flipV="1">
              <a:off x="6369368" y="2696677"/>
              <a:ext cx="1457144" cy="2028951"/>
            </a:xfrm>
            <a:prstGeom prst="bentConnector3">
              <a:avLst>
                <a:gd name="adj1" fmla="val 11568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ctor: Elbow 124">
              <a:extLst>
                <a:ext uri="{FF2B5EF4-FFF2-40B4-BE49-F238E27FC236}">
                  <a16:creationId xmlns:a16="http://schemas.microsoft.com/office/drawing/2014/main" id="{56B7E83E-9493-45E5-AA5A-0C12A696E7E3}"/>
                </a:ext>
              </a:extLst>
            </p:cNvPr>
            <p:cNvCxnSpPr>
              <a:cxnSpLocks/>
              <a:stCxn id="119" idx="2"/>
              <a:endCxn id="122" idx="2"/>
            </p:cNvCxnSpPr>
            <p:nvPr/>
          </p:nvCxnSpPr>
          <p:spPr>
            <a:xfrm rot="5400000" flipH="1">
              <a:off x="6733117" y="4393576"/>
              <a:ext cx="69904" cy="1369207"/>
            </a:xfrm>
            <a:prstGeom prst="bentConnector3">
              <a:avLst>
                <a:gd name="adj1" fmla="val -32702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: Elbow 125">
              <a:extLst>
                <a:ext uri="{FF2B5EF4-FFF2-40B4-BE49-F238E27FC236}">
                  <a16:creationId xmlns:a16="http://schemas.microsoft.com/office/drawing/2014/main" id="{5523BE82-F08C-4D96-ACE2-45CBBF6B4689}"/>
                </a:ext>
              </a:extLst>
            </p:cNvPr>
            <p:cNvCxnSpPr>
              <a:cxnSpLocks/>
              <a:stCxn id="119" idx="2"/>
              <a:endCxn id="122" idx="2"/>
            </p:cNvCxnSpPr>
            <p:nvPr/>
          </p:nvCxnSpPr>
          <p:spPr>
            <a:xfrm rot="5400000" flipH="1">
              <a:off x="6733117" y="4393576"/>
              <a:ext cx="69904" cy="1369207"/>
            </a:xfrm>
            <a:prstGeom prst="bentConnector3">
              <a:avLst>
                <a:gd name="adj1" fmla="val -32702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7BE3C4C7-0B49-484A-AC10-0F330FF1D754}"/>
                </a:ext>
              </a:extLst>
            </p:cNvPr>
            <p:cNvGrpSpPr/>
            <p:nvPr/>
          </p:nvGrpSpPr>
          <p:grpSpPr>
            <a:xfrm>
              <a:off x="6865914" y="3612812"/>
              <a:ext cx="346709" cy="515816"/>
              <a:chOff x="5590365" y="2803326"/>
              <a:chExt cx="459915" cy="515816"/>
            </a:xfrm>
            <a:solidFill>
              <a:schemeClr val="accent5">
                <a:lumMod val="60000"/>
                <a:lumOff val="40000"/>
              </a:schemeClr>
            </a:solidFill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E1994A41-9CC6-4195-8B69-DB89ED8B42ED}"/>
                  </a:ext>
                </a:extLst>
              </p:cNvPr>
              <p:cNvSpPr/>
              <p:nvPr/>
            </p:nvSpPr>
            <p:spPr>
              <a:xfrm>
                <a:off x="5590366" y="3061205"/>
                <a:ext cx="459914" cy="12941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60864C4C-F9FA-4102-AB7F-7E43366B7294}"/>
                  </a:ext>
                </a:extLst>
              </p:cNvPr>
              <p:cNvSpPr/>
              <p:nvPr/>
            </p:nvSpPr>
            <p:spPr>
              <a:xfrm>
                <a:off x="5590366" y="2931408"/>
                <a:ext cx="459914" cy="12941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E25E6A24-554F-46F5-AF0F-E48CB0854F03}"/>
                  </a:ext>
                </a:extLst>
              </p:cNvPr>
              <p:cNvSpPr/>
              <p:nvPr/>
            </p:nvSpPr>
            <p:spPr>
              <a:xfrm>
                <a:off x="5590365" y="3189729"/>
                <a:ext cx="459914" cy="12941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7166486C-B9C3-451F-A07C-FFE6F9AA76EB}"/>
                  </a:ext>
                </a:extLst>
              </p:cNvPr>
              <p:cNvSpPr/>
              <p:nvPr/>
            </p:nvSpPr>
            <p:spPr>
              <a:xfrm>
                <a:off x="5590365" y="2803326"/>
                <a:ext cx="459914" cy="12941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B153810B-3F9F-4F70-9F3B-9C4809D71579}"/>
                </a:ext>
              </a:extLst>
            </p:cNvPr>
            <p:cNvGrpSpPr/>
            <p:nvPr/>
          </p:nvGrpSpPr>
          <p:grpSpPr>
            <a:xfrm>
              <a:off x="7691667" y="3617417"/>
              <a:ext cx="346709" cy="515816"/>
              <a:chOff x="5590365" y="2803326"/>
              <a:chExt cx="459915" cy="515816"/>
            </a:xfrm>
            <a:solidFill>
              <a:schemeClr val="accent5">
                <a:lumMod val="60000"/>
                <a:lumOff val="40000"/>
              </a:schemeClr>
            </a:solidFill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B64D98E1-F2CB-4807-967D-FBA32398F0CF}"/>
                  </a:ext>
                </a:extLst>
              </p:cNvPr>
              <p:cNvSpPr/>
              <p:nvPr/>
            </p:nvSpPr>
            <p:spPr>
              <a:xfrm>
                <a:off x="5590366" y="3061205"/>
                <a:ext cx="459914" cy="12941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1D57A9E1-8AE3-47E4-A724-0EB5BDA86240}"/>
                  </a:ext>
                </a:extLst>
              </p:cNvPr>
              <p:cNvSpPr/>
              <p:nvPr/>
            </p:nvSpPr>
            <p:spPr>
              <a:xfrm>
                <a:off x="5590366" y="2931408"/>
                <a:ext cx="459914" cy="12941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11F20298-52AB-48A2-B686-5E684525AA64}"/>
                  </a:ext>
                </a:extLst>
              </p:cNvPr>
              <p:cNvSpPr/>
              <p:nvPr/>
            </p:nvSpPr>
            <p:spPr>
              <a:xfrm>
                <a:off x="5590365" y="3189729"/>
                <a:ext cx="459914" cy="12941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C4254C98-09EF-4830-A1CE-F60C7903803B}"/>
                  </a:ext>
                </a:extLst>
              </p:cNvPr>
              <p:cNvSpPr/>
              <p:nvPr/>
            </p:nvSpPr>
            <p:spPr>
              <a:xfrm>
                <a:off x="5590365" y="2803326"/>
                <a:ext cx="459914" cy="12941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B78B342E-9469-4001-AD9E-DFBF441652A1}"/>
                </a:ext>
              </a:extLst>
            </p:cNvPr>
            <p:cNvGrpSpPr/>
            <p:nvPr/>
          </p:nvGrpSpPr>
          <p:grpSpPr>
            <a:xfrm>
              <a:off x="6232823" y="2393999"/>
              <a:ext cx="1057289" cy="966533"/>
              <a:chOff x="8511651" y="1724852"/>
              <a:chExt cx="1057289" cy="966533"/>
            </a:xfrm>
          </p:grpSpPr>
          <p:sp>
            <p:nvSpPr>
              <p:cNvPr id="138" name="Trapezoid 137">
                <a:extLst>
                  <a:ext uri="{FF2B5EF4-FFF2-40B4-BE49-F238E27FC236}">
                    <a16:creationId xmlns:a16="http://schemas.microsoft.com/office/drawing/2014/main" id="{00793E7F-4127-49A3-9BE1-39B8DC5E0CB3}"/>
                  </a:ext>
                </a:extLst>
              </p:cNvPr>
              <p:cNvSpPr/>
              <p:nvPr/>
            </p:nvSpPr>
            <p:spPr>
              <a:xfrm rot="10800000">
                <a:off x="8531308" y="2313433"/>
                <a:ext cx="1037632" cy="377952"/>
              </a:xfrm>
              <a:prstGeom prst="trapezoid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MUX</a:t>
                </a:r>
              </a:p>
            </p:txBody>
          </p:sp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478C46BA-C656-4619-B3B8-994B73E173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45980" y="1724852"/>
                <a:ext cx="2392" cy="58858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1EF17CCC-91DA-4844-AB6A-2C72CD0CDD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94793" y="1724852"/>
                <a:ext cx="2392" cy="58858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5636BE1-F454-4A2E-ADB8-82EFDBFAFE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204715" y="1724852"/>
                <a:ext cx="2392" cy="58858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3E77308B-587C-4A63-B061-817D9B2DFF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57655" y="1724852"/>
                <a:ext cx="2392" cy="58858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375DB9BB-B2EC-4E6D-93E8-63D12DB58A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93665" y="2084070"/>
                <a:ext cx="0" cy="229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65CB53BA-81DB-410B-AF5F-86E23AA12E8C}"/>
                  </a:ext>
                </a:extLst>
              </p:cNvPr>
              <p:cNvSpPr/>
              <p:nvPr/>
            </p:nvSpPr>
            <p:spPr>
              <a:xfrm>
                <a:off x="8511651" y="1954657"/>
                <a:ext cx="148523" cy="12941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833AA0D0-33CC-434E-A96B-F55B8C679BE3}"/>
                </a:ext>
              </a:extLst>
            </p:cNvPr>
            <p:cNvGrpSpPr/>
            <p:nvPr/>
          </p:nvGrpSpPr>
          <p:grpSpPr>
            <a:xfrm>
              <a:off x="7559308" y="2393999"/>
              <a:ext cx="1071924" cy="966533"/>
              <a:chOff x="9838136" y="1724852"/>
              <a:chExt cx="1071924" cy="966533"/>
            </a:xfrm>
          </p:grpSpPr>
          <p:sp>
            <p:nvSpPr>
              <p:cNvPr id="146" name="Trapezoid 145">
                <a:extLst>
                  <a:ext uri="{FF2B5EF4-FFF2-40B4-BE49-F238E27FC236}">
                    <a16:creationId xmlns:a16="http://schemas.microsoft.com/office/drawing/2014/main" id="{7ACA1AD7-B658-412E-82C5-97F502720301}"/>
                  </a:ext>
                </a:extLst>
              </p:cNvPr>
              <p:cNvSpPr/>
              <p:nvPr/>
            </p:nvSpPr>
            <p:spPr>
              <a:xfrm rot="10800000">
                <a:off x="9872428" y="2313433"/>
                <a:ext cx="1037632" cy="377952"/>
              </a:xfrm>
              <a:prstGeom prst="trapezoid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MUX</a:t>
                </a:r>
              </a:p>
            </p:txBody>
          </p:sp>
          <p:cxnSp>
            <p:nvCxnSpPr>
              <p:cNvPr id="147" name="Straight Arrow Connector 146">
                <a:extLst>
                  <a:ext uri="{FF2B5EF4-FFF2-40B4-BE49-F238E27FC236}">
                    <a16:creationId xmlns:a16="http://schemas.microsoft.com/office/drawing/2014/main" id="{D6E1A8B6-2078-401A-BB48-BAA11259BA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33416" y="1724852"/>
                <a:ext cx="2392" cy="58858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Arrow Connector 147">
                <a:extLst>
                  <a:ext uri="{FF2B5EF4-FFF2-40B4-BE49-F238E27FC236}">
                    <a16:creationId xmlns:a16="http://schemas.microsoft.com/office/drawing/2014/main" id="{24746D24-DD32-42B3-B366-E1E886F0B9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75587" y="1724852"/>
                <a:ext cx="2392" cy="58858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Arrow Connector 148">
                <a:extLst>
                  <a:ext uri="{FF2B5EF4-FFF2-40B4-BE49-F238E27FC236}">
                    <a16:creationId xmlns:a16="http://schemas.microsoft.com/office/drawing/2014/main" id="{E6871606-BE47-46BD-A342-CDABE15A88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44688" y="1725835"/>
                <a:ext cx="2392" cy="58858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69FD578A-D416-4ED9-8944-A812AA73F2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700523" y="1724852"/>
                <a:ext cx="2392" cy="58858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E03CA5D5-0A01-4683-89C2-7696031812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0150" y="2075880"/>
                <a:ext cx="0" cy="229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E9A53647-F933-42AF-9285-F236136B8BE4}"/>
                  </a:ext>
                </a:extLst>
              </p:cNvPr>
              <p:cNvSpPr/>
              <p:nvPr/>
            </p:nvSpPr>
            <p:spPr>
              <a:xfrm>
                <a:off x="9838136" y="1946467"/>
                <a:ext cx="148523" cy="12941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E7EAFFBA-D70E-43F2-B4AF-E0C2D0440418}"/>
                </a:ext>
              </a:extLst>
            </p:cNvPr>
            <p:cNvCxnSpPr>
              <a:cxnSpLocks/>
            </p:cNvCxnSpPr>
            <p:nvPr/>
          </p:nvCxnSpPr>
          <p:spPr>
            <a:xfrm>
              <a:off x="7865021" y="3356722"/>
              <a:ext cx="0" cy="1149095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DDBB2A02-7218-401A-A00E-37767A03BAAD}"/>
                </a:ext>
              </a:extLst>
            </p:cNvPr>
            <p:cNvCxnSpPr>
              <a:cxnSpLocks/>
            </p:cNvCxnSpPr>
            <p:nvPr/>
          </p:nvCxnSpPr>
          <p:spPr>
            <a:xfrm>
              <a:off x="7039268" y="3354914"/>
              <a:ext cx="0" cy="1150903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ctor: Elbow 154">
              <a:extLst>
                <a:ext uri="{FF2B5EF4-FFF2-40B4-BE49-F238E27FC236}">
                  <a16:creationId xmlns:a16="http://schemas.microsoft.com/office/drawing/2014/main" id="{C9F4B7B8-83AF-47FC-8AD4-17E6EFFD64BF}"/>
                </a:ext>
              </a:extLst>
            </p:cNvPr>
            <p:cNvCxnSpPr>
              <a:stCxn id="128" idx="3"/>
              <a:endCxn id="138" idx="1"/>
            </p:cNvCxnSpPr>
            <p:nvPr/>
          </p:nvCxnSpPr>
          <p:spPr>
            <a:xfrm flipV="1">
              <a:off x="7212623" y="3171556"/>
              <a:ext cx="30245" cy="763842"/>
            </a:xfrm>
            <a:prstGeom prst="bentConnector3">
              <a:avLst>
                <a:gd name="adj1" fmla="val 1012032"/>
              </a:avLst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or: Elbow 155">
              <a:extLst>
                <a:ext uri="{FF2B5EF4-FFF2-40B4-BE49-F238E27FC236}">
                  <a16:creationId xmlns:a16="http://schemas.microsoft.com/office/drawing/2014/main" id="{DCBE219F-DEB1-447C-BF67-1FD58DBE0FC8}"/>
                </a:ext>
              </a:extLst>
            </p:cNvPr>
            <p:cNvCxnSpPr>
              <a:cxnSpLocks/>
              <a:stCxn id="133" idx="3"/>
              <a:endCxn id="146" idx="1"/>
            </p:cNvCxnSpPr>
            <p:nvPr/>
          </p:nvCxnSpPr>
          <p:spPr>
            <a:xfrm flipV="1">
              <a:off x="8038376" y="3171556"/>
              <a:ext cx="545612" cy="768447"/>
            </a:xfrm>
            <a:prstGeom prst="bentConnector3">
              <a:avLst>
                <a:gd name="adj1" fmla="val 150557"/>
              </a:avLst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310312B6-4B09-4D14-9FF4-01660A3672CC}"/>
                </a:ext>
              </a:extLst>
            </p:cNvPr>
            <p:cNvSpPr/>
            <p:nvPr/>
          </p:nvSpPr>
          <p:spPr>
            <a:xfrm>
              <a:off x="8857205" y="4509627"/>
              <a:ext cx="1058967" cy="603503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CLT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541E6622-CD4D-4573-89E0-0DB5481443B1}"/>
                </a:ext>
              </a:extLst>
            </p:cNvPr>
            <p:cNvGrpSpPr/>
            <p:nvPr/>
          </p:nvGrpSpPr>
          <p:grpSpPr>
            <a:xfrm>
              <a:off x="9213333" y="3625131"/>
              <a:ext cx="346709" cy="515816"/>
              <a:chOff x="5590365" y="2803326"/>
              <a:chExt cx="459915" cy="515816"/>
            </a:xfrm>
            <a:solidFill>
              <a:schemeClr val="accent5">
                <a:lumMod val="60000"/>
                <a:lumOff val="40000"/>
              </a:schemeClr>
            </a:solidFill>
          </p:grpSpPr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0A3DAD6A-C81C-41F9-9DE3-88D263201C94}"/>
                  </a:ext>
                </a:extLst>
              </p:cNvPr>
              <p:cNvSpPr/>
              <p:nvPr/>
            </p:nvSpPr>
            <p:spPr>
              <a:xfrm>
                <a:off x="5590366" y="3061205"/>
                <a:ext cx="459914" cy="12941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DB75A079-E752-44A2-A637-3DA4D16FCDDF}"/>
                  </a:ext>
                </a:extLst>
              </p:cNvPr>
              <p:cNvSpPr/>
              <p:nvPr/>
            </p:nvSpPr>
            <p:spPr>
              <a:xfrm>
                <a:off x="5590366" y="2931408"/>
                <a:ext cx="459914" cy="12941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B2673120-DB3E-4C41-8F96-6076729A4BE3}"/>
                  </a:ext>
                </a:extLst>
              </p:cNvPr>
              <p:cNvSpPr/>
              <p:nvPr/>
            </p:nvSpPr>
            <p:spPr>
              <a:xfrm>
                <a:off x="5590365" y="3189729"/>
                <a:ext cx="459914" cy="12941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F8C6B25A-4C7E-45D7-ACE1-910C2D262DE7}"/>
                  </a:ext>
                </a:extLst>
              </p:cNvPr>
              <p:cNvSpPr/>
              <p:nvPr/>
            </p:nvSpPr>
            <p:spPr>
              <a:xfrm>
                <a:off x="5590365" y="2803326"/>
                <a:ext cx="459914" cy="129413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cxnSp>
          <p:nvCxnSpPr>
            <p:cNvPr id="163" name="Connector: Elbow 162">
              <a:extLst>
                <a:ext uri="{FF2B5EF4-FFF2-40B4-BE49-F238E27FC236}">
                  <a16:creationId xmlns:a16="http://schemas.microsoft.com/office/drawing/2014/main" id="{6494F74D-E28F-413B-8164-8F0E73A65191}"/>
                </a:ext>
              </a:extLst>
            </p:cNvPr>
            <p:cNvCxnSpPr>
              <a:cxnSpLocks/>
              <a:stCxn id="157" idx="2"/>
            </p:cNvCxnSpPr>
            <p:nvPr/>
          </p:nvCxnSpPr>
          <p:spPr>
            <a:xfrm rot="5400000" flipH="1">
              <a:off x="7771151" y="3497593"/>
              <a:ext cx="1061921" cy="2169154"/>
            </a:xfrm>
            <a:prstGeom prst="bentConnector4">
              <a:avLst>
                <a:gd name="adj1" fmla="val -21527"/>
                <a:gd name="adj2" fmla="val 62205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or: Elbow 163">
              <a:extLst>
                <a:ext uri="{FF2B5EF4-FFF2-40B4-BE49-F238E27FC236}">
                  <a16:creationId xmlns:a16="http://schemas.microsoft.com/office/drawing/2014/main" id="{E8E385DC-715B-4298-8246-0A50D0D786E7}"/>
                </a:ext>
              </a:extLst>
            </p:cNvPr>
            <p:cNvCxnSpPr>
              <a:cxnSpLocks/>
              <a:stCxn id="157" idx="2"/>
              <a:endCxn id="135" idx="3"/>
            </p:cNvCxnSpPr>
            <p:nvPr/>
          </p:nvCxnSpPr>
          <p:spPr>
            <a:xfrm rot="5400000" flipH="1">
              <a:off x="8190230" y="3916672"/>
              <a:ext cx="1044603" cy="1348314"/>
            </a:xfrm>
            <a:prstGeom prst="bentConnector4">
              <a:avLst>
                <a:gd name="adj1" fmla="val -21884"/>
                <a:gd name="adj2" fmla="val 69635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9A0B6463-2A9E-489F-97E4-AA68EF5FD50C}"/>
                </a:ext>
              </a:extLst>
            </p:cNvPr>
            <p:cNvCxnSpPr>
              <a:stCxn id="119" idx="3"/>
              <a:endCxn id="157" idx="1"/>
            </p:cNvCxnSpPr>
            <p:nvPr/>
          </p:nvCxnSpPr>
          <p:spPr>
            <a:xfrm flipV="1">
              <a:off x="8071416" y="4811379"/>
              <a:ext cx="785789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442A4308-EA4E-4BDC-A0EB-C4CD710F99C6}"/>
                </a:ext>
              </a:extLst>
            </p:cNvPr>
            <p:cNvGrpSpPr/>
            <p:nvPr/>
          </p:nvGrpSpPr>
          <p:grpSpPr>
            <a:xfrm>
              <a:off x="8834391" y="2393999"/>
              <a:ext cx="1071924" cy="966533"/>
              <a:chOff x="9838136" y="1724852"/>
              <a:chExt cx="1071924" cy="966533"/>
            </a:xfrm>
          </p:grpSpPr>
          <p:sp>
            <p:nvSpPr>
              <p:cNvPr id="167" name="Trapezoid 166">
                <a:extLst>
                  <a:ext uri="{FF2B5EF4-FFF2-40B4-BE49-F238E27FC236}">
                    <a16:creationId xmlns:a16="http://schemas.microsoft.com/office/drawing/2014/main" id="{A6E5D737-36CA-4385-9276-EE210A23C2D8}"/>
                  </a:ext>
                </a:extLst>
              </p:cNvPr>
              <p:cNvSpPr/>
              <p:nvPr/>
            </p:nvSpPr>
            <p:spPr>
              <a:xfrm rot="10800000">
                <a:off x="9872428" y="2313433"/>
                <a:ext cx="1037632" cy="377952"/>
              </a:xfrm>
              <a:prstGeom prst="trapezoid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MUX</a:t>
                </a:r>
              </a:p>
            </p:txBody>
          </p: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6736ED38-AD80-4FD0-A7A2-F1E28B7CC7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33416" y="1724852"/>
                <a:ext cx="2392" cy="58858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CF02F0F8-E6F5-4DBA-97F2-C211E801B7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75587" y="1724852"/>
                <a:ext cx="2392" cy="58858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16027E20-B64E-46AF-BDDD-21CDDBAF27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44688" y="1725835"/>
                <a:ext cx="2392" cy="58858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EC8DE4C3-E17B-4AB3-B8BD-ECC2F162E9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700523" y="1724852"/>
                <a:ext cx="2392" cy="58858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1807D860-1B8F-43B8-A5C0-F88CFA4836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0150" y="2075880"/>
                <a:ext cx="0" cy="2293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2E6BE971-7228-4F29-A61B-839D9ECA5606}"/>
                  </a:ext>
                </a:extLst>
              </p:cNvPr>
              <p:cNvSpPr/>
              <p:nvPr/>
            </p:nvSpPr>
            <p:spPr>
              <a:xfrm>
                <a:off x="9838136" y="1946467"/>
                <a:ext cx="148523" cy="12941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cxnSp>
          <p:nvCxnSpPr>
            <p:cNvPr id="174" name="Connector: Elbow 173">
              <a:extLst>
                <a:ext uri="{FF2B5EF4-FFF2-40B4-BE49-F238E27FC236}">
                  <a16:creationId xmlns:a16="http://schemas.microsoft.com/office/drawing/2014/main" id="{25EBCEB2-A073-4ABC-80B8-6AC5AD6C442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411030" y="4146367"/>
              <a:ext cx="1" cy="1934017"/>
            </a:xfrm>
            <a:prstGeom prst="bentConnector3">
              <a:avLst>
                <a:gd name="adj1" fmla="val 22860100000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: Elbow 174">
              <a:extLst>
                <a:ext uri="{FF2B5EF4-FFF2-40B4-BE49-F238E27FC236}">
                  <a16:creationId xmlns:a16="http://schemas.microsoft.com/office/drawing/2014/main" id="{DDD577A2-AF2A-44A6-B033-A013072CD687}"/>
                </a:ext>
              </a:extLst>
            </p:cNvPr>
            <p:cNvCxnSpPr>
              <a:cxnSpLocks/>
              <a:stCxn id="157" idx="2"/>
              <a:endCxn id="122" idx="2"/>
            </p:cNvCxnSpPr>
            <p:nvPr/>
          </p:nvCxnSpPr>
          <p:spPr>
            <a:xfrm rot="5400000" flipH="1">
              <a:off x="7700125" y="3426567"/>
              <a:ext cx="69903" cy="3303224"/>
            </a:xfrm>
            <a:prstGeom prst="bentConnector3">
              <a:avLst>
                <a:gd name="adj1" fmla="val -327025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35E60401-7B99-401C-B6CD-A9BDE1B725FB}"/>
                </a:ext>
              </a:extLst>
            </p:cNvPr>
            <p:cNvCxnSpPr>
              <a:cxnSpLocks/>
            </p:cNvCxnSpPr>
            <p:nvPr/>
          </p:nvCxnSpPr>
          <p:spPr>
            <a:xfrm>
              <a:off x="9386687" y="3362436"/>
              <a:ext cx="0" cy="11452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26A3DA8B-6EC4-4C2C-AC9F-A02EBA4E2D97}"/>
                </a:ext>
              </a:extLst>
            </p:cNvPr>
            <p:cNvSpPr txBox="1"/>
            <p:nvPr/>
          </p:nvSpPr>
          <p:spPr>
            <a:xfrm>
              <a:off x="6037451" y="1720504"/>
              <a:ext cx="39910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US" sz="2800" b="1">
                  <a:solidFill>
                    <a:prstClr val="black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CGRA Processing Element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B41EB9D0-AA30-4FF5-9DDC-BCC7B26C9BE3}"/>
                </a:ext>
              </a:extLst>
            </p:cNvPr>
            <p:cNvSpPr txBox="1"/>
            <p:nvPr/>
          </p:nvSpPr>
          <p:spPr>
            <a:xfrm>
              <a:off x="7032457" y="4055961"/>
              <a:ext cx="721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reuse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AD176163-C395-4823-A48E-5F4BBDAF889C}"/>
                </a:ext>
              </a:extLst>
            </p:cNvPr>
            <p:cNvSpPr txBox="1"/>
            <p:nvPr/>
          </p:nvSpPr>
          <p:spPr>
            <a:xfrm>
              <a:off x="6066472" y="5326007"/>
              <a:ext cx="721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reset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8A0958D2-3DCA-423B-833D-E052EC1D67D5}"/>
                </a:ext>
              </a:extLst>
            </p:cNvPr>
            <p:cNvSpPr txBox="1"/>
            <p:nvPr/>
          </p:nvSpPr>
          <p:spPr>
            <a:xfrm>
              <a:off x="8387708" y="4010095"/>
              <a:ext cx="721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reuse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63B3BB5E-4455-4D4F-BD62-8DE152B30642}"/>
                </a:ext>
              </a:extLst>
            </p:cNvPr>
            <p:cNvSpPr txBox="1"/>
            <p:nvPr/>
          </p:nvSpPr>
          <p:spPr>
            <a:xfrm>
              <a:off x="6612247" y="5036162"/>
              <a:ext cx="9032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discard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FBD591CF-917E-41DC-9C42-BCB2046B7AFD}"/>
              </a:ext>
            </a:extLst>
          </p:cNvPr>
          <p:cNvGrpSpPr/>
          <p:nvPr/>
        </p:nvGrpSpPr>
        <p:grpSpPr>
          <a:xfrm>
            <a:off x="7325833" y="3547906"/>
            <a:ext cx="1515613" cy="823344"/>
            <a:chOff x="7908605" y="3266683"/>
            <a:chExt cx="1515613" cy="823344"/>
          </a:xfrm>
        </p:grpSpPr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A6C4F8B4-B454-4A17-8153-11014903F172}"/>
                </a:ext>
              </a:extLst>
            </p:cNvPr>
            <p:cNvSpPr txBox="1"/>
            <p:nvPr/>
          </p:nvSpPr>
          <p:spPr>
            <a:xfrm>
              <a:off x="7961949" y="3677465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highlight>
                    <a:srgbClr val="FFFF00"/>
                  </a:highlight>
                </a:rPr>
                <a:t>12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79A4BCEE-66A6-40C1-979D-6FA6231C2BCD}"/>
                </a:ext>
              </a:extLst>
            </p:cNvPr>
            <p:cNvSpPr txBox="1"/>
            <p:nvPr/>
          </p:nvSpPr>
          <p:spPr>
            <a:xfrm>
              <a:off x="8877695" y="3720695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highlight>
                    <a:srgbClr val="FFFF00"/>
                  </a:highlight>
                </a:rPr>
                <a:t>13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16B39C00-0692-42AC-AF11-F2DA54F17F42}"/>
                </a:ext>
              </a:extLst>
            </p:cNvPr>
            <p:cNvSpPr txBox="1"/>
            <p:nvPr/>
          </p:nvSpPr>
          <p:spPr>
            <a:xfrm>
              <a:off x="7908605" y="3428480"/>
              <a:ext cx="860164" cy="466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highlight>
                    <a:srgbClr val="FFFF00"/>
                  </a:highlight>
                </a:rPr>
                <a:t>INF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06A7271-6168-45B1-89C2-C4F4740743D1}"/>
                </a:ext>
              </a:extLst>
            </p:cNvPr>
            <p:cNvSpPr txBox="1"/>
            <p:nvPr/>
          </p:nvSpPr>
          <p:spPr>
            <a:xfrm>
              <a:off x="8881442" y="3505658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highlight>
                    <a:srgbClr val="FFFF00"/>
                  </a:highlight>
                </a:rPr>
                <a:t>14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A0C95441-7052-46C2-A349-F2447F433372}"/>
                </a:ext>
              </a:extLst>
            </p:cNvPr>
            <p:cNvSpPr txBox="1"/>
            <p:nvPr/>
          </p:nvSpPr>
          <p:spPr>
            <a:xfrm>
              <a:off x="8851919" y="3266683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highlight>
                    <a:srgbClr val="FFFF00"/>
                  </a:highlight>
                </a:rPr>
                <a:t>INF</a:t>
              </a:r>
            </a:p>
          </p:txBody>
        </p:sp>
      </p:grpSp>
      <p:graphicFrame>
        <p:nvGraphicFramePr>
          <p:cNvPr id="190" name="Table 79">
            <a:extLst>
              <a:ext uri="{FF2B5EF4-FFF2-40B4-BE49-F238E27FC236}">
                <a16:creationId xmlns:a16="http://schemas.microsoft.com/office/drawing/2014/main" id="{05B290D5-E8C6-4F04-BA80-0F89EA930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511749"/>
              </p:ext>
            </p:extLst>
          </p:nvPr>
        </p:nvGraphicFramePr>
        <p:xfrm>
          <a:off x="1816780" y="4255991"/>
          <a:ext cx="18576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963">
                  <a:extLst>
                    <a:ext uri="{9D8B030D-6E8A-4147-A177-3AD203B41FA5}">
                      <a16:colId xmlns:a16="http://schemas.microsoft.com/office/drawing/2014/main" val="2440963197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1802258452"/>
                    </a:ext>
                  </a:extLst>
                </a:gridCol>
              </a:tblGrid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Self Ctrl </a:t>
                      </a:r>
                      <a:r>
                        <a:rPr lang="en-US" err="1"/>
                        <a:t>i</a:t>
                      </a:r>
                      <a:r>
                        <a:rPr lang="en-US"/>
                        <a:t>/p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Signal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762940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620905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363127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974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27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08CF-6CDB-46D1-8F2D-8F50CACD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255829" cy="1325563"/>
          </a:xfrm>
        </p:spPr>
        <p:txBody>
          <a:bodyPr/>
          <a:lstStyle/>
          <a:p>
            <a:pPr algn="ctr"/>
            <a:r>
              <a:rPr lang="en-US" dirty="0"/>
              <a:t>Feature 3: Data-dependent control in a 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4373AE-D107-4527-9927-06B8E2C0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11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B8E5B-33DF-4631-9A7F-C5F58584A6FC}"/>
              </a:ext>
            </a:extLst>
          </p:cNvPr>
          <p:cNvSpPr txBox="1"/>
          <p:nvPr/>
        </p:nvSpPr>
        <p:spPr>
          <a:xfrm>
            <a:off x="189022" y="4481989"/>
            <a:ext cx="162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LUT config: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65BEED04-69D8-4F32-84D0-D7ABB6992BA0}"/>
              </a:ext>
            </a:extLst>
          </p:cNvPr>
          <p:cNvSpPr txBox="1"/>
          <p:nvPr/>
        </p:nvSpPr>
        <p:spPr>
          <a:xfrm>
            <a:off x="238415" y="2254924"/>
            <a:ext cx="472114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if(</a:t>
            </a:r>
            <a:r>
              <a:rPr lang="en-US" i="1" dirty="0">
                <a:latin typeface="Consolas" panose="020B0609020204030204" pitchFamily="49" charset="0"/>
              </a:rPr>
              <a:t>inp1</a:t>
            </a:r>
            <a:r>
              <a:rPr lang="en-US" dirty="0">
                <a:latin typeface="Consolas" panose="020B0609020204030204" pitchFamily="49" charset="0"/>
              </a:rPr>
              <a:t>==INF &amp;&amp; </a:t>
            </a:r>
            <a:r>
              <a:rPr lang="en-US" i="1" dirty="0">
                <a:latin typeface="Consolas" panose="020B0609020204030204" pitchFamily="49" charset="0"/>
              </a:rPr>
              <a:t>inp2</a:t>
            </a:r>
            <a:r>
              <a:rPr lang="en-US" dirty="0">
                <a:latin typeface="Consolas" panose="020B0609020204030204" pitchFamily="49" charset="0"/>
              </a:rPr>
              <a:t>==INF) return 3;</a:t>
            </a:r>
          </a:p>
          <a:p>
            <a:r>
              <a:rPr lang="en-US" dirty="0">
                <a:latin typeface="Consolas" panose="020B0609020204030204" pitchFamily="49" charset="0"/>
              </a:rPr>
              <a:t>if (</a:t>
            </a:r>
            <a:r>
              <a:rPr lang="en-US" i="1" dirty="0">
                <a:latin typeface="Consolas" panose="020B0609020204030204" pitchFamily="49" charset="0"/>
              </a:rPr>
              <a:t>inp1</a:t>
            </a:r>
            <a:r>
              <a:rPr lang="en-US" dirty="0">
                <a:latin typeface="Consolas" panose="020B0609020204030204" pitchFamily="49" charset="0"/>
              </a:rPr>
              <a:t> == </a:t>
            </a:r>
            <a:r>
              <a:rPr lang="en-US" i="1" dirty="0">
                <a:latin typeface="Consolas" panose="020B0609020204030204" pitchFamily="49" charset="0"/>
              </a:rPr>
              <a:t>inp2</a:t>
            </a:r>
            <a:r>
              <a:rPr lang="en-US" dirty="0">
                <a:latin typeface="Consolas" panose="020B0609020204030204" pitchFamily="49" charset="0"/>
              </a:rPr>
              <a:t>) return 0;</a:t>
            </a:r>
          </a:p>
          <a:p>
            <a:r>
              <a:rPr lang="en-US" dirty="0">
                <a:latin typeface="Consolas" panose="020B0609020204030204" pitchFamily="49" charset="0"/>
              </a:rPr>
              <a:t>else if (</a:t>
            </a:r>
            <a:r>
              <a:rPr lang="en-US" i="1" dirty="0">
                <a:latin typeface="Consolas" panose="020B0609020204030204" pitchFamily="49" charset="0"/>
              </a:rPr>
              <a:t>inp1</a:t>
            </a:r>
            <a:r>
              <a:rPr lang="en-US" dirty="0">
                <a:latin typeface="Consolas" panose="020B0609020204030204" pitchFamily="49" charset="0"/>
              </a:rPr>
              <a:t> &gt; </a:t>
            </a:r>
            <a:r>
              <a:rPr lang="en-US" i="1" dirty="0">
                <a:latin typeface="Consolas" panose="020B0609020204030204" pitchFamily="49" charset="0"/>
              </a:rPr>
              <a:t>inp2</a:t>
            </a:r>
            <a:r>
              <a:rPr lang="en-US" dirty="0">
                <a:latin typeface="Consolas" panose="020B0609020204030204" pitchFamily="49" charset="0"/>
              </a:rPr>
              <a:t>) return 1;</a:t>
            </a:r>
          </a:p>
          <a:p>
            <a:r>
              <a:rPr lang="en-US" dirty="0">
                <a:latin typeface="Consolas" panose="020B0609020204030204" pitchFamily="49" charset="0"/>
              </a:rPr>
              <a:t>else return 2;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17FD8C52-0040-487E-B277-3495C1358088}"/>
              </a:ext>
            </a:extLst>
          </p:cNvPr>
          <p:cNvSpPr txBox="1"/>
          <p:nvPr/>
        </p:nvSpPr>
        <p:spPr>
          <a:xfrm>
            <a:off x="238414" y="1845638"/>
            <a:ext cx="4100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</a:t>
            </a:r>
            <a:r>
              <a:rPr lang="en-US" sz="2400" b="1" dirty="0" err="1"/>
              <a:t>func</a:t>
            </a:r>
            <a:r>
              <a:rPr lang="en-US" sz="2400" b="1" dirty="0"/>
              <a:t> unit: Compare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9881968-52D4-4185-A453-DFCF4299E3C0}"/>
              </a:ext>
            </a:extLst>
          </p:cNvPr>
          <p:cNvCxnSpPr/>
          <p:nvPr/>
        </p:nvCxnSpPr>
        <p:spPr>
          <a:xfrm>
            <a:off x="5038283" y="1651075"/>
            <a:ext cx="0" cy="4537778"/>
          </a:xfrm>
          <a:prstGeom prst="line">
            <a:avLst/>
          </a:prstGeom>
          <a:ln w="635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5" name="Table 79">
            <a:extLst>
              <a:ext uri="{FF2B5EF4-FFF2-40B4-BE49-F238E27FC236}">
                <a16:creationId xmlns:a16="http://schemas.microsoft.com/office/drawing/2014/main" id="{44A37FE0-4A69-41D2-8997-60C8DF0F05CD}"/>
              </a:ext>
            </a:extLst>
          </p:cNvPr>
          <p:cNvGraphicFramePr>
            <a:graphicFrameLocks noGrp="1"/>
          </p:cNvGraphicFramePr>
          <p:nvPr/>
        </p:nvGraphicFramePr>
        <p:xfrm>
          <a:off x="1816780" y="4255991"/>
          <a:ext cx="18576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963">
                  <a:extLst>
                    <a:ext uri="{9D8B030D-6E8A-4147-A177-3AD203B41FA5}">
                      <a16:colId xmlns:a16="http://schemas.microsoft.com/office/drawing/2014/main" val="2440963197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1802258452"/>
                    </a:ext>
                  </a:extLst>
                </a:gridCol>
              </a:tblGrid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Self Ctrl </a:t>
                      </a:r>
                      <a:r>
                        <a:rPr lang="en-US" err="1"/>
                        <a:t>i</a:t>
                      </a:r>
                      <a:r>
                        <a:rPr lang="en-US"/>
                        <a:t>/p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Signal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762940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620905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363127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974648"/>
                  </a:ext>
                </a:extLst>
              </a:tr>
            </a:tbl>
          </a:graphicData>
        </a:graphic>
      </p:graphicFrame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D52876DD-144D-4DB3-B862-41592125777B}"/>
              </a:ext>
            </a:extLst>
          </p:cNvPr>
          <p:cNvCxnSpPr>
            <a:cxnSpLocks/>
          </p:cNvCxnSpPr>
          <p:nvPr/>
        </p:nvCxnSpPr>
        <p:spPr>
          <a:xfrm>
            <a:off x="8523296" y="3368563"/>
            <a:ext cx="0" cy="12053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49F5FE1B-95B9-4E69-87EC-27F8CEB9DD5D}"/>
              </a:ext>
            </a:extLst>
          </p:cNvPr>
          <p:cNvCxnSpPr>
            <a:cxnSpLocks/>
          </p:cNvCxnSpPr>
          <p:nvPr/>
        </p:nvCxnSpPr>
        <p:spPr>
          <a:xfrm>
            <a:off x="7566924" y="3366667"/>
            <a:ext cx="0" cy="12072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Rectangle 227">
            <a:extLst>
              <a:ext uri="{FF2B5EF4-FFF2-40B4-BE49-F238E27FC236}">
                <a16:creationId xmlns:a16="http://schemas.microsoft.com/office/drawing/2014/main" id="{D0524DF0-2F5E-4A27-88BB-AB220F81034B}"/>
              </a:ext>
            </a:extLst>
          </p:cNvPr>
          <p:cNvSpPr/>
          <p:nvPr/>
        </p:nvSpPr>
        <p:spPr>
          <a:xfrm>
            <a:off x="7329103" y="4573906"/>
            <a:ext cx="1433236" cy="6330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Compare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51ED0069-B902-4434-8086-90E264C6BD86}"/>
              </a:ext>
            </a:extLst>
          </p:cNvPr>
          <p:cNvCxnSpPr>
            <a:cxnSpLocks/>
            <a:stCxn id="228" idx="2"/>
          </p:cNvCxnSpPr>
          <p:nvPr/>
        </p:nvCxnSpPr>
        <p:spPr>
          <a:xfrm>
            <a:off x="8045721" y="5206950"/>
            <a:ext cx="0" cy="5885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3D7E8C3F-BDD0-44EF-A938-88A20F2BFAF4}"/>
              </a:ext>
            </a:extLst>
          </p:cNvPr>
          <p:cNvCxnSpPr>
            <a:cxnSpLocks/>
          </p:cNvCxnSpPr>
          <p:nvPr/>
        </p:nvCxnSpPr>
        <p:spPr>
          <a:xfrm>
            <a:off x="7038112" y="4669822"/>
            <a:ext cx="29099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 230">
            <a:extLst>
              <a:ext uri="{FF2B5EF4-FFF2-40B4-BE49-F238E27FC236}">
                <a16:creationId xmlns:a16="http://schemas.microsoft.com/office/drawing/2014/main" id="{65D0A75B-B73B-4EC0-B197-E555B8A2F999}"/>
              </a:ext>
            </a:extLst>
          </p:cNvPr>
          <p:cNvSpPr/>
          <p:nvPr/>
        </p:nvSpPr>
        <p:spPr>
          <a:xfrm>
            <a:off x="5846692" y="4500580"/>
            <a:ext cx="1226476" cy="63304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Register</a:t>
            </a:r>
          </a:p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File</a:t>
            </a:r>
          </a:p>
        </p:txBody>
      </p:sp>
      <p:cxnSp>
        <p:nvCxnSpPr>
          <p:cNvPr id="232" name="Connector: Elbow 231">
            <a:extLst>
              <a:ext uri="{FF2B5EF4-FFF2-40B4-BE49-F238E27FC236}">
                <a16:creationId xmlns:a16="http://schemas.microsoft.com/office/drawing/2014/main" id="{9E469643-8BFF-4562-B771-B8884CB0B2C3}"/>
              </a:ext>
            </a:extLst>
          </p:cNvPr>
          <p:cNvCxnSpPr>
            <a:cxnSpLocks/>
            <a:stCxn id="231" idx="0"/>
            <a:endCxn id="276" idx="2"/>
          </p:cNvCxnSpPr>
          <p:nvPr/>
        </p:nvCxnSpPr>
        <p:spPr>
          <a:xfrm rot="5400000" flipH="1" flipV="1">
            <a:off x="6094012" y="3338030"/>
            <a:ext cx="1528469" cy="796633"/>
          </a:xfrm>
          <a:prstGeom prst="bentConnector3">
            <a:avLst>
              <a:gd name="adj1" fmla="val 1156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: Elbow 232">
            <a:extLst>
              <a:ext uri="{FF2B5EF4-FFF2-40B4-BE49-F238E27FC236}">
                <a16:creationId xmlns:a16="http://schemas.microsoft.com/office/drawing/2014/main" id="{0F452C48-72C8-4860-B782-C213E73D6470}"/>
              </a:ext>
            </a:extLst>
          </p:cNvPr>
          <p:cNvCxnSpPr>
            <a:cxnSpLocks/>
            <a:stCxn id="231" idx="0"/>
            <a:endCxn id="269" idx="2"/>
          </p:cNvCxnSpPr>
          <p:nvPr/>
        </p:nvCxnSpPr>
        <p:spPr>
          <a:xfrm rot="5400000" flipH="1" flipV="1">
            <a:off x="6870642" y="2561399"/>
            <a:ext cx="1528469" cy="2349893"/>
          </a:xfrm>
          <a:prstGeom prst="bentConnector3">
            <a:avLst>
              <a:gd name="adj1" fmla="val 1156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: Elbow 233">
            <a:extLst>
              <a:ext uri="{FF2B5EF4-FFF2-40B4-BE49-F238E27FC236}">
                <a16:creationId xmlns:a16="http://schemas.microsoft.com/office/drawing/2014/main" id="{9672B439-A518-46F2-ACAB-CA7F0842B1C5}"/>
              </a:ext>
            </a:extLst>
          </p:cNvPr>
          <p:cNvCxnSpPr>
            <a:cxnSpLocks/>
            <a:stCxn id="228" idx="2"/>
            <a:endCxn id="231" idx="2"/>
          </p:cNvCxnSpPr>
          <p:nvPr/>
        </p:nvCxnSpPr>
        <p:spPr>
          <a:xfrm rot="5400000" flipH="1">
            <a:off x="7216163" y="4377392"/>
            <a:ext cx="73326" cy="1585790"/>
          </a:xfrm>
          <a:prstGeom prst="bentConnector3">
            <a:avLst>
              <a:gd name="adj1" fmla="val -3270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: Elbow 234">
            <a:extLst>
              <a:ext uri="{FF2B5EF4-FFF2-40B4-BE49-F238E27FC236}">
                <a16:creationId xmlns:a16="http://schemas.microsoft.com/office/drawing/2014/main" id="{6FE2ACED-662A-436D-ADFB-D7CE0334E0B4}"/>
              </a:ext>
            </a:extLst>
          </p:cNvPr>
          <p:cNvCxnSpPr>
            <a:cxnSpLocks/>
            <a:stCxn id="228" idx="2"/>
            <a:endCxn id="231" idx="2"/>
          </p:cNvCxnSpPr>
          <p:nvPr/>
        </p:nvCxnSpPr>
        <p:spPr>
          <a:xfrm rot="5400000" flipH="1">
            <a:off x="7216163" y="4377392"/>
            <a:ext cx="73326" cy="1585790"/>
          </a:xfrm>
          <a:prstGeom prst="bentConnector3">
            <a:avLst>
              <a:gd name="adj1" fmla="val -3270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1F831D48-7DBD-4578-821C-FDA6589AEA2B}"/>
              </a:ext>
            </a:extLst>
          </p:cNvPr>
          <p:cNvGrpSpPr/>
          <p:nvPr/>
        </p:nvGrpSpPr>
        <p:grpSpPr>
          <a:xfrm>
            <a:off x="7366149" y="3633192"/>
            <a:ext cx="401552" cy="541065"/>
            <a:chOff x="5590365" y="2803326"/>
            <a:chExt cx="459915" cy="51581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01F14BAB-EF0C-40FD-AEB8-794C73503981}"/>
                </a:ext>
              </a:extLst>
            </p:cNvPr>
            <p:cNvSpPr/>
            <p:nvPr/>
          </p:nvSpPr>
          <p:spPr>
            <a:xfrm>
              <a:off x="5590366" y="3061205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CD78970A-EAEF-4027-91E9-9E2B8FBBD344}"/>
                </a:ext>
              </a:extLst>
            </p:cNvPr>
            <p:cNvSpPr/>
            <p:nvPr/>
          </p:nvSpPr>
          <p:spPr>
            <a:xfrm>
              <a:off x="5590366" y="2931408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6F9E5A3A-B27E-4BBD-B2DF-EF2AF82D7961}"/>
                </a:ext>
              </a:extLst>
            </p:cNvPr>
            <p:cNvSpPr/>
            <p:nvPr/>
          </p:nvSpPr>
          <p:spPr>
            <a:xfrm>
              <a:off x="5590365" y="3189729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ACEFF297-F27A-41E7-BC12-B779A76E9FE7}"/>
                </a:ext>
              </a:extLst>
            </p:cNvPr>
            <p:cNvSpPr/>
            <p:nvPr/>
          </p:nvSpPr>
          <p:spPr>
            <a:xfrm>
              <a:off x="5590365" y="2803326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D15B7C3A-D53E-4D45-ABE4-7C4DEE04B0ED}"/>
              </a:ext>
            </a:extLst>
          </p:cNvPr>
          <p:cNvGrpSpPr/>
          <p:nvPr/>
        </p:nvGrpSpPr>
        <p:grpSpPr>
          <a:xfrm>
            <a:off x="8322520" y="3638022"/>
            <a:ext cx="401552" cy="541065"/>
            <a:chOff x="5590365" y="2803326"/>
            <a:chExt cx="459915" cy="51581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0C5E4FEF-CD43-435E-9D56-859584799918}"/>
                </a:ext>
              </a:extLst>
            </p:cNvPr>
            <p:cNvSpPr/>
            <p:nvPr/>
          </p:nvSpPr>
          <p:spPr>
            <a:xfrm>
              <a:off x="5590366" y="3061205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F69726D6-CC51-4F07-9A41-E523D09B071D}"/>
                </a:ext>
              </a:extLst>
            </p:cNvPr>
            <p:cNvSpPr/>
            <p:nvPr/>
          </p:nvSpPr>
          <p:spPr>
            <a:xfrm>
              <a:off x="5590366" y="2931408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A134D78B-64BA-4371-AA09-AA6E7D623D85}"/>
                </a:ext>
              </a:extLst>
            </p:cNvPr>
            <p:cNvSpPr/>
            <p:nvPr/>
          </p:nvSpPr>
          <p:spPr>
            <a:xfrm>
              <a:off x="5590365" y="3189729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B4A21F54-04A5-4079-939A-F5A66F1656EF}"/>
                </a:ext>
              </a:extLst>
            </p:cNvPr>
            <p:cNvSpPr/>
            <p:nvPr/>
          </p:nvSpPr>
          <p:spPr>
            <a:xfrm>
              <a:off x="5590365" y="2803326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5683699B-659E-4AA3-9F50-E50373ED183D}"/>
              </a:ext>
            </a:extLst>
          </p:cNvPr>
          <p:cNvGrpSpPr/>
          <p:nvPr/>
        </p:nvGrpSpPr>
        <p:grpSpPr>
          <a:xfrm>
            <a:off x="6632914" y="2354720"/>
            <a:ext cx="1224533" cy="1013844"/>
            <a:chOff x="8511651" y="1724852"/>
            <a:chExt cx="1057289" cy="966533"/>
          </a:xfrm>
        </p:grpSpPr>
        <p:sp>
          <p:nvSpPr>
            <p:cNvPr id="276" name="Trapezoid 275">
              <a:extLst>
                <a:ext uri="{FF2B5EF4-FFF2-40B4-BE49-F238E27FC236}">
                  <a16:creationId xmlns:a16="http://schemas.microsoft.com/office/drawing/2014/main" id="{CE0298D6-7E75-4C9F-9C41-C0CDAE423330}"/>
                </a:ext>
              </a:extLst>
            </p:cNvPr>
            <p:cNvSpPr/>
            <p:nvPr/>
          </p:nvSpPr>
          <p:spPr>
            <a:xfrm rot="10800000">
              <a:off x="8531308" y="2313433"/>
              <a:ext cx="1037632" cy="377952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MUX</a:t>
              </a:r>
            </a:p>
          </p:txBody>
        </p: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C02146F4-8E87-43EE-A340-E84846012E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5980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60DD1F57-5605-480E-B9F4-40A861D90F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4793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DD803522-603C-4AB4-A05F-624915B0E9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4715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4F980FCB-8D3A-4095-8EE1-72F2A7890B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7655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96F83A8A-B058-4211-96FE-44F3F45F2A43}"/>
                </a:ext>
              </a:extLst>
            </p:cNvPr>
            <p:cNvCxnSpPr>
              <a:cxnSpLocks/>
            </p:cNvCxnSpPr>
            <p:nvPr/>
          </p:nvCxnSpPr>
          <p:spPr>
            <a:xfrm>
              <a:off x="8593665" y="2084070"/>
              <a:ext cx="0" cy="2293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C3106A35-175E-438C-B148-BB4BC3E5A19A}"/>
                </a:ext>
              </a:extLst>
            </p:cNvPr>
            <p:cNvSpPr/>
            <p:nvPr/>
          </p:nvSpPr>
          <p:spPr>
            <a:xfrm>
              <a:off x="8511651" y="1954657"/>
              <a:ext cx="148523" cy="1294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AC96D0EA-E082-4D41-81EE-90D7BACE5A3F}"/>
              </a:ext>
            </a:extLst>
          </p:cNvPr>
          <p:cNvGrpSpPr/>
          <p:nvPr/>
        </p:nvGrpSpPr>
        <p:grpSpPr>
          <a:xfrm>
            <a:off x="8169225" y="2354720"/>
            <a:ext cx="1241483" cy="1013844"/>
            <a:chOff x="9838136" y="1724852"/>
            <a:chExt cx="1071924" cy="966533"/>
          </a:xfrm>
        </p:grpSpPr>
        <p:sp>
          <p:nvSpPr>
            <p:cNvPr id="269" name="Trapezoid 268">
              <a:extLst>
                <a:ext uri="{FF2B5EF4-FFF2-40B4-BE49-F238E27FC236}">
                  <a16:creationId xmlns:a16="http://schemas.microsoft.com/office/drawing/2014/main" id="{50A425C2-6250-4A8C-B01E-21EF8CEBA2D5}"/>
                </a:ext>
              </a:extLst>
            </p:cNvPr>
            <p:cNvSpPr/>
            <p:nvPr/>
          </p:nvSpPr>
          <p:spPr>
            <a:xfrm rot="10800000">
              <a:off x="9872428" y="2313433"/>
              <a:ext cx="1037632" cy="377952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MUX</a:t>
              </a:r>
            </a:p>
          </p:txBody>
        </p:sp>
        <p:cxnSp>
          <p:nvCxnSpPr>
            <p:cNvPr id="270" name="Straight Arrow Connector 269">
              <a:extLst>
                <a:ext uri="{FF2B5EF4-FFF2-40B4-BE49-F238E27FC236}">
                  <a16:creationId xmlns:a16="http://schemas.microsoft.com/office/drawing/2014/main" id="{C83583D3-5614-4627-A507-49C4F7DCA5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416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088229B4-766E-483F-91E4-F41F88ACFB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75587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2520F164-5D87-4F1C-9E61-F6F7665C6A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44688" y="1725835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B1B9D787-F259-4E4F-BE81-555B9EA05C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00523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>
              <a:extLst>
                <a:ext uri="{FF2B5EF4-FFF2-40B4-BE49-F238E27FC236}">
                  <a16:creationId xmlns:a16="http://schemas.microsoft.com/office/drawing/2014/main" id="{58CC255D-2016-4067-B3B7-05070EF8437A}"/>
                </a:ext>
              </a:extLst>
            </p:cNvPr>
            <p:cNvCxnSpPr>
              <a:cxnSpLocks/>
            </p:cNvCxnSpPr>
            <p:nvPr/>
          </p:nvCxnSpPr>
          <p:spPr>
            <a:xfrm>
              <a:off x="9920150" y="2075880"/>
              <a:ext cx="0" cy="2293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BB6C9B7A-C60B-4331-9038-4B5C5AB7E531}"/>
                </a:ext>
              </a:extLst>
            </p:cNvPr>
            <p:cNvSpPr/>
            <p:nvPr/>
          </p:nvSpPr>
          <p:spPr>
            <a:xfrm>
              <a:off x="9838136" y="1946467"/>
              <a:ext cx="148523" cy="1294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651D4735-7DC7-4BDB-A768-520F14F62D0A}"/>
              </a:ext>
            </a:extLst>
          </p:cNvPr>
          <p:cNvCxnSpPr>
            <a:cxnSpLocks/>
          </p:cNvCxnSpPr>
          <p:nvPr/>
        </p:nvCxnSpPr>
        <p:spPr>
          <a:xfrm>
            <a:off x="8523296" y="3364567"/>
            <a:ext cx="0" cy="1205342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A78804E6-B7BA-4AD4-AF3C-F8A20A73979C}"/>
              </a:ext>
            </a:extLst>
          </p:cNvPr>
          <p:cNvCxnSpPr>
            <a:cxnSpLocks/>
          </p:cNvCxnSpPr>
          <p:nvPr/>
        </p:nvCxnSpPr>
        <p:spPr>
          <a:xfrm>
            <a:off x="7566924" y="3362670"/>
            <a:ext cx="0" cy="1207238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E94A7AA6-DF84-4589-8FC4-DD658CE5EC4B}"/>
              </a:ext>
            </a:extLst>
          </p:cNvPr>
          <p:cNvCxnSpPr>
            <a:stCxn id="287" idx="3"/>
            <a:endCxn id="276" idx="1"/>
          </p:cNvCxnSpPr>
          <p:nvPr/>
        </p:nvCxnSpPr>
        <p:spPr>
          <a:xfrm flipV="1">
            <a:off x="7767700" y="3170337"/>
            <a:ext cx="35029" cy="801231"/>
          </a:xfrm>
          <a:prstGeom prst="bentConnector3">
            <a:avLst>
              <a:gd name="adj1" fmla="val 1012032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: Elbow 242">
            <a:extLst>
              <a:ext uri="{FF2B5EF4-FFF2-40B4-BE49-F238E27FC236}">
                <a16:creationId xmlns:a16="http://schemas.microsoft.com/office/drawing/2014/main" id="{3F4D1DE3-8CC0-4A99-9E5E-DE53A4710640}"/>
              </a:ext>
            </a:extLst>
          </p:cNvPr>
          <p:cNvCxnSpPr>
            <a:cxnSpLocks/>
            <a:stCxn id="283" idx="3"/>
            <a:endCxn id="269" idx="1"/>
          </p:cNvCxnSpPr>
          <p:nvPr/>
        </p:nvCxnSpPr>
        <p:spPr>
          <a:xfrm flipV="1">
            <a:off x="8724072" y="3170337"/>
            <a:ext cx="631918" cy="806061"/>
          </a:xfrm>
          <a:prstGeom prst="bentConnector3">
            <a:avLst>
              <a:gd name="adj1" fmla="val 150557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Rectangle 243">
            <a:extLst>
              <a:ext uri="{FF2B5EF4-FFF2-40B4-BE49-F238E27FC236}">
                <a16:creationId xmlns:a16="http://schemas.microsoft.com/office/drawing/2014/main" id="{5FF5EC77-877E-4477-BC83-DB7BB2F460A8}"/>
              </a:ext>
            </a:extLst>
          </p:cNvPr>
          <p:cNvSpPr/>
          <p:nvPr/>
        </p:nvSpPr>
        <p:spPr>
          <a:xfrm>
            <a:off x="9672425" y="4573905"/>
            <a:ext cx="1226476" cy="63304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CLT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A1D37DF9-AC23-4D53-9FA5-F1CB91AE3CAD}"/>
              </a:ext>
            </a:extLst>
          </p:cNvPr>
          <p:cNvGrpSpPr/>
          <p:nvPr/>
        </p:nvGrpSpPr>
        <p:grpSpPr>
          <a:xfrm>
            <a:off x="10084886" y="3646114"/>
            <a:ext cx="401552" cy="541065"/>
            <a:chOff x="5590365" y="2803326"/>
            <a:chExt cx="459915" cy="51581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32F1FBAF-7AB9-446F-B04A-F8957BAC6C0B}"/>
                </a:ext>
              </a:extLst>
            </p:cNvPr>
            <p:cNvSpPr/>
            <p:nvPr/>
          </p:nvSpPr>
          <p:spPr>
            <a:xfrm>
              <a:off x="5590366" y="3061205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DE1422FC-A57B-4DC5-AC5E-75A849B597FE}"/>
                </a:ext>
              </a:extLst>
            </p:cNvPr>
            <p:cNvSpPr/>
            <p:nvPr/>
          </p:nvSpPr>
          <p:spPr>
            <a:xfrm>
              <a:off x="5590366" y="2931408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13A35092-981F-44B0-BBE1-70D84A2B8C97}"/>
                </a:ext>
              </a:extLst>
            </p:cNvPr>
            <p:cNvSpPr/>
            <p:nvPr/>
          </p:nvSpPr>
          <p:spPr>
            <a:xfrm>
              <a:off x="5590365" y="3189729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48E006B7-7DDA-49EF-A221-D38605094F2E}"/>
                </a:ext>
              </a:extLst>
            </p:cNvPr>
            <p:cNvSpPr/>
            <p:nvPr/>
          </p:nvSpPr>
          <p:spPr>
            <a:xfrm>
              <a:off x="5590365" y="2803326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246" name="Connector: Elbow 245">
            <a:extLst>
              <a:ext uri="{FF2B5EF4-FFF2-40B4-BE49-F238E27FC236}">
                <a16:creationId xmlns:a16="http://schemas.microsoft.com/office/drawing/2014/main" id="{F5A9654B-091C-491A-BB7E-5397AA45A1B9}"/>
              </a:ext>
            </a:extLst>
          </p:cNvPr>
          <p:cNvCxnSpPr>
            <a:cxnSpLocks/>
            <a:stCxn id="244" idx="2"/>
          </p:cNvCxnSpPr>
          <p:nvPr/>
        </p:nvCxnSpPr>
        <p:spPr>
          <a:xfrm rot="5400000" flipH="1">
            <a:off x="8472576" y="3393862"/>
            <a:ext cx="1113901" cy="2512274"/>
          </a:xfrm>
          <a:prstGeom prst="bentConnector4">
            <a:avLst>
              <a:gd name="adj1" fmla="val -21527"/>
              <a:gd name="adj2" fmla="val 6220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: Elbow 246">
            <a:extLst>
              <a:ext uri="{FF2B5EF4-FFF2-40B4-BE49-F238E27FC236}">
                <a16:creationId xmlns:a16="http://schemas.microsoft.com/office/drawing/2014/main" id="{C34C0175-6E71-4F58-A43D-7500A3ADBA5F}"/>
              </a:ext>
            </a:extLst>
          </p:cNvPr>
          <p:cNvCxnSpPr>
            <a:cxnSpLocks/>
            <a:stCxn id="244" idx="2"/>
            <a:endCxn id="285" idx="3"/>
          </p:cNvCxnSpPr>
          <p:nvPr/>
        </p:nvCxnSpPr>
        <p:spPr>
          <a:xfrm rot="5400000" flipH="1">
            <a:off x="8956999" y="3878286"/>
            <a:ext cx="1095735" cy="1561592"/>
          </a:xfrm>
          <a:prstGeom prst="bentConnector4">
            <a:avLst>
              <a:gd name="adj1" fmla="val -21884"/>
              <a:gd name="adj2" fmla="val 69635"/>
            </a:avLst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4589AA54-809E-495E-9AA0-C43E1010A651}"/>
              </a:ext>
            </a:extLst>
          </p:cNvPr>
          <p:cNvCxnSpPr>
            <a:stCxn id="228" idx="3"/>
            <a:endCxn id="244" idx="1"/>
          </p:cNvCxnSpPr>
          <p:nvPr/>
        </p:nvCxnSpPr>
        <p:spPr>
          <a:xfrm flipV="1">
            <a:off x="8762339" y="4890427"/>
            <a:ext cx="910086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944A23CE-D895-4C6B-A119-68401AF536CE}"/>
              </a:ext>
            </a:extLst>
          </p:cNvPr>
          <p:cNvGrpSpPr/>
          <p:nvPr/>
        </p:nvGrpSpPr>
        <p:grpSpPr>
          <a:xfrm>
            <a:off x="9646002" y="2354720"/>
            <a:ext cx="1241483" cy="1013844"/>
            <a:chOff x="9838136" y="1724852"/>
            <a:chExt cx="1071924" cy="966533"/>
          </a:xfrm>
        </p:grpSpPr>
        <p:sp>
          <p:nvSpPr>
            <p:cNvPr id="258" name="Trapezoid 257">
              <a:extLst>
                <a:ext uri="{FF2B5EF4-FFF2-40B4-BE49-F238E27FC236}">
                  <a16:creationId xmlns:a16="http://schemas.microsoft.com/office/drawing/2014/main" id="{31DD046C-6911-4A71-8A42-5201D937B33D}"/>
                </a:ext>
              </a:extLst>
            </p:cNvPr>
            <p:cNvSpPr/>
            <p:nvPr/>
          </p:nvSpPr>
          <p:spPr>
            <a:xfrm rot="10800000">
              <a:off x="9872428" y="2313433"/>
              <a:ext cx="1037632" cy="377952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MUX</a:t>
              </a:r>
            </a:p>
          </p:txBody>
        </p:sp>
        <p:cxnSp>
          <p:nvCxnSpPr>
            <p:cNvPr id="259" name="Straight Arrow Connector 258">
              <a:extLst>
                <a:ext uri="{FF2B5EF4-FFF2-40B4-BE49-F238E27FC236}">
                  <a16:creationId xmlns:a16="http://schemas.microsoft.com/office/drawing/2014/main" id="{7225A95C-5D84-4300-B496-D9BE2CE0D6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416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A613EB9D-D241-4E27-B102-AD3C973EF1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75587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>
              <a:extLst>
                <a:ext uri="{FF2B5EF4-FFF2-40B4-BE49-F238E27FC236}">
                  <a16:creationId xmlns:a16="http://schemas.microsoft.com/office/drawing/2014/main" id="{62335A31-64A2-4B6D-9644-56E1A2B1F6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44688" y="1725835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Arrow Connector 261">
              <a:extLst>
                <a:ext uri="{FF2B5EF4-FFF2-40B4-BE49-F238E27FC236}">
                  <a16:creationId xmlns:a16="http://schemas.microsoft.com/office/drawing/2014/main" id="{C25AB820-F64D-45F0-89D1-567060090D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00523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>
              <a:extLst>
                <a:ext uri="{FF2B5EF4-FFF2-40B4-BE49-F238E27FC236}">
                  <a16:creationId xmlns:a16="http://schemas.microsoft.com/office/drawing/2014/main" id="{4CEE9E12-A9DA-450D-BD94-1367FD3513B4}"/>
                </a:ext>
              </a:extLst>
            </p:cNvPr>
            <p:cNvCxnSpPr>
              <a:cxnSpLocks/>
            </p:cNvCxnSpPr>
            <p:nvPr/>
          </p:nvCxnSpPr>
          <p:spPr>
            <a:xfrm>
              <a:off x="9920150" y="2075880"/>
              <a:ext cx="0" cy="2293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B1540045-C59E-4926-8EE3-79A7A14907A3}"/>
                </a:ext>
              </a:extLst>
            </p:cNvPr>
            <p:cNvSpPr/>
            <p:nvPr/>
          </p:nvSpPr>
          <p:spPr>
            <a:xfrm>
              <a:off x="9838136" y="1946467"/>
              <a:ext cx="148523" cy="1294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250" name="Connector: Elbow 249">
            <a:extLst>
              <a:ext uri="{FF2B5EF4-FFF2-40B4-BE49-F238E27FC236}">
                <a16:creationId xmlns:a16="http://schemas.microsoft.com/office/drawing/2014/main" id="{CA94F1F6-179A-4FEB-B37D-56575FE750B3}"/>
              </a:ext>
            </a:extLst>
          </p:cNvPr>
          <p:cNvCxnSpPr>
            <a:cxnSpLocks/>
          </p:cNvCxnSpPr>
          <p:nvPr/>
        </p:nvCxnSpPr>
        <p:spPr>
          <a:xfrm rot="5400000">
            <a:off x="9155673" y="4087235"/>
            <a:ext cx="1" cy="2239943"/>
          </a:xfrm>
          <a:prstGeom prst="bentConnector3">
            <a:avLst>
              <a:gd name="adj1" fmla="val 2286010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: Elbow 250">
            <a:extLst>
              <a:ext uri="{FF2B5EF4-FFF2-40B4-BE49-F238E27FC236}">
                <a16:creationId xmlns:a16="http://schemas.microsoft.com/office/drawing/2014/main" id="{BD6727A4-84C4-41DA-84D1-F3A45BC06047}"/>
              </a:ext>
            </a:extLst>
          </p:cNvPr>
          <p:cNvCxnSpPr>
            <a:cxnSpLocks/>
            <a:stCxn id="244" idx="2"/>
            <a:endCxn id="231" idx="2"/>
          </p:cNvCxnSpPr>
          <p:nvPr/>
        </p:nvCxnSpPr>
        <p:spPr>
          <a:xfrm rot="5400000" flipH="1">
            <a:off x="8336134" y="3257420"/>
            <a:ext cx="73325" cy="3825733"/>
          </a:xfrm>
          <a:prstGeom prst="bentConnector3">
            <a:avLst>
              <a:gd name="adj1" fmla="val -32702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F72B8C24-B5F3-452D-A20F-522745859BD6}"/>
              </a:ext>
            </a:extLst>
          </p:cNvPr>
          <p:cNvCxnSpPr>
            <a:cxnSpLocks/>
          </p:cNvCxnSpPr>
          <p:nvPr/>
        </p:nvCxnSpPr>
        <p:spPr>
          <a:xfrm>
            <a:off x="10285661" y="3370560"/>
            <a:ext cx="0" cy="12013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TextBox 252">
            <a:extLst>
              <a:ext uri="{FF2B5EF4-FFF2-40B4-BE49-F238E27FC236}">
                <a16:creationId xmlns:a16="http://schemas.microsoft.com/office/drawing/2014/main" id="{CBA383C8-77AA-4B3F-9ED4-597D2E9E22AA}"/>
              </a:ext>
            </a:extLst>
          </p:cNvPr>
          <p:cNvSpPr txBox="1"/>
          <p:nvPr/>
        </p:nvSpPr>
        <p:spPr>
          <a:xfrm>
            <a:off x="6406638" y="1648258"/>
            <a:ext cx="4622410" cy="548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800" b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CGRA Processing Element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521B4602-C893-4625-9609-1DD249A08FF6}"/>
              </a:ext>
            </a:extLst>
          </p:cNvPr>
          <p:cNvSpPr txBox="1"/>
          <p:nvPr/>
        </p:nvSpPr>
        <p:spPr>
          <a:xfrm>
            <a:off x="7559036" y="4098033"/>
            <a:ext cx="835993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reuse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0548740-5666-44A2-A785-0C57296194D7}"/>
              </a:ext>
            </a:extLst>
          </p:cNvPr>
          <p:cNvSpPr txBox="1"/>
          <p:nvPr/>
        </p:nvSpPr>
        <p:spPr>
          <a:xfrm>
            <a:off x="6440250" y="5430246"/>
            <a:ext cx="835993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reset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07DD1F53-372B-4576-BE5F-AB42D3B00069}"/>
              </a:ext>
            </a:extLst>
          </p:cNvPr>
          <p:cNvSpPr txBox="1"/>
          <p:nvPr/>
        </p:nvSpPr>
        <p:spPr>
          <a:xfrm>
            <a:off x="9128662" y="4049921"/>
            <a:ext cx="835993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reuse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3D5AA039-A6B9-4C00-A26B-97D3FEEE5582}"/>
              </a:ext>
            </a:extLst>
          </p:cNvPr>
          <p:cNvSpPr txBox="1"/>
          <p:nvPr/>
        </p:nvSpPr>
        <p:spPr>
          <a:xfrm>
            <a:off x="7072356" y="5126213"/>
            <a:ext cx="1046184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discard</a:t>
            </a:r>
          </a:p>
        </p:txBody>
      </p: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47AA2DD4-121C-4B37-90DF-92ADF6AA9480}"/>
              </a:ext>
            </a:extLst>
          </p:cNvPr>
          <p:cNvGrpSpPr/>
          <p:nvPr/>
        </p:nvGrpSpPr>
        <p:grpSpPr>
          <a:xfrm>
            <a:off x="7325833" y="3547906"/>
            <a:ext cx="1515613" cy="823344"/>
            <a:chOff x="7908605" y="3266683"/>
            <a:chExt cx="1515613" cy="823344"/>
          </a:xfrm>
        </p:grpSpPr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C4EF3521-5E27-4103-A3E2-D3873DEF0DE1}"/>
                </a:ext>
              </a:extLst>
            </p:cNvPr>
            <p:cNvSpPr txBox="1"/>
            <p:nvPr/>
          </p:nvSpPr>
          <p:spPr>
            <a:xfrm>
              <a:off x="7961949" y="3677465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12</a:t>
              </a: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4C48B667-8D25-4031-B02A-0B9CB8FDAC5D}"/>
                </a:ext>
              </a:extLst>
            </p:cNvPr>
            <p:cNvSpPr txBox="1"/>
            <p:nvPr/>
          </p:nvSpPr>
          <p:spPr>
            <a:xfrm>
              <a:off x="8877695" y="3720695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13</a:t>
              </a: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64F8C488-8F89-422B-8541-57A601A62F87}"/>
                </a:ext>
              </a:extLst>
            </p:cNvPr>
            <p:cNvSpPr txBox="1"/>
            <p:nvPr/>
          </p:nvSpPr>
          <p:spPr>
            <a:xfrm>
              <a:off x="7908605" y="3428480"/>
              <a:ext cx="860164" cy="466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INF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D0767A00-88F6-4700-A40B-136C39CAE82E}"/>
                </a:ext>
              </a:extLst>
            </p:cNvPr>
            <p:cNvSpPr txBox="1"/>
            <p:nvPr/>
          </p:nvSpPr>
          <p:spPr>
            <a:xfrm>
              <a:off x="8881442" y="3505658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14</a:t>
              </a: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620085EB-1C1F-41FA-9D4A-AFFFCDABFCAB}"/>
                </a:ext>
              </a:extLst>
            </p:cNvPr>
            <p:cNvSpPr txBox="1"/>
            <p:nvPr/>
          </p:nvSpPr>
          <p:spPr>
            <a:xfrm>
              <a:off x="8851919" y="3266683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INF</a:t>
              </a:r>
            </a:p>
          </p:txBody>
        </p:sp>
      </p:grpSp>
      <p:sp>
        <p:nvSpPr>
          <p:cNvPr id="297" name="TextBox 296">
            <a:extLst>
              <a:ext uri="{FF2B5EF4-FFF2-40B4-BE49-F238E27FC236}">
                <a16:creationId xmlns:a16="http://schemas.microsoft.com/office/drawing/2014/main" id="{6926F2A2-85D7-4D89-B37D-B4C61E779C9F}"/>
              </a:ext>
            </a:extLst>
          </p:cNvPr>
          <p:cNvSpPr txBox="1"/>
          <p:nvPr/>
        </p:nvSpPr>
        <p:spPr>
          <a:xfrm>
            <a:off x="6790589" y="4144674"/>
            <a:ext cx="64878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POP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CCA286B0-C915-4519-9EA3-B15F7E210943}"/>
              </a:ext>
            </a:extLst>
          </p:cNvPr>
          <p:cNvSpPr txBox="1"/>
          <p:nvPr/>
        </p:nvSpPr>
        <p:spPr>
          <a:xfrm>
            <a:off x="8751243" y="4198308"/>
            <a:ext cx="96103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NO-POP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56F7726C-3644-4C42-AC35-F688EB3FAE63}"/>
              </a:ext>
            </a:extLst>
          </p:cNvPr>
          <p:cNvSpPr txBox="1"/>
          <p:nvPr/>
        </p:nvSpPr>
        <p:spPr>
          <a:xfrm>
            <a:off x="9321356" y="4524015"/>
            <a:ext cx="54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08587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08CF-6CDB-46D1-8F2D-8F50CACD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255829" cy="1325563"/>
          </a:xfrm>
        </p:spPr>
        <p:txBody>
          <a:bodyPr/>
          <a:lstStyle/>
          <a:p>
            <a:pPr algn="ctr"/>
            <a:r>
              <a:rPr lang="en-US" dirty="0"/>
              <a:t>Feature 3: Data-dependent control in a 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4373AE-D107-4527-9927-06B8E2C0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12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B8E5B-33DF-4631-9A7F-C5F58584A6FC}"/>
              </a:ext>
            </a:extLst>
          </p:cNvPr>
          <p:cNvSpPr txBox="1"/>
          <p:nvPr/>
        </p:nvSpPr>
        <p:spPr>
          <a:xfrm>
            <a:off x="189022" y="4481989"/>
            <a:ext cx="162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LUT config: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65BEED04-69D8-4F32-84D0-D7ABB6992BA0}"/>
              </a:ext>
            </a:extLst>
          </p:cNvPr>
          <p:cNvSpPr txBox="1"/>
          <p:nvPr/>
        </p:nvSpPr>
        <p:spPr>
          <a:xfrm>
            <a:off x="238415" y="2254924"/>
            <a:ext cx="472114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if(</a:t>
            </a:r>
            <a:r>
              <a:rPr lang="en-US" i="1" dirty="0">
                <a:latin typeface="Consolas" panose="020B0609020204030204" pitchFamily="49" charset="0"/>
              </a:rPr>
              <a:t>inp1</a:t>
            </a:r>
            <a:r>
              <a:rPr lang="en-US" dirty="0">
                <a:latin typeface="Consolas" panose="020B0609020204030204" pitchFamily="49" charset="0"/>
              </a:rPr>
              <a:t>==INF &amp;&amp; </a:t>
            </a:r>
            <a:r>
              <a:rPr lang="en-US" i="1" dirty="0">
                <a:latin typeface="Consolas" panose="020B0609020204030204" pitchFamily="49" charset="0"/>
              </a:rPr>
              <a:t>inp2</a:t>
            </a:r>
            <a:r>
              <a:rPr lang="en-US" dirty="0">
                <a:latin typeface="Consolas" panose="020B0609020204030204" pitchFamily="49" charset="0"/>
              </a:rPr>
              <a:t>==INF) return 3;</a:t>
            </a:r>
          </a:p>
          <a:p>
            <a:r>
              <a:rPr lang="en-US" dirty="0">
                <a:latin typeface="Consolas" panose="020B0609020204030204" pitchFamily="49" charset="0"/>
              </a:rPr>
              <a:t>if (</a:t>
            </a:r>
            <a:r>
              <a:rPr lang="en-US" i="1" dirty="0">
                <a:latin typeface="Consolas" panose="020B0609020204030204" pitchFamily="49" charset="0"/>
              </a:rPr>
              <a:t>inp1</a:t>
            </a:r>
            <a:r>
              <a:rPr lang="en-US" dirty="0">
                <a:latin typeface="Consolas" panose="020B0609020204030204" pitchFamily="49" charset="0"/>
              </a:rPr>
              <a:t> == </a:t>
            </a:r>
            <a:r>
              <a:rPr lang="en-US" i="1" dirty="0">
                <a:latin typeface="Consolas" panose="020B0609020204030204" pitchFamily="49" charset="0"/>
              </a:rPr>
              <a:t>inp2</a:t>
            </a:r>
            <a:r>
              <a:rPr lang="en-US" dirty="0">
                <a:latin typeface="Consolas" panose="020B0609020204030204" pitchFamily="49" charset="0"/>
              </a:rPr>
              <a:t>) return 0;</a:t>
            </a:r>
          </a:p>
          <a:p>
            <a:r>
              <a:rPr lang="en-US" dirty="0">
                <a:latin typeface="Consolas" panose="020B0609020204030204" pitchFamily="49" charset="0"/>
              </a:rPr>
              <a:t>else if (</a:t>
            </a:r>
            <a:r>
              <a:rPr lang="en-US" i="1" dirty="0">
                <a:latin typeface="Consolas" panose="020B0609020204030204" pitchFamily="49" charset="0"/>
              </a:rPr>
              <a:t>inp1</a:t>
            </a:r>
            <a:r>
              <a:rPr lang="en-US" dirty="0">
                <a:latin typeface="Consolas" panose="020B0609020204030204" pitchFamily="49" charset="0"/>
              </a:rPr>
              <a:t> &gt; </a:t>
            </a:r>
            <a:r>
              <a:rPr lang="en-US" i="1" dirty="0">
                <a:latin typeface="Consolas" panose="020B0609020204030204" pitchFamily="49" charset="0"/>
              </a:rPr>
              <a:t>inp2</a:t>
            </a:r>
            <a:r>
              <a:rPr lang="en-US" dirty="0">
                <a:latin typeface="Consolas" panose="020B0609020204030204" pitchFamily="49" charset="0"/>
              </a:rPr>
              <a:t>) return 1;</a:t>
            </a:r>
          </a:p>
          <a:p>
            <a:r>
              <a:rPr lang="en-US" dirty="0">
                <a:latin typeface="Consolas" panose="020B0609020204030204" pitchFamily="49" charset="0"/>
              </a:rPr>
              <a:t>else return 2;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17FD8C52-0040-487E-B277-3495C1358088}"/>
              </a:ext>
            </a:extLst>
          </p:cNvPr>
          <p:cNvSpPr txBox="1"/>
          <p:nvPr/>
        </p:nvSpPr>
        <p:spPr>
          <a:xfrm>
            <a:off x="238414" y="1845638"/>
            <a:ext cx="4100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</a:t>
            </a:r>
            <a:r>
              <a:rPr lang="en-US" sz="2400" b="1" dirty="0" err="1"/>
              <a:t>func</a:t>
            </a:r>
            <a:r>
              <a:rPr lang="en-US" sz="2400" b="1" dirty="0"/>
              <a:t> unit: Compare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9881968-52D4-4185-A453-DFCF4299E3C0}"/>
              </a:ext>
            </a:extLst>
          </p:cNvPr>
          <p:cNvCxnSpPr/>
          <p:nvPr/>
        </p:nvCxnSpPr>
        <p:spPr>
          <a:xfrm>
            <a:off x="5038283" y="1651075"/>
            <a:ext cx="0" cy="4537778"/>
          </a:xfrm>
          <a:prstGeom prst="line">
            <a:avLst/>
          </a:prstGeom>
          <a:ln w="635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5" name="Table 79">
            <a:extLst>
              <a:ext uri="{FF2B5EF4-FFF2-40B4-BE49-F238E27FC236}">
                <a16:creationId xmlns:a16="http://schemas.microsoft.com/office/drawing/2014/main" id="{C62199B9-07AD-46AD-9C0C-6B004B7BBFED}"/>
              </a:ext>
            </a:extLst>
          </p:cNvPr>
          <p:cNvGraphicFramePr>
            <a:graphicFrameLocks noGrp="1"/>
          </p:cNvGraphicFramePr>
          <p:nvPr/>
        </p:nvGraphicFramePr>
        <p:xfrm>
          <a:off x="1816780" y="4255991"/>
          <a:ext cx="18576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963">
                  <a:extLst>
                    <a:ext uri="{9D8B030D-6E8A-4147-A177-3AD203B41FA5}">
                      <a16:colId xmlns:a16="http://schemas.microsoft.com/office/drawing/2014/main" val="2440963197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1802258452"/>
                    </a:ext>
                  </a:extLst>
                </a:gridCol>
              </a:tblGrid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Self Ctrl </a:t>
                      </a:r>
                      <a:r>
                        <a:rPr lang="en-US" err="1"/>
                        <a:t>i</a:t>
                      </a:r>
                      <a:r>
                        <a:rPr lang="en-US"/>
                        <a:t>/p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Signal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762940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620905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363127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974648"/>
                  </a:ext>
                </a:extLst>
              </a:tr>
            </a:tbl>
          </a:graphicData>
        </a:graphic>
      </p:graphicFrame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B9BC635-9340-4CCD-9E90-3957B9833F85}"/>
              </a:ext>
            </a:extLst>
          </p:cNvPr>
          <p:cNvCxnSpPr>
            <a:cxnSpLocks/>
          </p:cNvCxnSpPr>
          <p:nvPr/>
        </p:nvCxnSpPr>
        <p:spPr>
          <a:xfrm>
            <a:off x="8507208" y="3391928"/>
            <a:ext cx="0" cy="12053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74DFA6F-E4DC-4E26-8DBF-CFF55F9E6411}"/>
              </a:ext>
            </a:extLst>
          </p:cNvPr>
          <p:cNvCxnSpPr>
            <a:cxnSpLocks/>
          </p:cNvCxnSpPr>
          <p:nvPr/>
        </p:nvCxnSpPr>
        <p:spPr>
          <a:xfrm>
            <a:off x="7550836" y="3390032"/>
            <a:ext cx="0" cy="12072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3C643E6-6933-4B58-93B8-6BFF7F44E9B0}"/>
              </a:ext>
            </a:extLst>
          </p:cNvPr>
          <p:cNvSpPr/>
          <p:nvPr/>
        </p:nvSpPr>
        <p:spPr>
          <a:xfrm>
            <a:off x="7313015" y="4597271"/>
            <a:ext cx="1433236" cy="6330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Compare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406E934-771E-4F84-A59D-582E1D5B8C5A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8029633" y="5230315"/>
            <a:ext cx="0" cy="5885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D99D8B7-3390-4A47-8173-5ED46AD1CDB1}"/>
              </a:ext>
            </a:extLst>
          </p:cNvPr>
          <p:cNvCxnSpPr>
            <a:cxnSpLocks/>
          </p:cNvCxnSpPr>
          <p:nvPr/>
        </p:nvCxnSpPr>
        <p:spPr>
          <a:xfrm>
            <a:off x="7022024" y="4693187"/>
            <a:ext cx="29099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8BA89169-FA4A-4953-9DC0-39296F3E0511}"/>
              </a:ext>
            </a:extLst>
          </p:cNvPr>
          <p:cNvSpPr/>
          <p:nvPr/>
        </p:nvSpPr>
        <p:spPr>
          <a:xfrm>
            <a:off x="5830604" y="4523945"/>
            <a:ext cx="1226476" cy="63304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Register</a:t>
            </a:r>
          </a:p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File</a:t>
            </a: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C80E3CF4-206E-4B57-BED4-F3CD94ACBA01}"/>
              </a:ext>
            </a:extLst>
          </p:cNvPr>
          <p:cNvCxnSpPr>
            <a:cxnSpLocks/>
            <a:stCxn id="92" idx="0"/>
            <a:endCxn id="207" idx="2"/>
          </p:cNvCxnSpPr>
          <p:nvPr/>
        </p:nvCxnSpPr>
        <p:spPr>
          <a:xfrm rot="5400000" flipH="1" flipV="1">
            <a:off x="6077924" y="3361395"/>
            <a:ext cx="1528469" cy="796633"/>
          </a:xfrm>
          <a:prstGeom prst="bentConnector3">
            <a:avLst>
              <a:gd name="adj1" fmla="val 1156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8B81A29D-BADB-4C6D-9D35-60A30219DFBF}"/>
              </a:ext>
            </a:extLst>
          </p:cNvPr>
          <p:cNvCxnSpPr>
            <a:cxnSpLocks/>
            <a:stCxn id="92" idx="0"/>
            <a:endCxn id="200" idx="2"/>
          </p:cNvCxnSpPr>
          <p:nvPr/>
        </p:nvCxnSpPr>
        <p:spPr>
          <a:xfrm rot="5400000" flipH="1" flipV="1">
            <a:off x="6854554" y="2584764"/>
            <a:ext cx="1528469" cy="2349893"/>
          </a:xfrm>
          <a:prstGeom prst="bentConnector3">
            <a:avLst>
              <a:gd name="adj1" fmla="val 1156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C68F34CA-A368-41C1-BA0F-B9EB0FAD81A6}"/>
              </a:ext>
            </a:extLst>
          </p:cNvPr>
          <p:cNvCxnSpPr>
            <a:cxnSpLocks/>
            <a:stCxn id="89" idx="2"/>
            <a:endCxn id="92" idx="2"/>
          </p:cNvCxnSpPr>
          <p:nvPr/>
        </p:nvCxnSpPr>
        <p:spPr>
          <a:xfrm rot="5400000" flipH="1">
            <a:off x="7200075" y="4400757"/>
            <a:ext cx="73326" cy="1585790"/>
          </a:xfrm>
          <a:prstGeom prst="bentConnector3">
            <a:avLst>
              <a:gd name="adj1" fmla="val -3270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965D08F5-2520-406D-BD72-ADC3B9204A6F}"/>
              </a:ext>
            </a:extLst>
          </p:cNvPr>
          <p:cNvCxnSpPr>
            <a:cxnSpLocks/>
            <a:stCxn id="89" idx="2"/>
            <a:endCxn id="92" idx="2"/>
          </p:cNvCxnSpPr>
          <p:nvPr/>
        </p:nvCxnSpPr>
        <p:spPr>
          <a:xfrm rot="5400000" flipH="1">
            <a:off x="7200075" y="4400757"/>
            <a:ext cx="73326" cy="1585790"/>
          </a:xfrm>
          <a:prstGeom prst="bentConnector3">
            <a:avLst>
              <a:gd name="adj1" fmla="val -3270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EEDBE55-B93E-4267-8E10-1F925F9DCB6E}"/>
              </a:ext>
            </a:extLst>
          </p:cNvPr>
          <p:cNvGrpSpPr/>
          <p:nvPr/>
        </p:nvGrpSpPr>
        <p:grpSpPr>
          <a:xfrm>
            <a:off x="7350061" y="3656557"/>
            <a:ext cx="401552" cy="541065"/>
            <a:chOff x="5590365" y="2803326"/>
            <a:chExt cx="459915" cy="51581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C97A1AE8-8EC3-479E-89D0-429C239A6B24}"/>
                </a:ext>
              </a:extLst>
            </p:cNvPr>
            <p:cNvSpPr/>
            <p:nvPr/>
          </p:nvSpPr>
          <p:spPr>
            <a:xfrm>
              <a:off x="5590366" y="3061205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7DB2E670-DB76-4EA3-84C1-FA8087DBF8FF}"/>
                </a:ext>
              </a:extLst>
            </p:cNvPr>
            <p:cNvSpPr/>
            <p:nvPr/>
          </p:nvSpPr>
          <p:spPr>
            <a:xfrm>
              <a:off x="5590366" y="2931408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1177D409-BC41-47AF-B375-8D48CDA36CAA}"/>
                </a:ext>
              </a:extLst>
            </p:cNvPr>
            <p:cNvSpPr/>
            <p:nvPr/>
          </p:nvSpPr>
          <p:spPr>
            <a:xfrm>
              <a:off x="5590365" y="3189729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BB0A9346-5C70-4B74-95E3-6361B455D476}"/>
                </a:ext>
              </a:extLst>
            </p:cNvPr>
            <p:cNvSpPr/>
            <p:nvPr/>
          </p:nvSpPr>
          <p:spPr>
            <a:xfrm>
              <a:off x="5590365" y="2803326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A976093-3555-4CEC-A2FC-8AE6F68FDF5A}"/>
              </a:ext>
            </a:extLst>
          </p:cNvPr>
          <p:cNvGrpSpPr/>
          <p:nvPr/>
        </p:nvGrpSpPr>
        <p:grpSpPr>
          <a:xfrm>
            <a:off x="8306432" y="3661387"/>
            <a:ext cx="401552" cy="541065"/>
            <a:chOff x="5590365" y="2803326"/>
            <a:chExt cx="459915" cy="51581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61E3E905-AA6C-4E7C-9E85-A3602A91929D}"/>
                </a:ext>
              </a:extLst>
            </p:cNvPr>
            <p:cNvSpPr/>
            <p:nvPr/>
          </p:nvSpPr>
          <p:spPr>
            <a:xfrm>
              <a:off x="5590366" y="3061205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CF912E32-8037-41F5-9480-87535A81113E}"/>
                </a:ext>
              </a:extLst>
            </p:cNvPr>
            <p:cNvSpPr/>
            <p:nvPr/>
          </p:nvSpPr>
          <p:spPr>
            <a:xfrm>
              <a:off x="5590366" y="2931408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E4AD3E78-B244-4EFF-A803-9690D7C5E470}"/>
                </a:ext>
              </a:extLst>
            </p:cNvPr>
            <p:cNvSpPr/>
            <p:nvPr/>
          </p:nvSpPr>
          <p:spPr>
            <a:xfrm>
              <a:off x="5590365" y="3189729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D11AD223-1350-4D1A-9200-342902224A47}"/>
                </a:ext>
              </a:extLst>
            </p:cNvPr>
            <p:cNvSpPr/>
            <p:nvPr/>
          </p:nvSpPr>
          <p:spPr>
            <a:xfrm>
              <a:off x="5590365" y="2803326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11E3B7A-24CA-4117-BFE8-14B3F66A1C4A}"/>
              </a:ext>
            </a:extLst>
          </p:cNvPr>
          <p:cNvGrpSpPr/>
          <p:nvPr/>
        </p:nvGrpSpPr>
        <p:grpSpPr>
          <a:xfrm>
            <a:off x="6616826" y="2378085"/>
            <a:ext cx="1224533" cy="1013844"/>
            <a:chOff x="8511651" y="1724852"/>
            <a:chExt cx="1057289" cy="966533"/>
          </a:xfrm>
        </p:grpSpPr>
        <p:sp>
          <p:nvSpPr>
            <p:cNvPr id="207" name="Trapezoid 206">
              <a:extLst>
                <a:ext uri="{FF2B5EF4-FFF2-40B4-BE49-F238E27FC236}">
                  <a16:creationId xmlns:a16="http://schemas.microsoft.com/office/drawing/2014/main" id="{5D2AD743-C259-45D7-92D7-EA68EB708E42}"/>
                </a:ext>
              </a:extLst>
            </p:cNvPr>
            <p:cNvSpPr/>
            <p:nvPr/>
          </p:nvSpPr>
          <p:spPr>
            <a:xfrm rot="10800000">
              <a:off x="8531308" y="2313433"/>
              <a:ext cx="1037632" cy="377952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MUX</a:t>
              </a:r>
            </a:p>
          </p:txBody>
        </p: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81BEF439-5F3C-455B-B46B-A256E27F21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5980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6FABAA6A-27D1-49B1-8A62-700A51E8C0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4793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6B2E2964-A6C2-49BA-B6ED-178EAB608B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4715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FE291346-E78D-4C66-9090-39D66A35CF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7655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A1EEBAFB-CA3D-4267-8D2C-870A4767C9F5}"/>
                </a:ext>
              </a:extLst>
            </p:cNvPr>
            <p:cNvCxnSpPr>
              <a:cxnSpLocks/>
            </p:cNvCxnSpPr>
            <p:nvPr/>
          </p:nvCxnSpPr>
          <p:spPr>
            <a:xfrm>
              <a:off x="8593665" y="2084070"/>
              <a:ext cx="0" cy="2293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FA2F4450-67B8-45A8-A91F-5886B2377D3E}"/>
                </a:ext>
              </a:extLst>
            </p:cNvPr>
            <p:cNvSpPr/>
            <p:nvPr/>
          </p:nvSpPr>
          <p:spPr>
            <a:xfrm>
              <a:off x="8511651" y="1954657"/>
              <a:ext cx="148523" cy="1294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02D8A1F-315D-4FB7-9350-37CD1B67020E}"/>
              </a:ext>
            </a:extLst>
          </p:cNvPr>
          <p:cNvGrpSpPr/>
          <p:nvPr/>
        </p:nvGrpSpPr>
        <p:grpSpPr>
          <a:xfrm>
            <a:off x="8153137" y="2378085"/>
            <a:ext cx="1241483" cy="1013844"/>
            <a:chOff x="9838136" y="1724852"/>
            <a:chExt cx="1071924" cy="966533"/>
          </a:xfrm>
        </p:grpSpPr>
        <p:sp>
          <p:nvSpPr>
            <p:cNvPr id="200" name="Trapezoid 199">
              <a:extLst>
                <a:ext uri="{FF2B5EF4-FFF2-40B4-BE49-F238E27FC236}">
                  <a16:creationId xmlns:a16="http://schemas.microsoft.com/office/drawing/2014/main" id="{17610F12-6197-4C02-9CDC-935804A41829}"/>
                </a:ext>
              </a:extLst>
            </p:cNvPr>
            <p:cNvSpPr/>
            <p:nvPr/>
          </p:nvSpPr>
          <p:spPr>
            <a:xfrm rot="10800000">
              <a:off x="9872428" y="2313433"/>
              <a:ext cx="1037632" cy="377952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MUX</a:t>
              </a:r>
            </a:p>
          </p:txBody>
        </p: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754E44B9-5E6A-4FF1-BF63-41E4D77B62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416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8E487504-CB46-4D3E-A984-1FCA1C4CC7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75587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9E6666CF-B7E5-4C7C-AEAE-DC2C3E22EE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44688" y="1725835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4A1D8A12-31E2-4E7E-9554-F2A81137C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00523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A7282F11-41D4-43E7-9C07-554EC4575AC7}"/>
                </a:ext>
              </a:extLst>
            </p:cNvPr>
            <p:cNvCxnSpPr>
              <a:cxnSpLocks/>
            </p:cNvCxnSpPr>
            <p:nvPr/>
          </p:nvCxnSpPr>
          <p:spPr>
            <a:xfrm>
              <a:off x="9920150" y="2075880"/>
              <a:ext cx="0" cy="2293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B78F6483-F2C6-47A3-BEC9-65C108421432}"/>
                </a:ext>
              </a:extLst>
            </p:cNvPr>
            <p:cNvSpPr/>
            <p:nvPr/>
          </p:nvSpPr>
          <p:spPr>
            <a:xfrm>
              <a:off x="9838136" y="1946467"/>
              <a:ext cx="148523" cy="1294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6350234-149C-4193-A3CD-2335208273F0}"/>
              </a:ext>
            </a:extLst>
          </p:cNvPr>
          <p:cNvCxnSpPr>
            <a:cxnSpLocks/>
          </p:cNvCxnSpPr>
          <p:nvPr/>
        </p:nvCxnSpPr>
        <p:spPr>
          <a:xfrm>
            <a:off x="8507208" y="3387932"/>
            <a:ext cx="0" cy="1205342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4509BA35-EA61-4CF7-AD04-DC18C2320AD8}"/>
              </a:ext>
            </a:extLst>
          </p:cNvPr>
          <p:cNvCxnSpPr>
            <a:cxnSpLocks/>
          </p:cNvCxnSpPr>
          <p:nvPr/>
        </p:nvCxnSpPr>
        <p:spPr>
          <a:xfrm>
            <a:off x="7550836" y="3386035"/>
            <a:ext cx="0" cy="1207238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C319AB7D-35BA-4739-9FA9-399DED3AA2E8}"/>
              </a:ext>
            </a:extLst>
          </p:cNvPr>
          <p:cNvCxnSpPr>
            <a:stCxn id="220" idx="3"/>
            <a:endCxn id="207" idx="1"/>
          </p:cNvCxnSpPr>
          <p:nvPr/>
        </p:nvCxnSpPr>
        <p:spPr>
          <a:xfrm flipV="1">
            <a:off x="7751612" y="3193702"/>
            <a:ext cx="35029" cy="801231"/>
          </a:xfrm>
          <a:prstGeom prst="bentConnector3">
            <a:avLst>
              <a:gd name="adj1" fmla="val 1012032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02719F62-7A83-4AE7-8379-B732246C5744}"/>
              </a:ext>
            </a:extLst>
          </p:cNvPr>
          <p:cNvCxnSpPr>
            <a:cxnSpLocks/>
            <a:stCxn id="214" idx="3"/>
            <a:endCxn id="200" idx="1"/>
          </p:cNvCxnSpPr>
          <p:nvPr/>
        </p:nvCxnSpPr>
        <p:spPr>
          <a:xfrm flipV="1">
            <a:off x="8707984" y="3193702"/>
            <a:ext cx="631918" cy="806061"/>
          </a:xfrm>
          <a:prstGeom prst="bentConnector3">
            <a:avLst>
              <a:gd name="adj1" fmla="val 150557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86B4B90-B011-45FA-9D4D-7EB21AC0E221}"/>
              </a:ext>
            </a:extLst>
          </p:cNvPr>
          <p:cNvSpPr/>
          <p:nvPr/>
        </p:nvSpPr>
        <p:spPr>
          <a:xfrm>
            <a:off x="9656337" y="4597270"/>
            <a:ext cx="1226476" cy="63304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CLT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A8F8637-5B9A-4827-A646-E401D47CF438}"/>
              </a:ext>
            </a:extLst>
          </p:cNvPr>
          <p:cNvGrpSpPr/>
          <p:nvPr/>
        </p:nvGrpSpPr>
        <p:grpSpPr>
          <a:xfrm>
            <a:off x="10068798" y="3669479"/>
            <a:ext cx="401552" cy="541065"/>
            <a:chOff x="5590365" y="2803326"/>
            <a:chExt cx="459915" cy="51581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B5E0ADE5-70C8-4073-B804-6319F87CA38C}"/>
                </a:ext>
              </a:extLst>
            </p:cNvPr>
            <p:cNvSpPr/>
            <p:nvPr/>
          </p:nvSpPr>
          <p:spPr>
            <a:xfrm>
              <a:off x="5590366" y="3061205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BB9B8AD-BBEC-48CD-9E14-ED9417C77111}"/>
                </a:ext>
              </a:extLst>
            </p:cNvPr>
            <p:cNvSpPr/>
            <p:nvPr/>
          </p:nvSpPr>
          <p:spPr>
            <a:xfrm>
              <a:off x="5590366" y="2931408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5A5BA1B4-41E9-4B9C-BF30-527DDFC4C66C}"/>
                </a:ext>
              </a:extLst>
            </p:cNvPr>
            <p:cNvSpPr/>
            <p:nvPr/>
          </p:nvSpPr>
          <p:spPr>
            <a:xfrm>
              <a:off x="5590365" y="3189729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92258490-E947-4547-B6A1-60FBD2FE11E8}"/>
                </a:ext>
              </a:extLst>
            </p:cNvPr>
            <p:cNvSpPr/>
            <p:nvPr/>
          </p:nvSpPr>
          <p:spPr>
            <a:xfrm>
              <a:off x="5590365" y="2803326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4B8BEF1D-9CB8-48EF-A282-4B5C87C0D1D4}"/>
              </a:ext>
            </a:extLst>
          </p:cNvPr>
          <p:cNvCxnSpPr>
            <a:cxnSpLocks/>
            <a:stCxn id="105" idx="2"/>
          </p:cNvCxnSpPr>
          <p:nvPr/>
        </p:nvCxnSpPr>
        <p:spPr>
          <a:xfrm rot="5400000" flipH="1">
            <a:off x="8456488" y="3417227"/>
            <a:ext cx="1113901" cy="2512274"/>
          </a:xfrm>
          <a:prstGeom prst="bentConnector4">
            <a:avLst>
              <a:gd name="adj1" fmla="val -21527"/>
              <a:gd name="adj2" fmla="val 62205"/>
            </a:avLst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72C0E59B-798D-4139-BA31-40D04BE9B9EF}"/>
              </a:ext>
            </a:extLst>
          </p:cNvPr>
          <p:cNvCxnSpPr>
            <a:cxnSpLocks/>
            <a:stCxn id="105" idx="2"/>
            <a:endCxn id="216" idx="3"/>
          </p:cNvCxnSpPr>
          <p:nvPr/>
        </p:nvCxnSpPr>
        <p:spPr>
          <a:xfrm rot="5400000" flipH="1">
            <a:off x="8940911" y="3901651"/>
            <a:ext cx="1095735" cy="1561592"/>
          </a:xfrm>
          <a:prstGeom prst="bentConnector4">
            <a:avLst>
              <a:gd name="adj1" fmla="val -21884"/>
              <a:gd name="adj2" fmla="val 6963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C55FE42-A433-4A9B-95DF-4183845E2AE1}"/>
              </a:ext>
            </a:extLst>
          </p:cNvPr>
          <p:cNvCxnSpPr>
            <a:stCxn id="89" idx="3"/>
            <a:endCxn id="105" idx="1"/>
          </p:cNvCxnSpPr>
          <p:nvPr/>
        </p:nvCxnSpPr>
        <p:spPr>
          <a:xfrm flipV="1">
            <a:off x="8746251" y="4913792"/>
            <a:ext cx="910086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753DC90-FB15-4879-B948-4ADA2FCB7845}"/>
              </a:ext>
            </a:extLst>
          </p:cNvPr>
          <p:cNvGrpSpPr/>
          <p:nvPr/>
        </p:nvGrpSpPr>
        <p:grpSpPr>
          <a:xfrm>
            <a:off x="9629914" y="2378085"/>
            <a:ext cx="1241483" cy="1013844"/>
            <a:chOff x="9838136" y="1724852"/>
            <a:chExt cx="1071924" cy="966533"/>
          </a:xfrm>
        </p:grpSpPr>
        <p:sp>
          <p:nvSpPr>
            <p:cNvPr id="189" name="Trapezoid 188">
              <a:extLst>
                <a:ext uri="{FF2B5EF4-FFF2-40B4-BE49-F238E27FC236}">
                  <a16:creationId xmlns:a16="http://schemas.microsoft.com/office/drawing/2014/main" id="{3E943DB2-4072-4FAE-936D-568C18C0A789}"/>
                </a:ext>
              </a:extLst>
            </p:cNvPr>
            <p:cNvSpPr/>
            <p:nvPr/>
          </p:nvSpPr>
          <p:spPr>
            <a:xfrm rot="10800000">
              <a:off x="9872428" y="2313433"/>
              <a:ext cx="1037632" cy="377952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MUX</a:t>
              </a:r>
            </a:p>
          </p:txBody>
        </p: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9255A604-6BEB-4F91-BF49-B828A38124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416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9C3787BE-C2F9-49A6-ABEC-0C968400BA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75587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A0A50528-094A-43FB-94B4-EB71977EA9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44688" y="1725835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B80B9F15-4D56-4AC2-A278-38E1518145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00523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D47ECB8B-06DD-4DAD-833C-102AB6432357}"/>
                </a:ext>
              </a:extLst>
            </p:cNvPr>
            <p:cNvCxnSpPr>
              <a:cxnSpLocks/>
            </p:cNvCxnSpPr>
            <p:nvPr/>
          </p:nvCxnSpPr>
          <p:spPr>
            <a:xfrm>
              <a:off x="9920150" y="2075880"/>
              <a:ext cx="0" cy="2293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6DD603FC-1962-4701-8A14-BEDE6128F140}"/>
                </a:ext>
              </a:extLst>
            </p:cNvPr>
            <p:cNvSpPr/>
            <p:nvPr/>
          </p:nvSpPr>
          <p:spPr>
            <a:xfrm>
              <a:off x="9838136" y="1946467"/>
              <a:ext cx="148523" cy="1294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B5026C9F-E8C9-4726-AEBF-1429915F49D6}"/>
              </a:ext>
            </a:extLst>
          </p:cNvPr>
          <p:cNvCxnSpPr>
            <a:cxnSpLocks/>
          </p:cNvCxnSpPr>
          <p:nvPr/>
        </p:nvCxnSpPr>
        <p:spPr>
          <a:xfrm rot="5400000">
            <a:off x="9139585" y="4110600"/>
            <a:ext cx="1" cy="2239943"/>
          </a:xfrm>
          <a:prstGeom prst="bentConnector3">
            <a:avLst>
              <a:gd name="adj1" fmla="val 2286010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00A736F8-9CDC-4A01-B422-3D6A19D4810A}"/>
              </a:ext>
            </a:extLst>
          </p:cNvPr>
          <p:cNvCxnSpPr>
            <a:cxnSpLocks/>
            <a:stCxn id="105" idx="2"/>
            <a:endCxn id="92" idx="2"/>
          </p:cNvCxnSpPr>
          <p:nvPr/>
        </p:nvCxnSpPr>
        <p:spPr>
          <a:xfrm rot="5400000" flipH="1">
            <a:off x="8320046" y="3280785"/>
            <a:ext cx="73325" cy="3825733"/>
          </a:xfrm>
          <a:prstGeom prst="bentConnector3">
            <a:avLst>
              <a:gd name="adj1" fmla="val -32702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11A3B9D-BBF9-4D9E-BF8F-2D32D56FE752}"/>
              </a:ext>
            </a:extLst>
          </p:cNvPr>
          <p:cNvCxnSpPr>
            <a:cxnSpLocks/>
          </p:cNvCxnSpPr>
          <p:nvPr/>
        </p:nvCxnSpPr>
        <p:spPr>
          <a:xfrm>
            <a:off x="10269573" y="3393925"/>
            <a:ext cx="0" cy="12013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DDB08ABE-37E6-4A23-AE3A-53E507BF1435}"/>
              </a:ext>
            </a:extLst>
          </p:cNvPr>
          <p:cNvSpPr txBox="1"/>
          <p:nvPr/>
        </p:nvSpPr>
        <p:spPr>
          <a:xfrm>
            <a:off x="6390550" y="1671623"/>
            <a:ext cx="4622410" cy="548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CGRA Processing Element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B26956C-A04E-4913-AB2B-AD72BD0AA72A}"/>
              </a:ext>
            </a:extLst>
          </p:cNvPr>
          <p:cNvSpPr txBox="1"/>
          <p:nvPr/>
        </p:nvSpPr>
        <p:spPr>
          <a:xfrm>
            <a:off x="7542948" y="4121398"/>
            <a:ext cx="835993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reuse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7CECD39-2525-4EB5-85BE-6CBC7C1EF506}"/>
              </a:ext>
            </a:extLst>
          </p:cNvPr>
          <p:cNvSpPr txBox="1"/>
          <p:nvPr/>
        </p:nvSpPr>
        <p:spPr>
          <a:xfrm>
            <a:off x="6424162" y="5453611"/>
            <a:ext cx="835993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reset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70635C5C-CA15-4C07-A21C-A9B602B79FB7}"/>
              </a:ext>
            </a:extLst>
          </p:cNvPr>
          <p:cNvSpPr txBox="1"/>
          <p:nvPr/>
        </p:nvSpPr>
        <p:spPr>
          <a:xfrm>
            <a:off x="9112574" y="4073286"/>
            <a:ext cx="835993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reuse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A9F9FF42-1141-4F30-9E4E-AAE2A5772003}"/>
              </a:ext>
            </a:extLst>
          </p:cNvPr>
          <p:cNvSpPr txBox="1"/>
          <p:nvPr/>
        </p:nvSpPr>
        <p:spPr>
          <a:xfrm>
            <a:off x="7056268" y="5149578"/>
            <a:ext cx="1046184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discard</a:t>
            </a: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776CA05D-27EE-4768-AB73-035ADAE7DE22}"/>
              </a:ext>
            </a:extLst>
          </p:cNvPr>
          <p:cNvGrpSpPr/>
          <p:nvPr/>
        </p:nvGrpSpPr>
        <p:grpSpPr>
          <a:xfrm>
            <a:off x="7342647" y="3547906"/>
            <a:ext cx="1498799" cy="823344"/>
            <a:chOff x="7925419" y="3266683"/>
            <a:chExt cx="1498799" cy="823344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88E654D9-8FBA-4E47-9CCE-622A840E0DB0}"/>
                </a:ext>
              </a:extLst>
            </p:cNvPr>
            <p:cNvSpPr txBox="1"/>
            <p:nvPr/>
          </p:nvSpPr>
          <p:spPr>
            <a:xfrm>
              <a:off x="7925419" y="3676127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INF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39500E1C-BA60-4662-8F30-6F0F67018429}"/>
                </a:ext>
              </a:extLst>
            </p:cNvPr>
            <p:cNvSpPr txBox="1"/>
            <p:nvPr/>
          </p:nvSpPr>
          <p:spPr>
            <a:xfrm>
              <a:off x="8877695" y="3720695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13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807F0767-7485-40AF-A96A-C02E4D2A907D}"/>
                </a:ext>
              </a:extLst>
            </p:cNvPr>
            <p:cNvSpPr txBox="1"/>
            <p:nvPr/>
          </p:nvSpPr>
          <p:spPr>
            <a:xfrm>
              <a:off x="8881442" y="3505658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14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73FD669F-65B1-4A6C-90C5-6BD6FA331A51}"/>
                </a:ext>
              </a:extLst>
            </p:cNvPr>
            <p:cNvSpPr txBox="1"/>
            <p:nvPr/>
          </p:nvSpPr>
          <p:spPr>
            <a:xfrm>
              <a:off x="8851919" y="3266683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INF</a:t>
              </a:r>
            </a:p>
          </p:txBody>
        </p:sp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608B3196-F9F3-4C61-99DD-0D0698089FC5}"/>
              </a:ext>
            </a:extLst>
          </p:cNvPr>
          <p:cNvSpPr txBox="1"/>
          <p:nvPr/>
        </p:nvSpPr>
        <p:spPr>
          <a:xfrm>
            <a:off x="6484421" y="4144674"/>
            <a:ext cx="95495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NO-POP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27603E42-4E8D-4379-A2A0-07AB267C4A85}"/>
              </a:ext>
            </a:extLst>
          </p:cNvPr>
          <p:cNvSpPr txBox="1"/>
          <p:nvPr/>
        </p:nvSpPr>
        <p:spPr>
          <a:xfrm>
            <a:off x="8751243" y="4198308"/>
            <a:ext cx="96103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POP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3DEA12B0-47B6-4C6C-ADED-708AE2E3765C}"/>
              </a:ext>
            </a:extLst>
          </p:cNvPr>
          <p:cNvSpPr txBox="1"/>
          <p:nvPr/>
        </p:nvSpPr>
        <p:spPr>
          <a:xfrm>
            <a:off x="9321356" y="4524015"/>
            <a:ext cx="54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56795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08CF-6CDB-46D1-8F2D-8F50CACD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255829" cy="1325563"/>
          </a:xfrm>
        </p:spPr>
        <p:txBody>
          <a:bodyPr/>
          <a:lstStyle/>
          <a:p>
            <a:pPr algn="ctr"/>
            <a:r>
              <a:rPr lang="en-US" dirty="0"/>
              <a:t>Feature 3: Data-dependent control in a 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4373AE-D107-4527-9927-06B8E2C0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13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B8E5B-33DF-4631-9A7F-C5F58584A6FC}"/>
              </a:ext>
            </a:extLst>
          </p:cNvPr>
          <p:cNvSpPr txBox="1"/>
          <p:nvPr/>
        </p:nvSpPr>
        <p:spPr>
          <a:xfrm>
            <a:off x="189022" y="4481989"/>
            <a:ext cx="162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LUT config: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65BEED04-69D8-4F32-84D0-D7ABB6992BA0}"/>
              </a:ext>
            </a:extLst>
          </p:cNvPr>
          <p:cNvSpPr txBox="1"/>
          <p:nvPr/>
        </p:nvSpPr>
        <p:spPr>
          <a:xfrm>
            <a:off x="238415" y="2254924"/>
            <a:ext cx="472114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if(</a:t>
            </a:r>
            <a:r>
              <a:rPr lang="en-US" i="1" dirty="0">
                <a:latin typeface="Consolas" panose="020B0609020204030204" pitchFamily="49" charset="0"/>
              </a:rPr>
              <a:t>inp1</a:t>
            </a:r>
            <a:r>
              <a:rPr lang="en-US" dirty="0">
                <a:latin typeface="Consolas" panose="020B0609020204030204" pitchFamily="49" charset="0"/>
              </a:rPr>
              <a:t>==INF &amp;&amp; </a:t>
            </a:r>
            <a:r>
              <a:rPr lang="en-US" i="1" dirty="0">
                <a:latin typeface="Consolas" panose="020B0609020204030204" pitchFamily="49" charset="0"/>
              </a:rPr>
              <a:t>inp2</a:t>
            </a:r>
            <a:r>
              <a:rPr lang="en-US" dirty="0">
                <a:latin typeface="Consolas" panose="020B0609020204030204" pitchFamily="49" charset="0"/>
              </a:rPr>
              <a:t>==INF) return 3;</a:t>
            </a:r>
          </a:p>
          <a:p>
            <a:r>
              <a:rPr lang="en-US" dirty="0">
                <a:latin typeface="Consolas" panose="020B0609020204030204" pitchFamily="49" charset="0"/>
              </a:rPr>
              <a:t>if (</a:t>
            </a:r>
            <a:r>
              <a:rPr lang="en-US" i="1" dirty="0">
                <a:latin typeface="Consolas" panose="020B0609020204030204" pitchFamily="49" charset="0"/>
              </a:rPr>
              <a:t>inp1</a:t>
            </a:r>
            <a:r>
              <a:rPr lang="en-US" dirty="0">
                <a:latin typeface="Consolas" panose="020B0609020204030204" pitchFamily="49" charset="0"/>
              </a:rPr>
              <a:t> == </a:t>
            </a:r>
            <a:r>
              <a:rPr lang="en-US" i="1" dirty="0">
                <a:latin typeface="Consolas" panose="020B0609020204030204" pitchFamily="49" charset="0"/>
              </a:rPr>
              <a:t>inp2</a:t>
            </a:r>
            <a:r>
              <a:rPr lang="en-US" dirty="0">
                <a:latin typeface="Consolas" panose="020B0609020204030204" pitchFamily="49" charset="0"/>
              </a:rPr>
              <a:t>) return 0;</a:t>
            </a:r>
          </a:p>
          <a:p>
            <a:r>
              <a:rPr lang="en-US" dirty="0">
                <a:latin typeface="Consolas" panose="020B0609020204030204" pitchFamily="49" charset="0"/>
              </a:rPr>
              <a:t>else if (</a:t>
            </a:r>
            <a:r>
              <a:rPr lang="en-US" i="1" dirty="0">
                <a:latin typeface="Consolas" panose="020B0609020204030204" pitchFamily="49" charset="0"/>
              </a:rPr>
              <a:t>inp1</a:t>
            </a:r>
            <a:r>
              <a:rPr lang="en-US" dirty="0">
                <a:latin typeface="Consolas" panose="020B0609020204030204" pitchFamily="49" charset="0"/>
              </a:rPr>
              <a:t> &gt; </a:t>
            </a:r>
            <a:r>
              <a:rPr lang="en-US" i="1" dirty="0">
                <a:latin typeface="Consolas" panose="020B0609020204030204" pitchFamily="49" charset="0"/>
              </a:rPr>
              <a:t>inp2</a:t>
            </a:r>
            <a:r>
              <a:rPr lang="en-US" dirty="0">
                <a:latin typeface="Consolas" panose="020B0609020204030204" pitchFamily="49" charset="0"/>
              </a:rPr>
              <a:t>) return 1;</a:t>
            </a:r>
          </a:p>
          <a:p>
            <a:r>
              <a:rPr lang="en-US" dirty="0">
                <a:latin typeface="Consolas" panose="020B0609020204030204" pitchFamily="49" charset="0"/>
              </a:rPr>
              <a:t>else return 2;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17FD8C52-0040-487E-B277-3495C1358088}"/>
              </a:ext>
            </a:extLst>
          </p:cNvPr>
          <p:cNvSpPr txBox="1"/>
          <p:nvPr/>
        </p:nvSpPr>
        <p:spPr>
          <a:xfrm>
            <a:off x="238414" y="1845638"/>
            <a:ext cx="4100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</a:t>
            </a:r>
            <a:r>
              <a:rPr lang="en-US" sz="2400" b="1" dirty="0" err="1"/>
              <a:t>func</a:t>
            </a:r>
            <a:r>
              <a:rPr lang="en-US" sz="2400" b="1" dirty="0"/>
              <a:t> unit: Compare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9881968-52D4-4185-A453-DFCF4299E3C0}"/>
              </a:ext>
            </a:extLst>
          </p:cNvPr>
          <p:cNvCxnSpPr/>
          <p:nvPr/>
        </p:nvCxnSpPr>
        <p:spPr>
          <a:xfrm>
            <a:off x="5038283" y="1651075"/>
            <a:ext cx="0" cy="4537778"/>
          </a:xfrm>
          <a:prstGeom prst="line">
            <a:avLst/>
          </a:prstGeom>
          <a:ln w="635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5" name="Table 79">
            <a:extLst>
              <a:ext uri="{FF2B5EF4-FFF2-40B4-BE49-F238E27FC236}">
                <a16:creationId xmlns:a16="http://schemas.microsoft.com/office/drawing/2014/main" id="{D0D16E83-65A0-43CD-810F-8E387639ECF7}"/>
              </a:ext>
            </a:extLst>
          </p:cNvPr>
          <p:cNvGraphicFramePr>
            <a:graphicFrameLocks noGrp="1"/>
          </p:cNvGraphicFramePr>
          <p:nvPr/>
        </p:nvGraphicFramePr>
        <p:xfrm>
          <a:off x="1816780" y="4255991"/>
          <a:ext cx="18576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963">
                  <a:extLst>
                    <a:ext uri="{9D8B030D-6E8A-4147-A177-3AD203B41FA5}">
                      <a16:colId xmlns:a16="http://schemas.microsoft.com/office/drawing/2014/main" val="2440963197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1802258452"/>
                    </a:ext>
                  </a:extLst>
                </a:gridCol>
              </a:tblGrid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Self Ctrl </a:t>
                      </a:r>
                      <a:r>
                        <a:rPr lang="en-US" err="1"/>
                        <a:t>i</a:t>
                      </a:r>
                      <a:r>
                        <a:rPr lang="en-US"/>
                        <a:t>/p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Signal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762940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620905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363127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974648"/>
                  </a:ext>
                </a:extLst>
              </a:tr>
            </a:tbl>
          </a:graphicData>
        </a:graphic>
      </p:graphicFrame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A551E9B-6121-49C6-B69D-51371B59C95F}"/>
              </a:ext>
            </a:extLst>
          </p:cNvPr>
          <p:cNvCxnSpPr>
            <a:cxnSpLocks/>
          </p:cNvCxnSpPr>
          <p:nvPr/>
        </p:nvCxnSpPr>
        <p:spPr>
          <a:xfrm>
            <a:off x="8554672" y="3399118"/>
            <a:ext cx="0" cy="12053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EF1EE7C-8AD9-4973-ABA6-D0B181EA6E29}"/>
              </a:ext>
            </a:extLst>
          </p:cNvPr>
          <p:cNvCxnSpPr>
            <a:cxnSpLocks/>
          </p:cNvCxnSpPr>
          <p:nvPr/>
        </p:nvCxnSpPr>
        <p:spPr>
          <a:xfrm>
            <a:off x="7598300" y="3397222"/>
            <a:ext cx="0" cy="12072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6F34773F-155A-48F5-AACB-11262528324D}"/>
              </a:ext>
            </a:extLst>
          </p:cNvPr>
          <p:cNvSpPr/>
          <p:nvPr/>
        </p:nvSpPr>
        <p:spPr>
          <a:xfrm>
            <a:off x="7360479" y="4604461"/>
            <a:ext cx="1433236" cy="6330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Compare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117AE9A-72BE-4703-AB24-1D8EC0CA3D7A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8077097" y="5237505"/>
            <a:ext cx="0" cy="5885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F9C17AA-A615-47A7-91F6-77FC97E2D9FD}"/>
              </a:ext>
            </a:extLst>
          </p:cNvPr>
          <p:cNvCxnSpPr>
            <a:cxnSpLocks/>
          </p:cNvCxnSpPr>
          <p:nvPr/>
        </p:nvCxnSpPr>
        <p:spPr>
          <a:xfrm>
            <a:off x="7069488" y="4700377"/>
            <a:ext cx="29099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10A7161F-1C74-43EF-8A23-A56474F776EF}"/>
              </a:ext>
            </a:extLst>
          </p:cNvPr>
          <p:cNvSpPr/>
          <p:nvPr/>
        </p:nvSpPr>
        <p:spPr>
          <a:xfrm>
            <a:off x="5878068" y="4531135"/>
            <a:ext cx="1226476" cy="63304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Register</a:t>
            </a:r>
          </a:p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File</a:t>
            </a: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B3467EB8-0805-4EB2-986B-C2AF6E919E17}"/>
              </a:ext>
            </a:extLst>
          </p:cNvPr>
          <p:cNvCxnSpPr>
            <a:cxnSpLocks/>
            <a:stCxn id="92" idx="0"/>
            <a:endCxn id="206" idx="2"/>
          </p:cNvCxnSpPr>
          <p:nvPr/>
        </p:nvCxnSpPr>
        <p:spPr>
          <a:xfrm rot="5400000" flipH="1" flipV="1">
            <a:off x="6125388" y="3368585"/>
            <a:ext cx="1528469" cy="796633"/>
          </a:xfrm>
          <a:prstGeom prst="bentConnector3">
            <a:avLst>
              <a:gd name="adj1" fmla="val 1156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A4620F42-414B-4A9B-89E7-1D26662320A5}"/>
              </a:ext>
            </a:extLst>
          </p:cNvPr>
          <p:cNvCxnSpPr>
            <a:cxnSpLocks/>
            <a:stCxn id="92" idx="0"/>
            <a:endCxn id="199" idx="2"/>
          </p:cNvCxnSpPr>
          <p:nvPr/>
        </p:nvCxnSpPr>
        <p:spPr>
          <a:xfrm rot="5400000" flipH="1" flipV="1">
            <a:off x="6902018" y="2591954"/>
            <a:ext cx="1528469" cy="2349893"/>
          </a:xfrm>
          <a:prstGeom prst="bentConnector3">
            <a:avLst>
              <a:gd name="adj1" fmla="val 1156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1CAD56EA-2CEA-494B-8DAD-418AA82367E4}"/>
              </a:ext>
            </a:extLst>
          </p:cNvPr>
          <p:cNvCxnSpPr>
            <a:cxnSpLocks/>
            <a:stCxn id="89" idx="2"/>
            <a:endCxn id="92" idx="2"/>
          </p:cNvCxnSpPr>
          <p:nvPr/>
        </p:nvCxnSpPr>
        <p:spPr>
          <a:xfrm rot="5400000" flipH="1">
            <a:off x="7247539" y="4407947"/>
            <a:ext cx="73326" cy="1585790"/>
          </a:xfrm>
          <a:prstGeom prst="bentConnector3">
            <a:avLst>
              <a:gd name="adj1" fmla="val -3270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FEA3864E-7278-458F-B1A6-7178E73F58B7}"/>
              </a:ext>
            </a:extLst>
          </p:cNvPr>
          <p:cNvCxnSpPr>
            <a:cxnSpLocks/>
            <a:stCxn id="89" idx="2"/>
            <a:endCxn id="92" idx="2"/>
          </p:cNvCxnSpPr>
          <p:nvPr/>
        </p:nvCxnSpPr>
        <p:spPr>
          <a:xfrm rot="5400000" flipH="1">
            <a:off x="7247539" y="4407947"/>
            <a:ext cx="73326" cy="1585790"/>
          </a:xfrm>
          <a:prstGeom prst="bentConnector3">
            <a:avLst>
              <a:gd name="adj1" fmla="val -3270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05E6B37-F3A0-4E8A-9DB5-5F1258D8543B}"/>
              </a:ext>
            </a:extLst>
          </p:cNvPr>
          <p:cNvGrpSpPr/>
          <p:nvPr/>
        </p:nvGrpSpPr>
        <p:grpSpPr>
          <a:xfrm>
            <a:off x="7397525" y="3663747"/>
            <a:ext cx="401552" cy="541065"/>
            <a:chOff x="5590365" y="2803326"/>
            <a:chExt cx="459915" cy="51581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8D2BCAAE-8FF1-4D20-B702-D59E0DF090A5}"/>
                </a:ext>
              </a:extLst>
            </p:cNvPr>
            <p:cNvSpPr/>
            <p:nvPr/>
          </p:nvSpPr>
          <p:spPr>
            <a:xfrm>
              <a:off x="5590366" y="3061205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93DE798B-05B8-4774-B2FF-8F39D5DDEAC5}"/>
                </a:ext>
              </a:extLst>
            </p:cNvPr>
            <p:cNvSpPr/>
            <p:nvPr/>
          </p:nvSpPr>
          <p:spPr>
            <a:xfrm>
              <a:off x="5590366" y="2931408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2B9905DC-03E6-4A71-9D9A-3CABCB98F802}"/>
                </a:ext>
              </a:extLst>
            </p:cNvPr>
            <p:cNvSpPr/>
            <p:nvPr/>
          </p:nvSpPr>
          <p:spPr>
            <a:xfrm>
              <a:off x="5590365" y="3189729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FD1DDB8F-E6D8-4224-B300-79AFA7F08A4D}"/>
                </a:ext>
              </a:extLst>
            </p:cNvPr>
            <p:cNvSpPr/>
            <p:nvPr/>
          </p:nvSpPr>
          <p:spPr>
            <a:xfrm>
              <a:off x="5590365" y="2803326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D050853-1F09-4F46-89FB-D2AEC3AD06F7}"/>
              </a:ext>
            </a:extLst>
          </p:cNvPr>
          <p:cNvGrpSpPr/>
          <p:nvPr/>
        </p:nvGrpSpPr>
        <p:grpSpPr>
          <a:xfrm>
            <a:off x="8353896" y="3668577"/>
            <a:ext cx="401552" cy="541065"/>
            <a:chOff x="5590365" y="2803326"/>
            <a:chExt cx="459915" cy="51581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C86B4FAF-4E0C-4179-95D3-32E91D86CA3F}"/>
                </a:ext>
              </a:extLst>
            </p:cNvPr>
            <p:cNvSpPr/>
            <p:nvPr/>
          </p:nvSpPr>
          <p:spPr>
            <a:xfrm>
              <a:off x="5590366" y="3061205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BFD078A9-00BF-4119-8091-6BE3E008EA26}"/>
                </a:ext>
              </a:extLst>
            </p:cNvPr>
            <p:cNvSpPr/>
            <p:nvPr/>
          </p:nvSpPr>
          <p:spPr>
            <a:xfrm>
              <a:off x="5590366" y="2931408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8A7EDA63-8170-4CC1-AC39-59B1E480F2D8}"/>
                </a:ext>
              </a:extLst>
            </p:cNvPr>
            <p:cNvSpPr/>
            <p:nvPr/>
          </p:nvSpPr>
          <p:spPr>
            <a:xfrm>
              <a:off x="5590365" y="3189729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62B6F728-4C9B-43DA-91EC-A602AB42833F}"/>
                </a:ext>
              </a:extLst>
            </p:cNvPr>
            <p:cNvSpPr/>
            <p:nvPr/>
          </p:nvSpPr>
          <p:spPr>
            <a:xfrm>
              <a:off x="5590365" y="2803326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6912176-367A-4D25-AEF6-52B535FCFC4B}"/>
              </a:ext>
            </a:extLst>
          </p:cNvPr>
          <p:cNvGrpSpPr/>
          <p:nvPr/>
        </p:nvGrpSpPr>
        <p:grpSpPr>
          <a:xfrm>
            <a:off x="6664290" y="2385275"/>
            <a:ext cx="1224533" cy="1013844"/>
            <a:chOff x="8511651" y="1724852"/>
            <a:chExt cx="1057289" cy="966533"/>
          </a:xfrm>
        </p:grpSpPr>
        <p:sp>
          <p:nvSpPr>
            <p:cNvPr id="206" name="Trapezoid 205">
              <a:extLst>
                <a:ext uri="{FF2B5EF4-FFF2-40B4-BE49-F238E27FC236}">
                  <a16:creationId xmlns:a16="http://schemas.microsoft.com/office/drawing/2014/main" id="{C9653722-EE92-49A5-B8A8-F6C61EC14F81}"/>
                </a:ext>
              </a:extLst>
            </p:cNvPr>
            <p:cNvSpPr/>
            <p:nvPr/>
          </p:nvSpPr>
          <p:spPr>
            <a:xfrm rot="10800000">
              <a:off x="8531308" y="2313433"/>
              <a:ext cx="1037632" cy="377952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MUX</a:t>
              </a:r>
            </a:p>
          </p:txBody>
        </p: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830468F5-62A1-4C94-AD14-0298A1DCD9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5980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F7DB4B24-2480-4BAB-9496-D5269C4A11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4793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4C9A6885-1078-4A35-B843-69554442DD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4715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C13391D5-5185-472A-BF56-FC7899EFA7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7655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3CF0BFD1-FB80-4DFF-8871-7D9F10BB7816}"/>
                </a:ext>
              </a:extLst>
            </p:cNvPr>
            <p:cNvCxnSpPr>
              <a:cxnSpLocks/>
            </p:cNvCxnSpPr>
            <p:nvPr/>
          </p:nvCxnSpPr>
          <p:spPr>
            <a:xfrm>
              <a:off x="8593665" y="2084070"/>
              <a:ext cx="0" cy="2293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88893204-220F-4485-B930-C714B423EA3A}"/>
                </a:ext>
              </a:extLst>
            </p:cNvPr>
            <p:cNvSpPr/>
            <p:nvPr/>
          </p:nvSpPr>
          <p:spPr>
            <a:xfrm>
              <a:off x="8511651" y="1954657"/>
              <a:ext cx="148523" cy="1294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5B94CD3-7E80-466F-9ABC-B23541A3E2F3}"/>
              </a:ext>
            </a:extLst>
          </p:cNvPr>
          <p:cNvGrpSpPr/>
          <p:nvPr/>
        </p:nvGrpSpPr>
        <p:grpSpPr>
          <a:xfrm>
            <a:off x="8200601" y="2385275"/>
            <a:ext cx="1241483" cy="1013844"/>
            <a:chOff x="9838136" y="1724852"/>
            <a:chExt cx="1071924" cy="966533"/>
          </a:xfrm>
        </p:grpSpPr>
        <p:sp>
          <p:nvSpPr>
            <p:cNvPr id="199" name="Trapezoid 198">
              <a:extLst>
                <a:ext uri="{FF2B5EF4-FFF2-40B4-BE49-F238E27FC236}">
                  <a16:creationId xmlns:a16="http://schemas.microsoft.com/office/drawing/2014/main" id="{768612C5-1597-40E6-8354-74C70BFE78DE}"/>
                </a:ext>
              </a:extLst>
            </p:cNvPr>
            <p:cNvSpPr/>
            <p:nvPr/>
          </p:nvSpPr>
          <p:spPr>
            <a:xfrm rot="10800000">
              <a:off x="9872428" y="2313433"/>
              <a:ext cx="1037632" cy="377952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MUX</a:t>
              </a:r>
            </a:p>
          </p:txBody>
        </p: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4548A990-45F8-4986-BD42-3885D280E9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416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FC65824B-D782-4F5D-A0BB-3AD17704FC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75587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197F9B08-A8B6-44CD-9CC1-0CB085149D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44688" y="1725835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1A268155-D91B-45B1-9021-C317DED327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00523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81DC4002-FD29-4152-A852-C29BEB327B3C}"/>
                </a:ext>
              </a:extLst>
            </p:cNvPr>
            <p:cNvCxnSpPr>
              <a:cxnSpLocks/>
            </p:cNvCxnSpPr>
            <p:nvPr/>
          </p:nvCxnSpPr>
          <p:spPr>
            <a:xfrm>
              <a:off x="9920150" y="2075880"/>
              <a:ext cx="0" cy="2293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62697E21-E409-4B48-8C15-335F17AA6519}"/>
                </a:ext>
              </a:extLst>
            </p:cNvPr>
            <p:cNvSpPr/>
            <p:nvPr/>
          </p:nvSpPr>
          <p:spPr>
            <a:xfrm>
              <a:off x="9838136" y="1946467"/>
              <a:ext cx="148523" cy="1294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8810129D-0567-45A9-A59E-570491985D69}"/>
              </a:ext>
            </a:extLst>
          </p:cNvPr>
          <p:cNvCxnSpPr>
            <a:cxnSpLocks/>
          </p:cNvCxnSpPr>
          <p:nvPr/>
        </p:nvCxnSpPr>
        <p:spPr>
          <a:xfrm>
            <a:off x="8554672" y="3395122"/>
            <a:ext cx="0" cy="1205342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F9F0807-BD0C-4B18-B999-4581EFF7D3F0}"/>
              </a:ext>
            </a:extLst>
          </p:cNvPr>
          <p:cNvCxnSpPr>
            <a:cxnSpLocks/>
          </p:cNvCxnSpPr>
          <p:nvPr/>
        </p:nvCxnSpPr>
        <p:spPr>
          <a:xfrm>
            <a:off x="7598300" y="3393225"/>
            <a:ext cx="0" cy="1207238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680FD9B2-0D82-402A-AE45-6B764A8709FB}"/>
              </a:ext>
            </a:extLst>
          </p:cNvPr>
          <p:cNvCxnSpPr>
            <a:stCxn id="219" idx="3"/>
            <a:endCxn id="206" idx="1"/>
          </p:cNvCxnSpPr>
          <p:nvPr/>
        </p:nvCxnSpPr>
        <p:spPr>
          <a:xfrm flipV="1">
            <a:off x="7799076" y="3200892"/>
            <a:ext cx="35029" cy="801231"/>
          </a:xfrm>
          <a:prstGeom prst="bentConnector3">
            <a:avLst>
              <a:gd name="adj1" fmla="val 1012032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C5EBA55E-0593-4872-9D75-0BE250461185}"/>
              </a:ext>
            </a:extLst>
          </p:cNvPr>
          <p:cNvCxnSpPr>
            <a:cxnSpLocks/>
            <a:stCxn id="213" idx="3"/>
            <a:endCxn id="199" idx="1"/>
          </p:cNvCxnSpPr>
          <p:nvPr/>
        </p:nvCxnSpPr>
        <p:spPr>
          <a:xfrm flipV="1">
            <a:off x="8755448" y="3200892"/>
            <a:ext cx="631918" cy="806061"/>
          </a:xfrm>
          <a:prstGeom prst="bentConnector3">
            <a:avLst>
              <a:gd name="adj1" fmla="val 150557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10217AC-12E8-40E1-B02F-00B46FC32AF4}"/>
              </a:ext>
            </a:extLst>
          </p:cNvPr>
          <p:cNvSpPr/>
          <p:nvPr/>
        </p:nvSpPr>
        <p:spPr>
          <a:xfrm>
            <a:off x="9703801" y="4604460"/>
            <a:ext cx="1226476" cy="63304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CLT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C5D2A7A-7E3F-49D0-828B-AD5AF75C89FE}"/>
              </a:ext>
            </a:extLst>
          </p:cNvPr>
          <p:cNvGrpSpPr/>
          <p:nvPr/>
        </p:nvGrpSpPr>
        <p:grpSpPr>
          <a:xfrm>
            <a:off x="10116262" y="3676669"/>
            <a:ext cx="401552" cy="541065"/>
            <a:chOff x="5590365" y="2803326"/>
            <a:chExt cx="459915" cy="51581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57865D63-DED8-4EAB-BE2E-537F2EDEAE7A}"/>
                </a:ext>
              </a:extLst>
            </p:cNvPr>
            <p:cNvSpPr/>
            <p:nvPr/>
          </p:nvSpPr>
          <p:spPr>
            <a:xfrm>
              <a:off x="5590366" y="3061205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4D76B8F5-C014-4853-9EFA-EF3138E963CA}"/>
                </a:ext>
              </a:extLst>
            </p:cNvPr>
            <p:cNvSpPr/>
            <p:nvPr/>
          </p:nvSpPr>
          <p:spPr>
            <a:xfrm>
              <a:off x="5590366" y="2931408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70B354F9-598F-4ED7-ADE1-A1CA1241573A}"/>
                </a:ext>
              </a:extLst>
            </p:cNvPr>
            <p:cNvSpPr/>
            <p:nvPr/>
          </p:nvSpPr>
          <p:spPr>
            <a:xfrm>
              <a:off x="5590365" y="3189729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A9B86C4D-2247-4778-8DC1-654243171431}"/>
                </a:ext>
              </a:extLst>
            </p:cNvPr>
            <p:cNvSpPr/>
            <p:nvPr/>
          </p:nvSpPr>
          <p:spPr>
            <a:xfrm>
              <a:off x="5590365" y="2803326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FEDA19CF-4B67-4A73-84B6-EA0D4867E75C}"/>
              </a:ext>
            </a:extLst>
          </p:cNvPr>
          <p:cNvCxnSpPr>
            <a:cxnSpLocks/>
            <a:stCxn id="105" idx="2"/>
          </p:cNvCxnSpPr>
          <p:nvPr/>
        </p:nvCxnSpPr>
        <p:spPr>
          <a:xfrm rot="5400000" flipH="1">
            <a:off x="8503952" y="3424417"/>
            <a:ext cx="1113901" cy="2512274"/>
          </a:xfrm>
          <a:prstGeom prst="bentConnector4">
            <a:avLst>
              <a:gd name="adj1" fmla="val -21527"/>
              <a:gd name="adj2" fmla="val 62205"/>
            </a:avLst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6E222399-6A06-48DC-B90E-834C1C33403D}"/>
              </a:ext>
            </a:extLst>
          </p:cNvPr>
          <p:cNvCxnSpPr>
            <a:cxnSpLocks/>
            <a:stCxn id="105" idx="2"/>
            <a:endCxn id="215" idx="3"/>
          </p:cNvCxnSpPr>
          <p:nvPr/>
        </p:nvCxnSpPr>
        <p:spPr>
          <a:xfrm rot="5400000" flipH="1">
            <a:off x="8988375" y="3908841"/>
            <a:ext cx="1095735" cy="1561592"/>
          </a:xfrm>
          <a:prstGeom prst="bentConnector4">
            <a:avLst>
              <a:gd name="adj1" fmla="val -21884"/>
              <a:gd name="adj2" fmla="val 6963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64285A29-6859-4A40-82CF-11DCA834BB57}"/>
              </a:ext>
            </a:extLst>
          </p:cNvPr>
          <p:cNvCxnSpPr>
            <a:stCxn id="89" idx="3"/>
            <a:endCxn id="105" idx="1"/>
          </p:cNvCxnSpPr>
          <p:nvPr/>
        </p:nvCxnSpPr>
        <p:spPr>
          <a:xfrm flipV="1">
            <a:off x="8793715" y="4920982"/>
            <a:ext cx="910086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EA8F020-0F7F-480A-A598-C8C37A5BC650}"/>
              </a:ext>
            </a:extLst>
          </p:cNvPr>
          <p:cNvGrpSpPr/>
          <p:nvPr/>
        </p:nvGrpSpPr>
        <p:grpSpPr>
          <a:xfrm>
            <a:off x="9677378" y="2385275"/>
            <a:ext cx="1241483" cy="1013844"/>
            <a:chOff x="9838136" y="1724852"/>
            <a:chExt cx="1071924" cy="966533"/>
          </a:xfrm>
        </p:grpSpPr>
        <p:sp>
          <p:nvSpPr>
            <p:cNvPr id="188" name="Trapezoid 187">
              <a:extLst>
                <a:ext uri="{FF2B5EF4-FFF2-40B4-BE49-F238E27FC236}">
                  <a16:creationId xmlns:a16="http://schemas.microsoft.com/office/drawing/2014/main" id="{21CF440F-B582-4CEE-884C-827CC5A3A5DB}"/>
                </a:ext>
              </a:extLst>
            </p:cNvPr>
            <p:cNvSpPr/>
            <p:nvPr/>
          </p:nvSpPr>
          <p:spPr>
            <a:xfrm rot="10800000">
              <a:off x="9872428" y="2313433"/>
              <a:ext cx="1037632" cy="377952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MUX</a:t>
              </a:r>
            </a:p>
          </p:txBody>
        </p:sp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D39608DC-B60C-414A-9C06-E809FB146C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416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9E09BE37-3473-47EE-883F-DB2E4C0D73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75587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182A240A-4A9E-43D4-8E7E-17B56EA946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44688" y="1725835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E7E585ED-CFBC-4838-9EC4-50DFE610F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00523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C657C147-8571-4F3E-88A2-793DFA0F3120}"/>
                </a:ext>
              </a:extLst>
            </p:cNvPr>
            <p:cNvCxnSpPr>
              <a:cxnSpLocks/>
            </p:cNvCxnSpPr>
            <p:nvPr/>
          </p:nvCxnSpPr>
          <p:spPr>
            <a:xfrm>
              <a:off x="9920150" y="2075880"/>
              <a:ext cx="0" cy="2293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EE6C5AD9-478E-45E8-8198-CA841CA099AD}"/>
                </a:ext>
              </a:extLst>
            </p:cNvPr>
            <p:cNvSpPr/>
            <p:nvPr/>
          </p:nvSpPr>
          <p:spPr>
            <a:xfrm>
              <a:off x="9838136" y="1946467"/>
              <a:ext cx="148523" cy="1294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1F6FE9DA-3BCB-46B1-A67A-A8ACC0FF27C2}"/>
              </a:ext>
            </a:extLst>
          </p:cNvPr>
          <p:cNvCxnSpPr>
            <a:cxnSpLocks/>
          </p:cNvCxnSpPr>
          <p:nvPr/>
        </p:nvCxnSpPr>
        <p:spPr>
          <a:xfrm rot="5400000">
            <a:off x="9187049" y="4117790"/>
            <a:ext cx="1" cy="2239943"/>
          </a:xfrm>
          <a:prstGeom prst="bentConnector3">
            <a:avLst>
              <a:gd name="adj1" fmla="val 2286010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CBF3867E-5000-4F8D-8F6D-36891C579DE5}"/>
              </a:ext>
            </a:extLst>
          </p:cNvPr>
          <p:cNvCxnSpPr>
            <a:cxnSpLocks/>
            <a:stCxn id="105" idx="2"/>
            <a:endCxn id="92" idx="2"/>
          </p:cNvCxnSpPr>
          <p:nvPr/>
        </p:nvCxnSpPr>
        <p:spPr>
          <a:xfrm rot="5400000" flipH="1">
            <a:off x="8367510" y="3287975"/>
            <a:ext cx="73325" cy="3825733"/>
          </a:xfrm>
          <a:prstGeom prst="bentConnector3">
            <a:avLst>
              <a:gd name="adj1" fmla="val -32702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4483BAAC-116A-4921-A2C3-AF65A66EFFE9}"/>
              </a:ext>
            </a:extLst>
          </p:cNvPr>
          <p:cNvCxnSpPr>
            <a:cxnSpLocks/>
          </p:cNvCxnSpPr>
          <p:nvPr/>
        </p:nvCxnSpPr>
        <p:spPr>
          <a:xfrm>
            <a:off x="10317037" y="3401115"/>
            <a:ext cx="0" cy="12013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ABFAF85C-E0C5-4504-B79D-422D0FA076BA}"/>
              </a:ext>
            </a:extLst>
          </p:cNvPr>
          <p:cNvSpPr txBox="1"/>
          <p:nvPr/>
        </p:nvSpPr>
        <p:spPr>
          <a:xfrm>
            <a:off x="6438014" y="1678813"/>
            <a:ext cx="4622410" cy="548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CGRA Processing Element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875C421-DD0D-47D0-878C-9E81551ED16B}"/>
              </a:ext>
            </a:extLst>
          </p:cNvPr>
          <p:cNvSpPr txBox="1"/>
          <p:nvPr/>
        </p:nvSpPr>
        <p:spPr>
          <a:xfrm>
            <a:off x="7590412" y="4128588"/>
            <a:ext cx="835993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reuse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00B4310-9061-40B7-B604-9E961B7F1BE4}"/>
              </a:ext>
            </a:extLst>
          </p:cNvPr>
          <p:cNvSpPr txBox="1"/>
          <p:nvPr/>
        </p:nvSpPr>
        <p:spPr>
          <a:xfrm>
            <a:off x="6471626" y="5460801"/>
            <a:ext cx="835993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reset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A4C82DE-B328-4507-A64F-B25E675872AD}"/>
              </a:ext>
            </a:extLst>
          </p:cNvPr>
          <p:cNvSpPr txBox="1"/>
          <p:nvPr/>
        </p:nvSpPr>
        <p:spPr>
          <a:xfrm>
            <a:off x="9160038" y="4080476"/>
            <a:ext cx="835993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reuse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815B3B04-418A-424F-B168-6ED88DD6130E}"/>
              </a:ext>
            </a:extLst>
          </p:cNvPr>
          <p:cNvSpPr txBox="1"/>
          <p:nvPr/>
        </p:nvSpPr>
        <p:spPr>
          <a:xfrm>
            <a:off x="7103732" y="5156768"/>
            <a:ext cx="1046184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discard</a:t>
            </a:r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76F9E44-FB95-4271-819C-13914F92B4A3}"/>
              </a:ext>
            </a:extLst>
          </p:cNvPr>
          <p:cNvGrpSpPr/>
          <p:nvPr/>
        </p:nvGrpSpPr>
        <p:grpSpPr>
          <a:xfrm>
            <a:off x="7354522" y="3786881"/>
            <a:ext cx="1498799" cy="584369"/>
            <a:chOff x="7925419" y="3505658"/>
            <a:chExt cx="1498799" cy="584369"/>
          </a:xfrm>
        </p:grpSpPr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7272FFB5-9A2A-421A-A792-31CAFE5DA0A7}"/>
                </a:ext>
              </a:extLst>
            </p:cNvPr>
            <p:cNvSpPr txBox="1"/>
            <p:nvPr/>
          </p:nvSpPr>
          <p:spPr>
            <a:xfrm>
              <a:off x="7925419" y="3676127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INF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4452AE78-ACAC-4CAB-AFF4-1BE9DA164981}"/>
                </a:ext>
              </a:extLst>
            </p:cNvPr>
            <p:cNvSpPr txBox="1"/>
            <p:nvPr/>
          </p:nvSpPr>
          <p:spPr>
            <a:xfrm>
              <a:off x="8877695" y="3720695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14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AF301693-AAA1-4F7D-AAF0-F929C08446C8}"/>
                </a:ext>
              </a:extLst>
            </p:cNvPr>
            <p:cNvSpPr txBox="1"/>
            <p:nvPr/>
          </p:nvSpPr>
          <p:spPr>
            <a:xfrm>
              <a:off x="8881442" y="3505658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INF</a:t>
              </a:r>
            </a:p>
          </p:txBody>
        </p: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3501DCA5-D303-4CAB-B9E4-A3514D342256}"/>
              </a:ext>
            </a:extLst>
          </p:cNvPr>
          <p:cNvSpPr txBox="1"/>
          <p:nvPr/>
        </p:nvSpPr>
        <p:spPr>
          <a:xfrm>
            <a:off x="6484421" y="4144674"/>
            <a:ext cx="95495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NO-POP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6424B43-BD2D-40B0-8898-560279A72371}"/>
              </a:ext>
            </a:extLst>
          </p:cNvPr>
          <p:cNvSpPr txBox="1"/>
          <p:nvPr/>
        </p:nvSpPr>
        <p:spPr>
          <a:xfrm>
            <a:off x="8751243" y="4198308"/>
            <a:ext cx="96103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POP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4697159D-6495-4FE8-B2E6-F0BC1048221E}"/>
              </a:ext>
            </a:extLst>
          </p:cNvPr>
          <p:cNvSpPr txBox="1"/>
          <p:nvPr/>
        </p:nvSpPr>
        <p:spPr>
          <a:xfrm>
            <a:off x="9321356" y="4524015"/>
            <a:ext cx="54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55232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08CF-6CDB-46D1-8F2D-8F50CACD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255829" cy="1325563"/>
          </a:xfrm>
        </p:spPr>
        <p:txBody>
          <a:bodyPr/>
          <a:lstStyle/>
          <a:p>
            <a:pPr algn="ctr"/>
            <a:r>
              <a:rPr lang="en-US" dirty="0"/>
              <a:t>Feature 3: Data-dependent control in a 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4373AE-D107-4527-9927-06B8E2C0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14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B8E5B-33DF-4631-9A7F-C5F58584A6FC}"/>
              </a:ext>
            </a:extLst>
          </p:cNvPr>
          <p:cNvSpPr txBox="1"/>
          <p:nvPr/>
        </p:nvSpPr>
        <p:spPr>
          <a:xfrm>
            <a:off x="189022" y="4481989"/>
            <a:ext cx="1620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LUT config: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65BEED04-69D8-4F32-84D0-D7ABB6992BA0}"/>
              </a:ext>
            </a:extLst>
          </p:cNvPr>
          <p:cNvSpPr txBox="1"/>
          <p:nvPr/>
        </p:nvSpPr>
        <p:spPr>
          <a:xfrm>
            <a:off x="238415" y="2254924"/>
            <a:ext cx="472114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if(</a:t>
            </a:r>
            <a:r>
              <a:rPr lang="en-US" i="1" dirty="0">
                <a:latin typeface="Consolas" panose="020B0609020204030204" pitchFamily="49" charset="0"/>
              </a:rPr>
              <a:t>inp1</a:t>
            </a:r>
            <a:r>
              <a:rPr lang="en-US" dirty="0">
                <a:latin typeface="Consolas" panose="020B0609020204030204" pitchFamily="49" charset="0"/>
              </a:rPr>
              <a:t>==INF &amp;&amp; </a:t>
            </a:r>
            <a:r>
              <a:rPr lang="en-US" i="1" dirty="0">
                <a:latin typeface="Consolas" panose="020B0609020204030204" pitchFamily="49" charset="0"/>
              </a:rPr>
              <a:t>inp2</a:t>
            </a:r>
            <a:r>
              <a:rPr lang="en-US" dirty="0">
                <a:latin typeface="Consolas" panose="020B0609020204030204" pitchFamily="49" charset="0"/>
              </a:rPr>
              <a:t>==INF) return 3;</a:t>
            </a:r>
          </a:p>
          <a:p>
            <a:r>
              <a:rPr lang="en-US" dirty="0">
                <a:latin typeface="Consolas" panose="020B0609020204030204" pitchFamily="49" charset="0"/>
              </a:rPr>
              <a:t>if (</a:t>
            </a:r>
            <a:r>
              <a:rPr lang="en-US" i="1" dirty="0">
                <a:latin typeface="Consolas" panose="020B0609020204030204" pitchFamily="49" charset="0"/>
              </a:rPr>
              <a:t>inp1</a:t>
            </a:r>
            <a:r>
              <a:rPr lang="en-US" dirty="0">
                <a:latin typeface="Consolas" panose="020B0609020204030204" pitchFamily="49" charset="0"/>
              </a:rPr>
              <a:t> == </a:t>
            </a:r>
            <a:r>
              <a:rPr lang="en-US" i="1" dirty="0">
                <a:latin typeface="Consolas" panose="020B0609020204030204" pitchFamily="49" charset="0"/>
              </a:rPr>
              <a:t>inp2</a:t>
            </a:r>
            <a:r>
              <a:rPr lang="en-US" dirty="0">
                <a:latin typeface="Consolas" panose="020B0609020204030204" pitchFamily="49" charset="0"/>
              </a:rPr>
              <a:t>) return 0;</a:t>
            </a:r>
          </a:p>
          <a:p>
            <a:r>
              <a:rPr lang="en-US" dirty="0">
                <a:latin typeface="Consolas" panose="020B0609020204030204" pitchFamily="49" charset="0"/>
              </a:rPr>
              <a:t>else if (</a:t>
            </a:r>
            <a:r>
              <a:rPr lang="en-US" i="1" dirty="0">
                <a:latin typeface="Consolas" panose="020B0609020204030204" pitchFamily="49" charset="0"/>
              </a:rPr>
              <a:t>inp1</a:t>
            </a:r>
            <a:r>
              <a:rPr lang="en-US" dirty="0">
                <a:latin typeface="Consolas" panose="020B0609020204030204" pitchFamily="49" charset="0"/>
              </a:rPr>
              <a:t> &gt; </a:t>
            </a:r>
            <a:r>
              <a:rPr lang="en-US" i="1" dirty="0">
                <a:latin typeface="Consolas" panose="020B0609020204030204" pitchFamily="49" charset="0"/>
              </a:rPr>
              <a:t>inp2</a:t>
            </a:r>
            <a:r>
              <a:rPr lang="en-US" dirty="0">
                <a:latin typeface="Consolas" panose="020B0609020204030204" pitchFamily="49" charset="0"/>
              </a:rPr>
              <a:t>) return 1;</a:t>
            </a:r>
          </a:p>
          <a:p>
            <a:r>
              <a:rPr lang="en-US" dirty="0">
                <a:latin typeface="Consolas" panose="020B0609020204030204" pitchFamily="49" charset="0"/>
              </a:rPr>
              <a:t>else return 2;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17FD8C52-0040-487E-B277-3495C1358088}"/>
              </a:ext>
            </a:extLst>
          </p:cNvPr>
          <p:cNvSpPr txBox="1"/>
          <p:nvPr/>
        </p:nvSpPr>
        <p:spPr>
          <a:xfrm>
            <a:off x="238414" y="1845638"/>
            <a:ext cx="4100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</a:t>
            </a:r>
            <a:r>
              <a:rPr lang="en-US" sz="2400" b="1" dirty="0" err="1"/>
              <a:t>func</a:t>
            </a:r>
            <a:r>
              <a:rPr lang="en-US" sz="2400" b="1" dirty="0"/>
              <a:t> unit: Compare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9881968-52D4-4185-A453-DFCF4299E3C0}"/>
              </a:ext>
            </a:extLst>
          </p:cNvPr>
          <p:cNvCxnSpPr/>
          <p:nvPr/>
        </p:nvCxnSpPr>
        <p:spPr>
          <a:xfrm>
            <a:off x="5038283" y="1651075"/>
            <a:ext cx="0" cy="4537778"/>
          </a:xfrm>
          <a:prstGeom prst="line">
            <a:avLst/>
          </a:prstGeom>
          <a:ln w="63500"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5" name="Table 79">
            <a:extLst>
              <a:ext uri="{FF2B5EF4-FFF2-40B4-BE49-F238E27FC236}">
                <a16:creationId xmlns:a16="http://schemas.microsoft.com/office/drawing/2014/main" id="{9DE87FF3-C15A-496F-9506-6666DDA94359}"/>
              </a:ext>
            </a:extLst>
          </p:cNvPr>
          <p:cNvGraphicFramePr>
            <a:graphicFrameLocks noGrp="1"/>
          </p:cNvGraphicFramePr>
          <p:nvPr/>
        </p:nvGraphicFramePr>
        <p:xfrm>
          <a:off x="1816780" y="4255991"/>
          <a:ext cx="18576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963">
                  <a:extLst>
                    <a:ext uri="{9D8B030D-6E8A-4147-A177-3AD203B41FA5}">
                      <a16:colId xmlns:a16="http://schemas.microsoft.com/office/drawing/2014/main" val="2440963197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1802258452"/>
                    </a:ext>
                  </a:extLst>
                </a:gridCol>
              </a:tblGrid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Self Ctrl </a:t>
                      </a:r>
                      <a:r>
                        <a:rPr lang="en-US" err="1"/>
                        <a:t>i</a:t>
                      </a:r>
                      <a:r>
                        <a:rPr lang="en-US"/>
                        <a:t>/p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Signal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762940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620905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363127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974648"/>
                  </a:ext>
                </a:extLst>
              </a:tr>
            </a:tbl>
          </a:graphicData>
        </a:graphic>
      </p:graphicFrame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7DA6091-3BAE-4648-A060-A68FA4F1655A}"/>
              </a:ext>
            </a:extLst>
          </p:cNvPr>
          <p:cNvCxnSpPr>
            <a:cxnSpLocks/>
          </p:cNvCxnSpPr>
          <p:nvPr/>
        </p:nvCxnSpPr>
        <p:spPr>
          <a:xfrm>
            <a:off x="8532128" y="3450249"/>
            <a:ext cx="0" cy="12053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CCCA3B5-67C1-44B1-B6F1-8550112019F1}"/>
              </a:ext>
            </a:extLst>
          </p:cNvPr>
          <p:cNvCxnSpPr>
            <a:cxnSpLocks/>
          </p:cNvCxnSpPr>
          <p:nvPr/>
        </p:nvCxnSpPr>
        <p:spPr>
          <a:xfrm>
            <a:off x="7575756" y="3448353"/>
            <a:ext cx="0" cy="12072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CB39943A-DA12-4915-A6D6-17FA17088B60}"/>
              </a:ext>
            </a:extLst>
          </p:cNvPr>
          <p:cNvSpPr/>
          <p:nvPr/>
        </p:nvSpPr>
        <p:spPr>
          <a:xfrm>
            <a:off x="7337935" y="4655592"/>
            <a:ext cx="1433236" cy="6330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Compare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532BB3D-23D2-4E2A-9DB8-C8E4E4DD1544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8054553" y="5288636"/>
            <a:ext cx="0" cy="5885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5B71810-15A0-4E87-9869-EFA9D79D5641}"/>
              </a:ext>
            </a:extLst>
          </p:cNvPr>
          <p:cNvCxnSpPr>
            <a:cxnSpLocks/>
          </p:cNvCxnSpPr>
          <p:nvPr/>
        </p:nvCxnSpPr>
        <p:spPr>
          <a:xfrm>
            <a:off x="7046944" y="4751508"/>
            <a:ext cx="29099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D68C7D0A-62D1-4059-A4A3-E95CB8690C54}"/>
              </a:ext>
            </a:extLst>
          </p:cNvPr>
          <p:cNvSpPr/>
          <p:nvPr/>
        </p:nvSpPr>
        <p:spPr>
          <a:xfrm>
            <a:off x="5855524" y="4582266"/>
            <a:ext cx="1226476" cy="63304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Register</a:t>
            </a:r>
          </a:p>
          <a:p>
            <a:pPr algn="ctr"/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File</a:t>
            </a:r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44AE0DBA-C13C-4CC5-9166-D86C8E9BBC58}"/>
              </a:ext>
            </a:extLst>
          </p:cNvPr>
          <p:cNvCxnSpPr>
            <a:cxnSpLocks/>
            <a:stCxn id="93" idx="0"/>
            <a:endCxn id="206" idx="2"/>
          </p:cNvCxnSpPr>
          <p:nvPr/>
        </p:nvCxnSpPr>
        <p:spPr>
          <a:xfrm rot="5400000" flipH="1" flipV="1">
            <a:off x="6102844" y="3419716"/>
            <a:ext cx="1528469" cy="796633"/>
          </a:xfrm>
          <a:prstGeom prst="bentConnector3">
            <a:avLst>
              <a:gd name="adj1" fmla="val 1156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6DC8C9B5-151A-4CE7-937C-D7D54FC1D133}"/>
              </a:ext>
            </a:extLst>
          </p:cNvPr>
          <p:cNvCxnSpPr>
            <a:cxnSpLocks/>
            <a:stCxn id="93" idx="0"/>
            <a:endCxn id="199" idx="2"/>
          </p:cNvCxnSpPr>
          <p:nvPr/>
        </p:nvCxnSpPr>
        <p:spPr>
          <a:xfrm rot="5400000" flipH="1" flipV="1">
            <a:off x="6879474" y="2643085"/>
            <a:ext cx="1528469" cy="2349893"/>
          </a:xfrm>
          <a:prstGeom prst="bentConnector3">
            <a:avLst>
              <a:gd name="adj1" fmla="val 11568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72E22C4F-F236-4E61-984C-CEF48C248582}"/>
              </a:ext>
            </a:extLst>
          </p:cNvPr>
          <p:cNvCxnSpPr>
            <a:cxnSpLocks/>
            <a:stCxn id="90" idx="2"/>
            <a:endCxn id="93" idx="2"/>
          </p:cNvCxnSpPr>
          <p:nvPr/>
        </p:nvCxnSpPr>
        <p:spPr>
          <a:xfrm rot="5400000" flipH="1">
            <a:off x="7224995" y="4459078"/>
            <a:ext cx="73326" cy="1585790"/>
          </a:xfrm>
          <a:prstGeom prst="bentConnector3">
            <a:avLst>
              <a:gd name="adj1" fmla="val -3270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1780F64E-58B1-4536-A05D-3ACE615B40BB}"/>
              </a:ext>
            </a:extLst>
          </p:cNvPr>
          <p:cNvCxnSpPr>
            <a:cxnSpLocks/>
            <a:stCxn id="90" idx="2"/>
            <a:endCxn id="93" idx="2"/>
          </p:cNvCxnSpPr>
          <p:nvPr/>
        </p:nvCxnSpPr>
        <p:spPr>
          <a:xfrm rot="5400000" flipH="1">
            <a:off x="7224995" y="4459078"/>
            <a:ext cx="73326" cy="1585790"/>
          </a:xfrm>
          <a:prstGeom prst="bentConnector3">
            <a:avLst>
              <a:gd name="adj1" fmla="val -32702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960BF1B-6B71-4C00-AD0C-4B859420290A}"/>
              </a:ext>
            </a:extLst>
          </p:cNvPr>
          <p:cNvGrpSpPr/>
          <p:nvPr/>
        </p:nvGrpSpPr>
        <p:grpSpPr>
          <a:xfrm>
            <a:off x="7374981" y="3714878"/>
            <a:ext cx="401552" cy="541065"/>
            <a:chOff x="5590365" y="2803326"/>
            <a:chExt cx="459915" cy="51581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036D97DB-5AA8-41B0-BFD6-A0CF6CEB0706}"/>
                </a:ext>
              </a:extLst>
            </p:cNvPr>
            <p:cNvSpPr/>
            <p:nvPr/>
          </p:nvSpPr>
          <p:spPr>
            <a:xfrm>
              <a:off x="5590366" y="3061205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12C4A8D0-DAE9-4BE1-8183-003702578593}"/>
                </a:ext>
              </a:extLst>
            </p:cNvPr>
            <p:cNvSpPr/>
            <p:nvPr/>
          </p:nvSpPr>
          <p:spPr>
            <a:xfrm>
              <a:off x="5590366" y="2931408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84A81327-E653-440C-A571-DB5EF88EF7B6}"/>
                </a:ext>
              </a:extLst>
            </p:cNvPr>
            <p:cNvSpPr/>
            <p:nvPr/>
          </p:nvSpPr>
          <p:spPr>
            <a:xfrm>
              <a:off x="5590365" y="3189729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7DDB3639-33E3-4162-985D-232975569373}"/>
                </a:ext>
              </a:extLst>
            </p:cNvPr>
            <p:cNvSpPr/>
            <p:nvPr/>
          </p:nvSpPr>
          <p:spPr>
            <a:xfrm>
              <a:off x="5590365" y="2803326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28B2B29-604E-41D9-9505-DDF0086752D8}"/>
              </a:ext>
            </a:extLst>
          </p:cNvPr>
          <p:cNvGrpSpPr/>
          <p:nvPr/>
        </p:nvGrpSpPr>
        <p:grpSpPr>
          <a:xfrm>
            <a:off x="8331352" y="3719708"/>
            <a:ext cx="401552" cy="541065"/>
            <a:chOff x="5590365" y="2803326"/>
            <a:chExt cx="459915" cy="51581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C8A7DEF5-65EB-4212-AB17-7D38020B26B9}"/>
                </a:ext>
              </a:extLst>
            </p:cNvPr>
            <p:cNvSpPr/>
            <p:nvPr/>
          </p:nvSpPr>
          <p:spPr>
            <a:xfrm>
              <a:off x="5590366" y="3061205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863A9BFD-C4F2-4EDE-A582-69A0DE1A6644}"/>
                </a:ext>
              </a:extLst>
            </p:cNvPr>
            <p:cNvSpPr/>
            <p:nvPr/>
          </p:nvSpPr>
          <p:spPr>
            <a:xfrm>
              <a:off x="5590366" y="2931408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DE22A174-2148-4DBF-9BBC-B370E48134B4}"/>
                </a:ext>
              </a:extLst>
            </p:cNvPr>
            <p:cNvSpPr/>
            <p:nvPr/>
          </p:nvSpPr>
          <p:spPr>
            <a:xfrm>
              <a:off x="5590365" y="3189729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6CE3038C-73D8-4E54-B32E-2597C9A656BB}"/>
                </a:ext>
              </a:extLst>
            </p:cNvPr>
            <p:cNvSpPr/>
            <p:nvPr/>
          </p:nvSpPr>
          <p:spPr>
            <a:xfrm>
              <a:off x="5590365" y="2803326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63A483F-C352-42E1-8F32-5F3E7F773D75}"/>
              </a:ext>
            </a:extLst>
          </p:cNvPr>
          <p:cNvGrpSpPr/>
          <p:nvPr/>
        </p:nvGrpSpPr>
        <p:grpSpPr>
          <a:xfrm>
            <a:off x="6641746" y="2436406"/>
            <a:ext cx="1224533" cy="1013844"/>
            <a:chOff x="8511651" y="1724852"/>
            <a:chExt cx="1057289" cy="966533"/>
          </a:xfrm>
        </p:grpSpPr>
        <p:sp>
          <p:nvSpPr>
            <p:cNvPr id="206" name="Trapezoid 205">
              <a:extLst>
                <a:ext uri="{FF2B5EF4-FFF2-40B4-BE49-F238E27FC236}">
                  <a16:creationId xmlns:a16="http://schemas.microsoft.com/office/drawing/2014/main" id="{B6A5C218-F708-4EF8-9ED0-7787AB049AF4}"/>
                </a:ext>
              </a:extLst>
            </p:cNvPr>
            <p:cNvSpPr/>
            <p:nvPr/>
          </p:nvSpPr>
          <p:spPr>
            <a:xfrm rot="10800000">
              <a:off x="8531308" y="2313433"/>
              <a:ext cx="1037632" cy="377952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MUX</a:t>
              </a:r>
            </a:p>
          </p:txBody>
        </p: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5E66DB5A-D3E2-4609-99E9-1F7C3BF235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5980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795C6977-C314-4DEB-9924-6DC3040FCD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94793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CB35D9B2-9568-420F-BFBE-1107A35F51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4715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67A6718D-9FFC-49D6-A5B9-8D75F7E1A6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7655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491BFF87-733B-4E32-B053-52C694D73DD0}"/>
                </a:ext>
              </a:extLst>
            </p:cNvPr>
            <p:cNvCxnSpPr>
              <a:cxnSpLocks/>
            </p:cNvCxnSpPr>
            <p:nvPr/>
          </p:nvCxnSpPr>
          <p:spPr>
            <a:xfrm>
              <a:off x="8593665" y="2084070"/>
              <a:ext cx="0" cy="2293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36423712-74D4-496C-97F3-C18237711C68}"/>
                </a:ext>
              </a:extLst>
            </p:cNvPr>
            <p:cNvSpPr/>
            <p:nvPr/>
          </p:nvSpPr>
          <p:spPr>
            <a:xfrm>
              <a:off x="8511651" y="1954657"/>
              <a:ext cx="148523" cy="1294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EA8A4D9-CE57-40EF-8F1E-80B1BA5687CA}"/>
              </a:ext>
            </a:extLst>
          </p:cNvPr>
          <p:cNvGrpSpPr/>
          <p:nvPr/>
        </p:nvGrpSpPr>
        <p:grpSpPr>
          <a:xfrm>
            <a:off x="8178057" y="2436406"/>
            <a:ext cx="1241483" cy="1013844"/>
            <a:chOff x="9838136" y="1724852"/>
            <a:chExt cx="1071924" cy="966533"/>
          </a:xfrm>
        </p:grpSpPr>
        <p:sp>
          <p:nvSpPr>
            <p:cNvPr id="199" name="Trapezoid 198">
              <a:extLst>
                <a:ext uri="{FF2B5EF4-FFF2-40B4-BE49-F238E27FC236}">
                  <a16:creationId xmlns:a16="http://schemas.microsoft.com/office/drawing/2014/main" id="{9FAFF191-D264-472F-A3C9-0A29387F6584}"/>
                </a:ext>
              </a:extLst>
            </p:cNvPr>
            <p:cNvSpPr/>
            <p:nvPr/>
          </p:nvSpPr>
          <p:spPr>
            <a:xfrm rot="10800000">
              <a:off x="9872428" y="2313433"/>
              <a:ext cx="1037632" cy="377952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MUX</a:t>
              </a:r>
            </a:p>
          </p:txBody>
        </p: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929A9CC4-BF16-4926-9BCD-6BBEF1DE5A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416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C8935445-7FDA-4007-A11A-C603C3931F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75587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737EA8F4-DE15-4BF8-A1C1-F1CA14D82B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44688" y="1725835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2BD19DF5-F489-4408-8B63-E1F1C1B665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00523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219E9825-8757-448B-B475-9C44BC7FD7A7}"/>
                </a:ext>
              </a:extLst>
            </p:cNvPr>
            <p:cNvCxnSpPr>
              <a:cxnSpLocks/>
            </p:cNvCxnSpPr>
            <p:nvPr/>
          </p:nvCxnSpPr>
          <p:spPr>
            <a:xfrm>
              <a:off x="9920150" y="2075880"/>
              <a:ext cx="0" cy="2293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D9A6E367-5CEB-42CD-BCE3-5B44C4CDC788}"/>
                </a:ext>
              </a:extLst>
            </p:cNvPr>
            <p:cNvSpPr/>
            <p:nvPr/>
          </p:nvSpPr>
          <p:spPr>
            <a:xfrm>
              <a:off x="9838136" y="1946467"/>
              <a:ext cx="148523" cy="1294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A798023-C288-4D47-A738-E38AC215B9D0}"/>
              </a:ext>
            </a:extLst>
          </p:cNvPr>
          <p:cNvCxnSpPr>
            <a:cxnSpLocks/>
          </p:cNvCxnSpPr>
          <p:nvPr/>
        </p:nvCxnSpPr>
        <p:spPr>
          <a:xfrm>
            <a:off x="8532128" y="3446253"/>
            <a:ext cx="0" cy="1205342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FC724F0-2E4F-4ECA-BDC2-676E34282069}"/>
              </a:ext>
            </a:extLst>
          </p:cNvPr>
          <p:cNvCxnSpPr>
            <a:cxnSpLocks/>
          </p:cNvCxnSpPr>
          <p:nvPr/>
        </p:nvCxnSpPr>
        <p:spPr>
          <a:xfrm>
            <a:off x="7575756" y="3444356"/>
            <a:ext cx="0" cy="1207238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2FAAE7EF-8973-4FA9-AAA4-62DCD19E1D78}"/>
              </a:ext>
            </a:extLst>
          </p:cNvPr>
          <p:cNvCxnSpPr>
            <a:stCxn id="219" idx="3"/>
            <a:endCxn id="206" idx="1"/>
          </p:cNvCxnSpPr>
          <p:nvPr/>
        </p:nvCxnSpPr>
        <p:spPr>
          <a:xfrm flipV="1">
            <a:off x="7776532" y="3252023"/>
            <a:ext cx="35029" cy="801231"/>
          </a:xfrm>
          <a:prstGeom prst="bentConnector3">
            <a:avLst>
              <a:gd name="adj1" fmla="val 1012032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DC2A7B9C-8385-47A2-A7AA-31ACAC768D89}"/>
              </a:ext>
            </a:extLst>
          </p:cNvPr>
          <p:cNvCxnSpPr>
            <a:cxnSpLocks/>
            <a:stCxn id="213" idx="3"/>
            <a:endCxn id="199" idx="1"/>
          </p:cNvCxnSpPr>
          <p:nvPr/>
        </p:nvCxnSpPr>
        <p:spPr>
          <a:xfrm flipV="1">
            <a:off x="8732904" y="3252023"/>
            <a:ext cx="631918" cy="806061"/>
          </a:xfrm>
          <a:prstGeom prst="bentConnector3">
            <a:avLst>
              <a:gd name="adj1" fmla="val 150557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B3FDB53-3942-4621-8A92-510FD0CC43FB}"/>
              </a:ext>
            </a:extLst>
          </p:cNvPr>
          <p:cNvSpPr/>
          <p:nvPr/>
        </p:nvSpPr>
        <p:spPr>
          <a:xfrm>
            <a:off x="9681257" y="4655591"/>
            <a:ext cx="1226476" cy="63304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CLT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8AB4687-E185-40AE-B707-E6829884B5A3}"/>
              </a:ext>
            </a:extLst>
          </p:cNvPr>
          <p:cNvGrpSpPr/>
          <p:nvPr/>
        </p:nvGrpSpPr>
        <p:grpSpPr>
          <a:xfrm>
            <a:off x="10093718" y="3727800"/>
            <a:ext cx="401552" cy="541065"/>
            <a:chOff x="5590365" y="2803326"/>
            <a:chExt cx="459915" cy="515816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20D1C23B-F33B-4A6D-BF4E-254DB32849AD}"/>
                </a:ext>
              </a:extLst>
            </p:cNvPr>
            <p:cNvSpPr/>
            <p:nvPr/>
          </p:nvSpPr>
          <p:spPr>
            <a:xfrm>
              <a:off x="5590366" y="3061205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9EAD21C5-F8E4-4B17-B364-2C3B4895AC2B}"/>
                </a:ext>
              </a:extLst>
            </p:cNvPr>
            <p:cNvSpPr/>
            <p:nvPr/>
          </p:nvSpPr>
          <p:spPr>
            <a:xfrm>
              <a:off x="5590366" y="2931408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5798BB0-1A83-47AA-9E0D-66B222C4A812}"/>
                </a:ext>
              </a:extLst>
            </p:cNvPr>
            <p:cNvSpPr/>
            <p:nvPr/>
          </p:nvSpPr>
          <p:spPr>
            <a:xfrm>
              <a:off x="5590365" y="3189729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1FD69721-59C5-4541-85EE-7592D030729A}"/>
                </a:ext>
              </a:extLst>
            </p:cNvPr>
            <p:cNvSpPr/>
            <p:nvPr/>
          </p:nvSpPr>
          <p:spPr>
            <a:xfrm>
              <a:off x="5590365" y="2803326"/>
              <a:ext cx="459914" cy="129413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9604B8C8-9828-40BF-87BC-618107F1956D}"/>
              </a:ext>
            </a:extLst>
          </p:cNvPr>
          <p:cNvCxnSpPr>
            <a:cxnSpLocks/>
            <a:stCxn id="106" idx="2"/>
          </p:cNvCxnSpPr>
          <p:nvPr/>
        </p:nvCxnSpPr>
        <p:spPr>
          <a:xfrm rot="5400000" flipH="1">
            <a:off x="8481408" y="3475548"/>
            <a:ext cx="1113901" cy="2512274"/>
          </a:xfrm>
          <a:prstGeom prst="bentConnector4">
            <a:avLst>
              <a:gd name="adj1" fmla="val -21527"/>
              <a:gd name="adj2" fmla="val 6220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7501E0DF-DE9E-4891-BE55-A158248A5CA0}"/>
              </a:ext>
            </a:extLst>
          </p:cNvPr>
          <p:cNvCxnSpPr>
            <a:cxnSpLocks/>
            <a:stCxn id="106" idx="2"/>
            <a:endCxn id="215" idx="3"/>
          </p:cNvCxnSpPr>
          <p:nvPr/>
        </p:nvCxnSpPr>
        <p:spPr>
          <a:xfrm rot="5400000" flipH="1">
            <a:off x="8965831" y="3959972"/>
            <a:ext cx="1095735" cy="1561592"/>
          </a:xfrm>
          <a:prstGeom prst="bentConnector4">
            <a:avLst>
              <a:gd name="adj1" fmla="val -21884"/>
              <a:gd name="adj2" fmla="val 69635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C33F355-9020-4839-A2C2-0ADDF4222CC8}"/>
              </a:ext>
            </a:extLst>
          </p:cNvPr>
          <p:cNvCxnSpPr>
            <a:stCxn id="90" idx="3"/>
            <a:endCxn id="106" idx="1"/>
          </p:cNvCxnSpPr>
          <p:nvPr/>
        </p:nvCxnSpPr>
        <p:spPr>
          <a:xfrm flipV="1">
            <a:off x="8771171" y="4972113"/>
            <a:ext cx="910086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AA47233-20DE-4AC7-8B0E-206216EE508C}"/>
              </a:ext>
            </a:extLst>
          </p:cNvPr>
          <p:cNvGrpSpPr/>
          <p:nvPr/>
        </p:nvGrpSpPr>
        <p:grpSpPr>
          <a:xfrm>
            <a:off x="9654834" y="2436406"/>
            <a:ext cx="1241483" cy="1013844"/>
            <a:chOff x="9838136" y="1724852"/>
            <a:chExt cx="1071924" cy="966533"/>
          </a:xfrm>
        </p:grpSpPr>
        <p:sp>
          <p:nvSpPr>
            <p:cNvPr id="188" name="Trapezoid 187">
              <a:extLst>
                <a:ext uri="{FF2B5EF4-FFF2-40B4-BE49-F238E27FC236}">
                  <a16:creationId xmlns:a16="http://schemas.microsoft.com/office/drawing/2014/main" id="{4D344649-77B6-4039-8129-15CC97CFF375}"/>
                </a:ext>
              </a:extLst>
            </p:cNvPr>
            <p:cNvSpPr/>
            <p:nvPr/>
          </p:nvSpPr>
          <p:spPr>
            <a:xfrm rot="10800000">
              <a:off x="9872428" y="2313433"/>
              <a:ext cx="1037632" cy="377952"/>
            </a:xfrm>
            <a:prstGeom prst="trapezoid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MUX</a:t>
              </a:r>
            </a:p>
          </p:txBody>
        </p:sp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4784526B-B688-48E2-A967-46888EF953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3416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6AEEEF8E-2E81-4ABD-8465-4A71AB43F8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75587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1C480F30-E01C-49CC-A68E-0A63F7C880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44688" y="1725835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E1397719-199A-4CE5-9F83-079E9AED3E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00523" y="1724852"/>
              <a:ext cx="2392" cy="5885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D395AC5D-DDEB-44A4-955E-38BC1C023E18}"/>
                </a:ext>
              </a:extLst>
            </p:cNvPr>
            <p:cNvCxnSpPr>
              <a:cxnSpLocks/>
            </p:cNvCxnSpPr>
            <p:nvPr/>
          </p:nvCxnSpPr>
          <p:spPr>
            <a:xfrm>
              <a:off x="9920150" y="2075880"/>
              <a:ext cx="0" cy="2293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B1DD7BF8-A27D-417F-8B4D-6D57E1839F94}"/>
                </a:ext>
              </a:extLst>
            </p:cNvPr>
            <p:cNvSpPr/>
            <p:nvPr/>
          </p:nvSpPr>
          <p:spPr>
            <a:xfrm>
              <a:off x="9838136" y="1946467"/>
              <a:ext cx="148523" cy="12941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0EAD2F9C-27D5-4BAF-8564-39D24D6D8F3A}"/>
              </a:ext>
            </a:extLst>
          </p:cNvPr>
          <p:cNvCxnSpPr>
            <a:cxnSpLocks/>
          </p:cNvCxnSpPr>
          <p:nvPr/>
        </p:nvCxnSpPr>
        <p:spPr>
          <a:xfrm rot="5400000">
            <a:off x="9164505" y="4168921"/>
            <a:ext cx="1" cy="2239943"/>
          </a:xfrm>
          <a:prstGeom prst="bentConnector3">
            <a:avLst>
              <a:gd name="adj1" fmla="val 2286010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9EC82EDF-BD2E-45C9-96CC-44FDEF5D960E}"/>
              </a:ext>
            </a:extLst>
          </p:cNvPr>
          <p:cNvCxnSpPr>
            <a:cxnSpLocks/>
            <a:stCxn id="106" idx="2"/>
            <a:endCxn id="93" idx="2"/>
          </p:cNvCxnSpPr>
          <p:nvPr/>
        </p:nvCxnSpPr>
        <p:spPr>
          <a:xfrm rot="5400000" flipH="1">
            <a:off x="8344966" y="3339106"/>
            <a:ext cx="73325" cy="3825733"/>
          </a:xfrm>
          <a:prstGeom prst="bentConnector3">
            <a:avLst>
              <a:gd name="adj1" fmla="val -327025"/>
            </a:avLst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A1233BF-BA35-4C5D-9A2B-05BDE033B341}"/>
              </a:ext>
            </a:extLst>
          </p:cNvPr>
          <p:cNvCxnSpPr>
            <a:cxnSpLocks/>
          </p:cNvCxnSpPr>
          <p:nvPr/>
        </p:nvCxnSpPr>
        <p:spPr>
          <a:xfrm>
            <a:off x="10294493" y="3452246"/>
            <a:ext cx="0" cy="12013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4FFE50D1-8A61-4710-B5C0-4BDFA635060D}"/>
              </a:ext>
            </a:extLst>
          </p:cNvPr>
          <p:cNvSpPr txBox="1"/>
          <p:nvPr/>
        </p:nvSpPr>
        <p:spPr>
          <a:xfrm>
            <a:off x="6415470" y="1729944"/>
            <a:ext cx="4622410" cy="548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8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CGRA Processing Element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211741E-4D4C-44BA-BC24-C835902C17EF}"/>
              </a:ext>
            </a:extLst>
          </p:cNvPr>
          <p:cNvSpPr txBox="1"/>
          <p:nvPr/>
        </p:nvSpPr>
        <p:spPr>
          <a:xfrm>
            <a:off x="7567868" y="4179719"/>
            <a:ext cx="835993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reuse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2DB396A7-A2E3-4463-B459-ED4892704BAE}"/>
              </a:ext>
            </a:extLst>
          </p:cNvPr>
          <p:cNvSpPr txBox="1"/>
          <p:nvPr/>
        </p:nvSpPr>
        <p:spPr>
          <a:xfrm>
            <a:off x="6449082" y="5511932"/>
            <a:ext cx="835993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reset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F6AE00E-FD3E-4382-A8DD-616ABB9F408D}"/>
              </a:ext>
            </a:extLst>
          </p:cNvPr>
          <p:cNvSpPr txBox="1"/>
          <p:nvPr/>
        </p:nvSpPr>
        <p:spPr>
          <a:xfrm>
            <a:off x="9137494" y="4131607"/>
            <a:ext cx="835993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reuse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07F6DCE8-334C-48E5-8869-B75136150D3D}"/>
              </a:ext>
            </a:extLst>
          </p:cNvPr>
          <p:cNvSpPr txBox="1"/>
          <p:nvPr/>
        </p:nvSpPr>
        <p:spPr>
          <a:xfrm>
            <a:off x="7081188" y="5207899"/>
            <a:ext cx="1046184" cy="38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discard</a:t>
            </a:r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A47C1538-9C9A-441C-8818-530C60DE6219}"/>
              </a:ext>
            </a:extLst>
          </p:cNvPr>
          <p:cNvGrpSpPr/>
          <p:nvPr/>
        </p:nvGrpSpPr>
        <p:grpSpPr>
          <a:xfrm>
            <a:off x="7342647" y="3957350"/>
            <a:ext cx="1495052" cy="413900"/>
            <a:chOff x="7925419" y="3676127"/>
            <a:chExt cx="1495052" cy="413900"/>
          </a:xfrm>
        </p:grpSpPr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8DFF418E-5DE3-4A43-BB5F-99E2D9BFF49E}"/>
                </a:ext>
              </a:extLst>
            </p:cNvPr>
            <p:cNvSpPr txBox="1"/>
            <p:nvPr/>
          </p:nvSpPr>
          <p:spPr>
            <a:xfrm>
              <a:off x="7925419" y="3676127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INF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F8A39292-E1EA-4DD5-B7C8-20F4E1EF67E3}"/>
                </a:ext>
              </a:extLst>
            </p:cNvPr>
            <p:cNvSpPr txBox="1"/>
            <p:nvPr/>
          </p:nvSpPr>
          <p:spPr>
            <a:xfrm>
              <a:off x="8877695" y="3720695"/>
              <a:ext cx="5427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INF</a:t>
              </a:r>
            </a:p>
          </p:txBody>
        </p:sp>
      </p:grpSp>
      <p:sp>
        <p:nvSpPr>
          <p:cNvPr id="226" name="TextBox 225">
            <a:extLst>
              <a:ext uri="{FF2B5EF4-FFF2-40B4-BE49-F238E27FC236}">
                <a16:creationId xmlns:a16="http://schemas.microsoft.com/office/drawing/2014/main" id="{AD25FF60-1C95-495C-BE1A-6E200C55CFCF}"/>
              </a:ext>
            </a:extLst>
          </p:cNvPr>
          <p:cNvSpPr txBox="1"/>
          <p:nvPr/>
        </p:nvSpPr>
        <p:spPr>
          <a:xfrm>
            <a:off x="6484421" y="4144674"/>
            <a:ext cx="95495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POP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6DD82058-A125-4F11-BEE4-DB2B53F134F2}"/>
              </a:ext>
            </a:extLst>
          </p:cNvPr>
          <p:cNvSpPr txBox="1"/>
          <p:nvPr/>
        </p:nvSpPr>
        <p:spPr>
          <a:xfrm>
            <a:off x="8751243" y="4198308"/>
            <a:ext cx="96103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POP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52CF556-3335-4103-98E3-C6C1B2693146}"/>
              </a:ext>
            </a:extLst>
          </p:cNvPr>
          <p:cNvSpPr txBox="1"/>
          <p:nvPr/>
        </p:nvSpPr>
        <p:spPr>
          <a:xfrm>
            <a:off x="9321356" y="4524015"/>
            <a:ext cx="54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3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379E4D6-A892-4713-9744-0F5F91FCD23B}"/>
              </a:ext>
            </a:extLst>
          </p:cNvPr>
          <p:cNvSpPr txBox="1"/>
          <p:nvPr/>
        </p:nvSpPr>
        <p:spPr>
          <a:xfrm>
            <a:off x="7022233" y="5530010"/>
            <a:ext cx="96103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Reset</a:t>
            </a:r>
          </a:p>
        </p:txBody>
      </p:sp>
    </p:spTree>
    <p:extLst>
      <p:ext uri="{BB962C8B-B14F-4D97-AF65-F5344CB8AC3E}">
        <p14:creationId xmlns:p14="http://schemas.microsoft.com/office/powerpoint/2010/main" val="2827952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BDF6-34A0-48EB-9FD5-42BB2F829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9E71-26CA-4932-B280-B1ECE993F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377" cy="4351338"/>
          </a:xfrm>
        </p:spPr>
        <p:txBody>
          <a:bodyPr>
            <a:normAutofit fontScale="92500"/>
          </a:bodyPr>
          <a:lstStyle/>
          <a:p>
            <a:pPr fontAlgn="base"/>
            <a:r>
              <a:rPr lang="en-US" sz="3600" b="1" dirty="0">
                <a:solidFill>
                  <a:schemeClr val="bg2">
                    <a:lumMod val="75000"/>
                  </a:schemeClr>
                </a:solidFill>
              </a:rPr>
              <a:t>Background: Decoupled Spatial Architectures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​</a:t>
            </a:r>
          </a:p>
          <a:p>
            <a:pPr fontAlgn="base"/>
            <a:r>
              <a:rPr lang="en-US" sz="3600" b="1" dirty="0">
                <a:solidFill>
                  <a:schemeClr val="bg2">
                    <a:lumMod val="75000"/>
                  </a:schemeClr>
                </a:solidFill>
              </a:rPr>
              <a:t>Decoupled-Spatial Architecture Programming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​</a:t>
            </a:r>
          </a:p>
          <a:p>
            <a:pPr fontAlgn="base"/>
            <a:r>
              <a:rPr lang="en-US" sz="3600" b="1" dirty="0"/>
              <a:t>Advanced DSA Programming</a:t>
            </a:r>
            <a:r>
              <a:rPr lang="en-US" sz="3600" dirty="0"/>
              <a:t>​</a:t>
            </a:r>
          </a:p>
          <a:p>
            <a:pPr lvl="1" fontAlgn="base"/>
            <a:r>
              <a:rPr lang="en-US" sz="3200" dirty="0"/>
              <a:t>Warm up: Support for data-dependent control/memory</a:t>
            </a:r>
          </a:p>
          <a:p>
            <a:pPr lvl="1" fontAlgn="base"/>
            <a:r>
              <a:rPr lang="en-US" sz="3200" b="1" dirty="0"/>
              <a:t>Exercise 3: Sparse vector-vector dot-product (Hands-on-exercise)</a:t>
            </a:r>
          </a:p>
          <a:p>
            <a:pPr lvl="1" fontAlgn="base"/>
            <a:r>
              <a:rPr lang="en-US" sz="3200" dirty="0"/>
              <a:t>Full </a:t>
            </a:r>
            <a:r>
              <a:rPr lang="en-US" sz="3200" dirty="0" err="1"/>
              <a:t>SpMSpV</a:t>
            </a:r>
            <a:r>
              <a:rPr lang="en-US" sz="3200" dirty="0"/>
              <a:t> and Multi-core implementation</a:t>
            </a:r>
            <a:endParaRPr lang="en-US" dirty="0"/>
          </a:p>
          <a:p>
            <a:pPr fontAlgn="base"/>
            <a:r>
              <a:rPr lang="en-US" sz="3600" b="1" dirty="0">
                <a:solidFill>
                  <a:schemeClr val="bg1">
                    <a:lumMod val="65000"/>
                  </a:schemeClr>
                </a:solidFill>
              </a:rPr>
              <a:t>Compiling High-Level Lang. to DSA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​</a:t>
            </a:r>
          </a:p>
          <a:p>
            <a:pPr fontAlgn="base"/>
            <a:r>
              <a:rPr lang="en-US" sz="3600" b="1" dirty="0">
                <a:solidFill>
                  <a:schemeClr val="bg1">
                    <a:lumMod val="65000"/>
                  </a:schemeClr>
                </a:solidFill>
              </a:rPr>
              <a:t>Composing a Spatial Architecture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F4094-3264-449D-987F-BDF23CD1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602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0BB0-975C-4A59-8E27-A3CA049C387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/>
          <a:lstStyle/>
          <a:p>
            <a:r>
              <a:rPr lang="en-US"/>
              <a:t>Hands-on-Exercise: (Find index when index-data matched!!)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C3707-3A97-4824-899D-AD3AC98F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16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45D95B9-39DB-42DD-AF3E-83C05F9DCAA5}"/>
              </a:ext>
            </a:extLst>
          </p:cNvPr>
          <p:cNvSpPr txBox="1">
            <a:spLocks/>
          </p:cNvSpPr>
          <p:nvPr/>
        </p:nvSpPr>
        <p:spPr>
          <a:xfrm>
            <a:off x="315696" y="1885870"/>
            <a:ext cx="4463473" cy="4275303"/>
          </a:xfrm>
          <a:prstGeom prst="rect">
            <a:avLst/>
          </a:prstGeom>
          <a:ln w="6350">
            <a:solidFill>
              <a:sysClr val="windowText" lastClr="0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vanilla C code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while (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 an &amp;&amp; j &lt; bn):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if (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indA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== 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indB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[j]):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matchInd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[++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iout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= 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indA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++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 ++j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elif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indA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&lt; 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indB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++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else: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++j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37EDF68-4722-4637-ABBE-E13B077BC51C}"/>
              </a:ext>
            </a:extLst>
          </p:cNvPr>
          <p:cNvSpPr/>
          <p:nvPr/>
        </p:nvSpPr>
        <p:spPr>
          <a:xfrm>
            <a:off x="6823064" y="5358529"/>
            <a:ext cx="1700450" cy="352568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Recv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(done)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D3B5613-A870-49C2-8892-5E9678581B6C}"/>
              </a:ext>
            </a:extLst>
          </p:cNvPr>
          <p:cNvSpPr/>
          <p:nvPr/>
        </p:nvSpPr>
        <p:spPr>
          <a:xfrm>
            <a:off x="6439651" y="3914582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5994318-2718-439F-A98A-8C7AA6380C1F}"/>
              </a:ext>
            </a:extLst>
          </p:cNvPr>
          <p:cNvSpPr/>
          <p:nvPr/>
        </p:nvSpPr>
        <p:spPr>
          <a:xfrm>
            <a:off x="5488433" y="2879414"/>
            <a:ext cx="1362698" cy="68169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sz="2400" kern="0" err="1">
                <a:solidFill>
                  <a:prstClr val="black"/>
                </a:solidFill>
              </a:rPr>
              <a:t>indA</a:t>
            </a:r>
            <a:r>
              <a:rPr lang="en-US" sz="2400" kern="0">
                <a:solidFill>
                  <a:prstClr val="black"/>
                </a:solidFill>
              </a:rPr>
              <a:t> [0:an]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F2328B1-5CE9-4D1C-80FC-25BF022C29D1}"/>
              </a:ext>
            </a:extLst>
          </p:cNvPr>
          <p:cNvCxnSpPr>
            <a:cxnSpLocks/>
            <a:stCxn id="59" idx="2"/>
            <a:endCxn id="58" idx="1"/>
          </p:cNvCxnSpPr>
          <p:nvPr/>
        </p:nvCxnSpPr>
        <p:spPr>
          <a:xfrm>
            <a:off x="6169782" y="3561104"/>
            <a:ext cx="330129" cy="413738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87DA4D0-6B4C-4FBF-805A-4C949682D282}"/>
              </a:ext>
            </a:extLst>
          </p:cNvPr>
          <p:cNvCxnSpPr>
            <a:cxnSpLocks/>
            <a:endCxn id="58" idx="7"/>
          </p:cNvCxnSpPr>
          <p:nvPr/>
        </p:nvCxnSpPr>
        <p:spPr>
          <a:xfrm flipH="1">
            <a:off x="6790871" y="3341879"/>
            <a:ext cx="433655" cy="63296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152F59A-9846-447C-B9DF-88DF663444CD}"/>
              </a:ext>
            </a:extLst>
          </p:cNvPr>
          <p:cNvCxnSpPr>
            <a:cxnSpLocks/>
            <a:stCxn id="58" idx="6"/>
          </p:cNvCxnSpPr>
          <p:nvPr/>
        </p:nvCxnSpPr>
        <p:spPr>
          <a:xfrm flipV="1">
            <a:off x="6851131" y="3556850"/>
            <a:ext cx="574073" cy="563472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6F34CAB-D721-4785-8A83-5D81BB5AF682}"/>
              </a:ext>
            </a:extLst>
          </p:cNvPr>
          <p:cNvCxnSpPr>
            <a:cxnSpLocks/>
            <a:stCxn id="58" idx="2"/>
          </p:cNvCxnSpPr>
          <p:nvPr/>
        </p:nvCxnSpPr>
        <p:spPr>
          <a:xfrm flipH="1" flipV="1">
            <a:off x="5962670" y="3559908"/>
            <a:ext cx="476981" cy="560414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3769713-4D66-4B08-944E-C8D213D522AF}"/>
              </a:ext>
            </a:extLst>
          </p:cNvPr>
          <p:cNvCxnSpPr>
            <a:cxnSpLocks/>
            <a:stCxn id="58" idx="6"/>
            <a:endCxn id="72" idx="2"/>
          </p:cNvCxnSpPr>
          <p:nvPr/>
        </p:nvCxnSpPr>
        <p:spPr>
          <a:xfrm flipV="1">
            <a:off x="6851131" y="4092113"/>
            <a:ext cx="2752711" cy="28209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50A094D-C1BC-403E-ACF2-9FAC9C9316B2}"/>
              </a:ext>
            </a:extLst>
          </p:cNvPr>
          <p:cNvCxnSpPr>
            <a:cxnSpLocks/>
            <a:stCxn id="82" idx="2"/>
            <a:endCxn id="59" idx="0"/>
          </p:cNvCxnSpPr>
          <p:nvPr/>
        </p:nvCxnSpPr>
        <p:spPr>
          <a:xfrm flipH="1">
            <a:off x="6169782" y="2144154"/>
            <a:ext cx="621089" cy="73526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EF1B4D3-87D5-4443-9016-71E5E3419620}"/>
              </a:ext>
            </a:extLst>
          </p:cNvPr>
          <p:cNvCxnSpPr>
            <a:cxnSpLocks/>
            <a:stCxn id="80" idx="2"/>
            <a:endCxn id="69" idx="0"/>
          </p:cNvCxnSpPr>
          <p:nvPr/>
        </p:nvCxnSpPr>
        <p:spPr>
          <a:xfrm flipH="1">
            <a:off x="7623109" y="2148575"/>
            <a:ext cx="2250746" cy="72964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E90DAB47-D12E-41BB-B286-F2DD02620E18}"/>
              </a:ext>
            </a:extLst>
          </p:cNvPr>
          <p:cNvSpPr/>
          <p:nvPr/>
        </p:nvSpPr>
        <p:spPr>
          <a:xfrm>
            <a:off x="6941760" y="2878218"/>
            <a:ext cx="1362698" cy="68169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sz="2400" kern="0" err="1">
                <a:solidFill>
                  <a:prstClr val="black"/>
                </a:solidFill>
              </a:rPr>
              <a:t>indA</a:t>
            </a:r>
            <a:r>
              <a:rPr lang="en-US" sz="2400" kern="0">
                <a:solidFill>
                  <a:prstClr val="black"/>
                </a:solidFill>
              </a:rPr>
              <a:t> [0:an]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11D5DB6-ED44-42DD-8FDF-34B6986378AE}"/>
              </a:ext>
            </a:extLst>
          </p:cNvPr>
          <p:cNvSpPr/>
          <p:nvPr/>
        </p:nvSpPr>
        <p:spPr>
          <a:xfrm>
            <a:off x="9603842" y="3886373"/>
            <a:ext cx="378225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5E79691-AAD6-45BC-9A65-97F096C3B0EE}"/>
              </a:ext>
            </a:extLst>
          </p:cNvPr>
          <p:cNvSpPr/>
          <p:nvPr/>
        </p:nvSpPr>
        <p:spPr>
          <a:xfrm>
            <a:off x="8430256" y="2875160"/>
            <a:ext cx="1362698" cy="68169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sz="2400" kern="0" err="1">
                <a:solidFill>
                  <a:prstClr val="black"/>
                </a:solidFill>
              </a:rPr>
              <a:t>indA</a:t>
            </a:r>
            <a:r>
              <a:rPr lang="en-US" sz="2400" kern="0">
                <a:solidFill>
                  <a:prstClr val="black"/>
                </a:solidFill>
              </a:rPr>
              <a:t> [0:an]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A999BBF-DD8F-4FAD-A067-3A4876A39144}"/>
              </a:ext>
            </a:extLst>
          </p:cNvPr>
          <p:cNvCxnSpPr>
            <a:cxnSpLocks/>
            <a:stCxn id="72" idx="6"/>
            <a:endCxn id="78" idx="2"/>
          </p:cNvCxnSpPr>
          <p:nvPr/>
        </p:nvCxnSpPr>
        <p:spPr>
          <a:xfrm flipV="1">
            <a:off x="9982067" y="3555282"/>
            <a:ext cx="573137" cy="536831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dash"/>
            <a:miter lim="800000"/>
            <a:tailEnd type="triangle"/>
          </a:ln>
          <a:effectLst/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92E5845-604A-4775-8A4F-4A8E5D405C25}"/>
              </a:ext>
            </a:extLst>
          </p:cNvPr>
          <p:cNvCxnSpPr>
            <a:cxnSpLocks/>
            <a:stCxn id="72" idx="1"/>
          </p:cNvCxnSpPr>
          <p:nvPr/>
        </p:nvCxnSpPr>
        <p:spPr>
          <a:xfrm flipH="1" flipV="1">
            <a:off x="8843935" y="3561104"/>
            <a:ext cx="815297" cy="385529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dash"/>
            <a:miter lim="800000"/>
            <a:tailEnd type="triangle"/>
          </a:ln>
          <a:effectLst/>
        </p:spPr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6900E2D-645A-4D7A-B630-695AFEE208CB}"/>
              </a:ext>
            </a:extLst>
          </p:cNvPr>
          <p:cNvSpPr/>
          <p:nvPr/>
        </p:nvSpPr>
        <p:spPr>
          <a:xfrm>
            <a:off x="9873855" y="2873592"/>
            <a:ext cx="1362698" cy="68169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sz="2400" kern="0" err="1">
                <a:solidFill>
                  <a:prstClr val="black"/>
                </a:solidFill>
              </a:rPr>
              <a:t>indA</a:t>
            </a:r>
            <a:r>
              <a:rPr lang="en-US" sz="2400" kern="0">
                <a:solidFill>
                  <a:prstClr val="black"/>
                </a:solidFill>
              </a:rPr>
              <a:t> [0:an]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2840CE9-3F3C-4192-83DB-8C02CE34550A}"/>
              </a:ext>
            </a:extLst>
          </p:cNvPr>
          <p:cNvCxnSpPr>
            <a:cxnSpLocks/>
            <a:stCxn id="82" idx="2"/>
            <a:endCxn id="73" idx="0"/>
          </p:cNvCxnSpPr>
          <p:nvPr/>
        </p:nvCxnSpPr>
        <p:spPr>
          <a:xfrm>
            <a:off x="6790871" y="2144154"/>
            <a:ext cx="2320734" cy="731006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34D92DBC-9AF4-45E4-97E9-670A8B8B3329}"/>
              </a:ext>
            </a:extLst>
          </p:cNvPr>
          <p:cNvSpPr/>
          <p:nvPr/>
        </p:nvSpPr>
        <p:spPr>
          <a:xfrm>
            <a:off x="8776788" y="1791816"/>
            <a:ext cx="2194134" cy="356759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indB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[0:bn]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D08B290-6588-48EE-A8B0-F8339AE14C75}"/>
              </a:ext>
            </a:extLst>
          </p:cNvPr>
          <p:cNvCxnSpPr>
            <a:cxnSpLocks/>
            <a:stCxn id="80" idx="2"/>
            <a:endCxn id="78" idx="0"/>
          </p:cNvCxnSpPr>
          <p:nvPr/>
        </p:nvCxnSpPr>
        <p:spPr>
          <a:xfrm>
            <a:off x="9873855" y="2148575"/>
            <a:ext cx="681349" cy="725017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34D94494-C606-4B6E-9C10-887CF17E526C}"/>
              </a:ext>
            </a:extLst>
          </p:cNvPr>
          <p:cNvSpPr/>
          <p:nvPr/>
        </p:nvSpPr>
        <p:spPr>
          <a:xfrm>
            <a:off x="5693804" y="1787395"/>
            <a:ext cx="2194134" cy="356759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indA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[0:an]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0909170-BCA4-45B9-B209-1A24AEE63D84}"/>
              </a:ext>
            </a:extLst>
          </p:cNvPr>
          <p:cNvSpPr/>
          <p:nvPr/>
        </p:nvSpPr>
        <p:spPr>
          <a:xfrm>
            <a:off x="8602359" y="5329790"/>
            <a:ext cx="2414446" cy="411401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matchedInd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[0: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28952B2-FE02-42E0-82BF-E8891EDE3C42}"/>
              </a:ext>
            </a:extLst>
          </p:cNvPr>
          <p:cNvCxnSpPr>
            <a:cxnSpLocks/>
            <a:stCxn id="93" idx="4"/>
            <a:endCxn id="83" idx="0"/>
          </p:cNvCxnSpPr>
          <p:nvPr/>
        </p:nvCxnSpPr>
        <p:spPr>
          <a:xfrm>
            <a:off x="9809582" y="4955075"/>
            <a:ext cx="0" cy="374715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6BAEBE4-119E-49EB-9594-D96D5B7BA408}"/>
              </a:ext>
            </a:extLst>
          </p:cNvPr>
          <p:cNvCxnSpPr>
            <a:cxnSpLocks/>
            <a:stCxn id="51" idx="4"/>
            <a:endCxn id="57" idx="0"/>
          </p:cNvCxnSpPr>
          <p:nvPr/>
        </p:nvCxnSpPr>
        <p:spPr>
          <a:xfrm>
            <a:off x="7538014" y="5148305"/>
            <a:ext cx="135275" cy="210224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833B3076-61D0-4102-B7BF-6249E9560A50}"/>
              </a:ext>
            </a:extLst>
          </p:cNvPr>
          <p:cNvSpPr/>
          <p:nvPr/>
        </p:nvSpPr>
        <p:spPr>
          <a:xfrm>
            <a:off x="9603842" y="4543595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4BF90E80-CFBC-464E-B9D3-A6FD0074411F}"/>
              </a:ext>
            </a:extLst>
          </p:cNvPr>
          <p:cNvCxnSpPr>
            <a:cxnSpLocks/>
            <a:endCxn id="72" idx="7"/>
          </p:cNvCxnSpPr>
          <p:nvPr/>
        </p:nvCxnSpPr>
        <p:spPr>
          <a:xfrm flipH="1">
            <a:off x="9926677" y="3531774"/>
            <a:ext cx="433615" cy="414859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05EFD7DD-2738-4515-9949-AAC9FCA571B2}"/>
              </a:ext>
            </a:extLst>
          </p:cNvPr>
          <p:cNvCxnSpPr>
            <a:cxnSpLocks/>
            <a:stCxn id="73" idx="2"/>
            <a:endCxn id="72" idx="0"/>
          </p:cNvCxnSpPr>
          <p:nvPr/>
        </p:nvCxnSpPr>
        <p:spPr>
          <a:xfrm>
            <a:off x="9111605" y="3556850"/>
            <a:ext cx="681350" cy="32952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2" name="Rectangle 151">
            <a:extLst>
              <a:ext uri="{FF2B5EF4-FFF2-40B4-BE49-F238E27FC236}">
                <a16:creationId xmlns:a16="http://schemas.microsoft.com/office/drawing/2014/main" id="{9B0EE3B4-EB7F-42D1-BD53-11BDC9298450}"/>
              </a:ext>
            </a:extLst>
          </p:cNvPr>
          <p:cNvSpPr/>
          <p:nvPr/>
        </p:nvSpPr>
        <p:spPr>
          <a:xfrm>
            <a:off x="6823064" y="5927871"/>
            <a:ext cx="1509299" cy="331776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Reset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DC4B9AF2-58AE-4F73-B1B7-5711C4DB6AAB}"/>
              </a:ext>
            </a:extLst>
          </p:cNvPr>
          <p:cNvCxnSpPr>
            <a:cxnSpLocks/>
            <a:stCxn id="57" idx="2"/>
            <a:endCxn id="152" idx="0"/>
          </p:cNvCxnSpPr>
          <p:nvPr/>
        </p:nvCxnSpPr>
        <p:spPr>
          <a:xfrm flipH="1">
            <a:off x="7577714" y="5711097"/>
            <a:ext cx="95575" cy="216774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8" name="Connector: Curved 157">
            <a:extLst>
              <a:ext uri="{FF2B5EF4-FFF2-40B4-BE49-F238E27FC236}">
                <a16:creationId xmlns:a16="http://schemas.microsoft.com/office/drawing/2014/main" id="{E787E8EF-64DA-4BE7-BB88-D1EA3341B4BC}"/>
              </a:ext>
            </a:extLst>
          </p:cNvPr>
          <p:cNvCxnSpPr>
            <a:stCxn id="152" idx="3"/>
            <a:endCxn id="83" idx="2"/>
          </p:cNvCxnSpPr>
          <p:nvPr/>
        </p:nvCxnSpPr>
        <p:spPr>
          <a:xfrm flipV="1">
            <a:off x="8332363" y="5741191"/>
            <a:ext cx="1477219" cy="352568"/>
          </a:xfrm>
          <a:prstGeom prst="curvedConnector2">
            <a:avLst/>
          </a:prstGeom>
          <a:ln w="2540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: Curved 158">
            <a:extLst>
              <a:ext uri="{FF2B5EF4-FFF2-40B4-BE49-F238E27FC236}">
                <a16:creationId xmlns:a16="http://schemas.microsoft.com/office/drawing/2014/main" id="{62B7B139-BF25-4E36-B203-716E87701729}"/>
              </a:ext>
            </a:extLst>
          </p:cNvPr>
          <p:cNvCxnSpPr>
            <a:cxnSpLocks/>
            <a:stCxn id="152" idx="1"/>
            <a:endCxn id="82" idx="1"/>
          </p:cNvCxnSpPr>
          <p:nvPr/>
        </p:nvCxnSpPr>
        <p:spPr>
          <a:xfrm rot="10800000">
            <a:off x="5693804" y="1965775"/>
            <a:ext cx="1129260" cy="4127984"/>
          </a:xfrm>
          <a:prstGeom prst="curvedConnector3">
            <a:avLst>
              <a:gd name="adj1" fmla="val 132262"/>
            </a:avLst>
          </a:prstGeom>
          <a:ln w="2540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: Curved 162">
            <a:extLst>
              <a:ext uri="{FF2B5EF4-FFF2-40B4-BE49-F238E27FC236}">
                <a16:creationId xmlns:a16="http://schemas.microsoft.com/office/drawing/2014/main" id="{6B9E4F2C-19B4-45F2-90F0-1596B461FD3F}"/>
              </a:ext>
            </a:extLst>
          </p:cNvPr>
          <p:cNvCxnSpPr>
            <a:cxnSpLocks/>
            <a:stCxn id="82" idx="3"/>
            <a:endCxn id="80" idx="1"/>
          </p:cNvCxnSpPr>
          <p:nvPr/>
        </p:nvCxnSpPr>
        <p:spPr>
          <a:xfrm>
            <a:off x="7887938" y="1965775"/>
            <a:ext cx="888850" cy="4421"/>
          </a:xfrm>
          <a:prstGeom prst="curvedConnector3">
            <a:avLst>
              <a:gd name="adj1" fmla="val 50000"/>
            </a:avLst>
          </a:prstGeom>
          <a:ln w="2540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: Curved 165">
            <a:extLst>
              <a:ext uri="{FF2B5EF4-FFF2-40B4-BE49-F238E27FC236}">
                <a16:creationId xmlns:a16="http://schemas.microsoft.com/office/drawing/2014/main" id="{5D3BE284-12AE-4DFE-B4BE-5E4F9B677E03}"/>
              </a:ext>
            </a:extLst>
          </p:cNvPr>
          <p:cNvCxnSpPr>
            <a:cxnSpLocks/>
            <a:stCxn id="152" idx="1"/>
            <a:endCxn id="57" idx="1"/>
          </p:cNvCxnSpPr>
          <p:nvPr/>
        </p:nvCxnSpPr>
        <p:spPr>
          <a:xfrm rot="10800000">
            <a:off x="6823064" y="5534813"/>
            <a:ext cx="12700" cy="558946"/>
          </a:xfrm>
          <a:prstGeom prst="curvedConnector3">
            <a:avLst>
              <a:gd name="adj1" fmla="val 1800000"/>
            </a:avLst>
          </a:prstGeom>
          <a:ln w="2540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91EEA5CC-DB57-46A6-9F4C-1CB957866F39}"/>
              </a:ext>
            </a:extLst>
          </p:cNvPr>
          <p:cNvCxnSpPr>
            <a:cxnSpLocks/>
            <a:stCxn id="43" idx="7"/>
            <a:endCxn id="51" idx="0"/>
          </p:cNvCxnSpPr>
          <p:nvPr/>
        </p:nvCxnSpPr>
        <p:spPr>
          <a:xfrm>
            <a:off x="7197450" y="4499941"/>
            <a:ext cx="340564" cy="236884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7B018403-53A3-435F-91DC-80610D9B2DE8}"/>
              </a:ext>
            </a:extLst>
          </p:cNvPr>
          <p:cNvSpPr txBox="1"/>
          <p:nvPr/>
        </p:nvSpPr>
        <p:spPr>
          <a:xfrm>
            <a:off x="6201255" y="4287670"/>
            <a:ext cx="321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3</a:t>
            </a: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4C2DA382-2E7C-4F00-8F14-3FD8D07D1269}"/>
              </a:ext>
            </a:extLst>
          </p:cNvPr>
          <p:cNvCxnSpPr>
            <a:cxnSpLocks/>
            <a:stCxn id="72" idx="4"/>
            <a:endCxn id="93" idx="0"/>
          </p:cNvCxnSpPr>
          <p:nvPr/>
        </p:nvCxnSpPr>
        <p:spPr>
          <a:xfrm>
            <a:off x="9792955" y="4297853"/>
            <a:ext cx="16627" cy="24574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5A87592D-FFB7-423F-8A3B-DDA0F030EBE3}"/>
              </a:ext>
            </a:extLst>
          </p:cNvPr>
          <p:cNvSpPr/>
          <p:nvPr/>
        </p:nvSpPr>
        <p:spPr>
          <a:xfrm>
            <a:off x="6846230" y="4439681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22C2491-00F0-46FA-811F-B0185A8E0744}"/>
              </a:ext>
            </a:extLst>
          </p:cNvPr>
          <p:cNvCxnSpPr>
            <a:cxnSpLocks/>
            <a:stCxn id="58" idx="6"/>
            <a:endCxn id="43" idx="0"/>
          </p:cNvCxnSpPr>
          <p:nvPr/>
        </p:nvCxnSpPr>
        <p:spPr>
          <a:xfrm>
            <a:off x="6851131" y="4120322"/>
            <a:ext cx="200839" cy="319359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98715BF-E731-4058-9BE2-814C1275FE85}"/>
              </a:ext>
            </a:extLst>
          </p:cNvPr>
          <p:cNvCxnSpPr>
            <a:cxnSpLocks/>
            <a:stCxn id="72" idx="3"/>
            <a:endCxn id="51" idx="7"/>
          </p:cNvCxnSpPr>
          <p:nvPr/>
        </p:nvCxnSpPr>
        <p:spPr>
          <a:xfrm flipH="1">
            <a:off x="7683494" y="4237593"/>
            <a:ext cx="1975738" cy="559492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37ED4D90-1D78-4CFF-A3A1-339691C45FED}"/>
              </a:ext>
            </a:extLst>
          </p:cNvPr>
          <p:cNvSpPr/>
          <p:nvPr/>
        </p:nvSpPr>
        <p:spPr>
          <a:xfrm>
            <a:off x="7332274" y="4736825"/>
            <a:ext cx="411480" cy="411480"/>
          </a:xfrm>
          <a:prstGeom prst="ellipse">
            <a:avLst/>
          </a:prstGeom>
          <a:solidFill>
            <a:srgbClr val="ED7D31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0" tIns="4572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649A03E-CF9C-4C56-ADD6-9EC909738F99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6535545" y="4485043"/>
            <a:ext cx="370945" cy="14898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E7B563F-790F-4662-AFEF-8CE2C819A106}"/>
              </a:ext>
            </a:extLst>
          </p:cNvPr>
          <p:cNvCxnSpPr>
            <a:cxnSpLocks/>
            <a:stCxn id="43" idx="7"/>
            <a:endCxn id="93" idx="2"/>
          </p:cNvCxnSpPr>
          <p:nvPr/>
        </p:nvCxnSpPr>
        <p:spPr>
          <a:xfrm>
            <a:off x="7197450" y="4499941"/>
            <a:ext cx="2406392" cy="249394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4C044DB-B593-4E3F-B30D-EDD1D3E7CDAE}"/>
              </a:ext>
            </a:extLst>
          </p:cNvPr>
          <p:cNvSpPr txBox="1"/>
          <p:nvPr/>
        </p:nvSpPr>
        <p:spPr>
          <a:xfrm>
            <a:off x="7197450" y="4237593"/>
            <a:ext cx="780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done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799FA-A57E-428F-93FC-F134C332D7F4}"/>
              </a:ext>
            </a:extLst>
          </p:cNvPr>
          <p:cNvSpPr txBox="1"/>
          <p:nvPr/>
        </p:nvSpPr>
        <p:spPr>
          <a:xfrm>
            <a:off x="5421893" y="2769654"/>
            <a:ext cx="2935623" cy="1504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7790A8-9A70-4351-87C3-103595577A5B}"/>
              </a:ext>
            </a:extLst>
          </p:cNvPr>
          <p:cNvSpPr txBox="1"/>
          <p:nvPr/>
        </p:nvSpPr>
        <p:spPr>
          <a:xfrm>
            <a:off x="8352838" y="2764642"/>
            <a:ext cx="2935623" cy="1504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0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 animBg="1"/>
      <p:bldP spid="69" grpId="0" animBg="1"/>
      <p:bldP spid="72" grpId="0" animBg="1"/>
      <p:bldP spid="73" grpId="0" animBg="1"/>
      <p:bldP spid="78" grpId="0" animBg="1"/>
      <p:bldP spid="80" grpId="0" animBg="1"/>
      <p:bldP spid="82" grpId="0" animBg="1"/>
      <p:bldP spid="83" grpId="0" animBg="1"/>
      <p:bldP spid="93" grpId="0" animBg="1"/>
      <p:bldP spid="152" grpId="0" animBg="1"/>
      <p:bldP spid="187" grpId="0"/>
      <p:bldP spid="43" grpId="0" animBg="1"/>
      <p:bldP spid="51" grpId="0" animBg="1"/>
      <p:bldP spid="42" grpId="0"/>
      <p:bldP spid="3" grpId="0" animBg="1"/>
      <p:bldP spid="4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C3707-3A97-4824-899D-AD3AC98F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17</a:t>
            </a:fld>
            <a:endParaRPr lang="en-US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EE5BDE20-6D29-4E0D-A1F1-0DCAE67DF034}"/>
              </a:ext>
            </a:extLst>
          </p:cNvPr>
          <p:cNvSpPr txBox="1">
            <a:spLocks/>
          </p:cNvSpPr>
          <p:nvPr/>
        </p:nvSpPr>
        <p:spPr>
          <a:xfrm>
            <a:off x="772885" y="2171419"/>
            <a:ext cx="10640849" cy="13255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Step 1: Write the DFG (</a:t>
            </a:r>
            <a:r>
              <a:rPr lang="en-US" sz="3600" b="1"/>
              <a:t>manual/</a:t>
            </a:r>
            <a:r>
              <a:rPr lang="en-US" sz="3600">
                <a:latin typeface="Consolas" panose="020B0609020204030204" pitchFamily="49" charset="0"/>
              </a:rPr>
              <a:t>04_join/</a:t>
            </a:r>
            <a:r>
              <a:rPr lang="en-US" sz="3600" err="1">
                <a:latin typeface="Consolas" panose="020B0609020204030204" pitchFamily="49" charset="0"/>
              </a:rPr>
              <a:t>join.dfg</a:t>
            </a:r>
            <a:r>
              <a:rPr lang="en-US" sz="3600"/>
              <a:t>) </a:t>
            </a:r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0E0069F4-2628-426F-94C2-EC3C6A93D5B2}"/>
              </a:ext>
            </a:extLst>
          </p:cNvPr>
          <p:cNvSpPr txBox="1">
            <a:spLocks/>
          </p:cNvSpPr>
          <p:nvPr/>
        </p:nvSpPr>
        <p:spPr>
          <a:xfrm>
            <a:off x="712951" y="4374737"/>
            <a:ext cx="10815019" cy="13255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Step 2: Write control code (</a:t>
            </a:r>
            <a:r>
              <a:rPr lang="en-US" sz="3600" b="1"/>
              <a:t>manual/ </a:t>
            </a:r>
            <a:r>
              <a:rPr lang="en-US" sz="3600">
                <a:latin typeface="Consolas" panose="020B0609020204030204" pitchFamily="49" charset="0"/>
              </a:rPr>
              <a:t>04_join/main.cc</a:t>
            </a:r>
            <a:r>
              <a:rPr lang="en-US" sz="3600"/>
              <a:t>)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45D9BF45-8EB1-472E-9520-B5F05DD5F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/>
          <a:lstStyle/>
          <a:p>
            <a:r>
              <a:rPr lang="en-US"/>
              <a:t>Hands-on-Exercise: (Find index when index-data matched!!)</a:t>
            </a:r>
          </a:p>
        </p:txBody>
      </p:sp>
    </p:spTree>
    <p:extLst>
      <p:ext uri="{BB962C8B-B14F-4D97-AF65-F5344CB8AC3E}">
        <p14:creationId xmlns:p14="http://schemas.microsoft.com/office/powerpoint/2010/main" val="941132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D2252-1367-493C-B564-C27E238B2BB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/>
          <a:lstStyle/>
          <a:p>
            <a:r>
              <a:rPr lang="en-US"/>
              <a:t>Step 1: Append the DFG </a:t>
            </a:r>
            <a:r>
              <a:rPr lang="en-US">
                <a:latin typeface="Consolas" panose="020B0609020204030204" pitchFamily="49" charset="0"/>
              </a:rPr>
              <a:t>(manual/04_join/</a:t>
            </a:r>
            <a:r>
              <a:rPr lang="en-US" err="1">
                <a:latin typeface="Consolas" panose="020B0609020204030204" pitchFamily="49" charset="0"/>
              </a:rPr>
              <a:t>join.dfg</a:t>
            </a:r>
            <a:r>
              <a:rPr lang="en-US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7587B-7E3B-469B-B10B-7B48201E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18</a:t>
            </a:fld>
            <a:endParaRPr lang="en-US"/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A1BDBF62-5F8C-4DA5-A57D-E45D36A4E82B}"/>
              </a:ext>
            </a:extLst>
          </p:cNvPr>
          <p:cNvSpPr txBox="1">
            <a:spLocks/>
          </p:cNvSpPr>
          <p:nvPr/>
        </p:nvSpPr>
        <p:spPr>
          <a:xfrm>
            <a:off x="193856" y="1838730"/>
            <a:ext cx="5189724" cy="4568126"/>
          </a:xfrm>
          <a:prstGeom prst="rect">
            <a:avLst/>
          </a:prstGeom>
          <a:noFill/>
          <a:ln w="6350">
            <a:solidFill>
              <a:sysClr val="windowText" lastClr="000000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04_join/</a:t>
            </a:r>
            <a:r>
              <a:rPr kumimoji="0" lang="en-US" sz="2200" b="0" i="0" u="none" strike="noStrike" kern="1200" cap="none" spc="0" normalizeH="0" baseline="0" noProof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join.dfg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Input: </a:t>
            </a:r>
            <a:r>
              <a:rPr kumimoji="0" lang="en-US" altLang="en-US" sz="1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indA</a:t>
            </a: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Input: </a:t>
            </a:r>
            <a:r>
              <a:rPr kumimoji="0" lang="en-US" altLang="en-US" sz="1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indB</a:t>
            </a: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en-US" sz="190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900">
                <a:solidFill>
                  <a:srgbClr val="FF0000"/>
                </a:solidFill>
                <a:latin typeface="Consolas" panose="020B0609020204030204" pitchFamily="49" charset="0"/>
              </a:rPr>
              <a:t>/* Write Compare operation here (Definition below:)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900">
                <a:solidFill>
                  <a:srgbClr val="FF0000"/>
                </a:solidFill>
                <a:latin typeface="Consolas" panose="020B0609020204030204" pitchFamily="49" charset="0"/>
              </a:rPr>
              <a:t>* if (op1 &gt; op2) out = 1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900">
                <a:solidFill>
                  <a:srgbClr val="FF0000"/>
                </a:solidFill>
                <a:latin typeface="Consolas" panose="020B0609020204030204" pitchFamily="49" charset="0"/>
              </a:rPr>
              <a:t>* else if (op2 &gt; op1) out = 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900">
                <a:solidFill>
                  <a:srgbClr val="FF0000"/>
                </a:solidFill>
                <a:latin typeface="Consolas" panose="020B0609020204030204" pitchFamily="49" charset="0"/>
              </a:rPr>
              <a:t>* else if (op1 == INF) out = 3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900">
                <a:solidFill>
                  <a:srgbClr val="FF0000"/>
                </a:solidFill>
                <a:latin typeface="Consolas" panose="020B0609020204030204" pitchFamily="49" charset="0"/>
              </a:rPr>
              <a:t>* else out = 1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900">
                <a:solidFill>
                  <a:srgbClr val="FF0000"/>
                </a:solidFill>
                <a:latin typeface="Consolas" panose="020B0609020204030204" pitchFamily="49" charset="0"/>
              </a:rPr>
              <a:t>*/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en-US" sz="190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900">
                <a:latin typeface="Consolas" panose="020B0609020204030204" pitchFamily="49" charset="0"/>
              </a:rPr>
              <a:t>match = </a:t>
            </a:r>
            <a:r>
              <a:rPr lang="en-US" sz="1900" b="1">
                <a:latin typeface="Consolas" panose="020B0609020204030204" pitchFamily="49" charset="0"/>
              </a:rPr>
              <a:t>Min64</a:t>
            </a:r>
            <a:r>
              <a:rPr lang="en-US" sz="1900">
                <a:latin typeface="Consolas" panose="020B0609020204030204" pitchFamily="49" charset="0"/>
              </a:rPr>
              <a:t>(</a:t>
            </a:r>
            <a:r>
              <a:rPr lang="en-US" sz="1900" err="1">
                <a:latin typeface="Consolas" panose="020B0609020204030204" pitchFamily="49" charset="0"/>
              </a:rPr>
              <a:t>indA</a:t>
            </a:r>
            <a:r>
              <a:rPr lang="en-US" sz="1900">
                <a:latin typeface="Consolas" panose="020B0609020204030204" pitchFamily="49" charset="0"/>
              </a:rPr>
              <a:t>, </a:t>
            </a:r>
            <a:r>
              <a:rPr lang="en-US" sz="1900" err="1">
                <a:latin typeface="Consolas" panose="020B0609020204030204" pitchFamily="49" charset="0"/>
              </a:rPr>
              <a:t>indB</a:t>
            </a:r>
            <a:r>
              <a:rPr lang="en-US" sz="1900">
                <a:latin typeface="Consolas" panose="020B0609020204030204" pitchFamily="49" charset="0"/>
              </a:rPr>
              <a:t>, </a:t>
            </a:r>
            <a:r>
              <a:rPr lang="en-US" sz="1900">
                <a:highlight>
                  <a:srgbClr val="FFFF00"/>
                </a:highlight>
                <a:latin typeface="Consolas" panose="020B0609020204030204" pitchFamily="49" charset="0"/>
              </a:rPr>
              <a:t>ctrl=</a:t>
            </a:r>
            <a:r>
              <a:rPr lang="en-US" sz="1900" err="1">
                <a:highlight>
                  <a:srgbClr val="FFFF00"/>
                </a:highlight>
                <a:latin typeface="Consolas" panose="020B0609020204030204" pitchFamily="49" charset="0"/>
              </a:rPr>
              <a:t>pred</a:t>
            </a:r>
            <a:r>
              <a:rPr lang="en-US" sz="1900">
                <a:highlight>
                  <a:srgbClr val="FFFF00"/>
                </a:highlight>
                <a:latin typeface="Consolas" panose="020B0609020204030204" pitchFamily="49" charset="0"/>
              </a:rPr>
              <a:t>{1:b1|d, 2:b2|d})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900" err="1">
                <a:latin typeface="Consolas" panose="020B0609020204030204" pitchFamily="49" charset="0"/>
              </a:rPr>
              <a:t>is_end</a:t>
            </a:r>
            <a:r>
              <a:rPr lang="en-US" sz="1900">
                <a:latin typeface="Consolas" panose="020B0609020204030204" pitchFamily="49" charset="0"/>
              </a:rPr>
              <a:t> = </a:t>
            </a:r>
            <a:r>
              <a:rPr lang="en-US" sz="1900" b="1" err="1">
                <a:latin typeface="Consolas" panose="020B0609020204030204" pitchFamily="49" charset="0"/>
              </a:rPr>
              <a:t>ICmpEQ</a:t>
            </a:r>
            <a:r>
              <a:rPr lang="en-US" sz="1900">
                <a:latin typeface="Consolas" panose="020B0609020204030204" pitchFamily="49" charset="0"/>
              </a:rPr>
              <a:t>(</a:t>
            </a:r>
            <a:r>
              <a:rPr lang="en-US" sz="1900" err="1">
                <a:latin typeface="Consolas" panose="020B0609020204030204" pitchFamily="49" charset="0"/>
              </a:rPr>
              <a:t>pred</a:t>
            </a:r>
            <a:r>
              <a:rPr lang="en-US" sz="1900">
                <a:latin typeface="Consolas" panose="020B0609020204030204" pitchFamily="49" charset="0"/>
              </a:rPr>
              <a:t>, 3, </a:t>
            </a:r>
            <a:r>
              <a:rPr lang="en-US" sz="1900">
                <a:highlight>
                  <a:srgbClr val="FFFF00"/>
                </a:highlight>
                <a:latin typeface="Consolas" panose="020B0609020204030204" pitchFamily="49" charset="0"/>
              </a:rPr>
              <a:t>ctrl=</a:t>
            </a:r>
            <a:r>
              <a:rPr lang="en-US" sz="1900" err="1">
                <a:highlight>
                  <a:srgbClr val="FFFF00"/>
                </a:highlight>
                <a:latin typeface="Consolas" panose="020B0609020204030204" pitchFamily="49" charset="0"/>
              </a:rPr>
              <a:t>pred</a:t>
            </a:r>
            <a:r>
              <a:rPr lang="en-US" sz="1900">
                <a:highlight>
                  <a:srgbClr val="FFFF00"/>
                </a:highlight>
                <a:latin typeface="Consolas" panose="020B0609020204030204" pitchFamily="49" charset="0"/>
              </a:rPr>
              <a:t>{1:d, 2:d})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900" err="1">
                <a:latin typeface="Consolas" panose="020B0609020204030204" pitchFamily="49" charset="0"/>
              </a:rPr>
              <a:t>matchedInd</a:t>
            </a:r>
            <a:r>
              <a:rPr lang="en-US" sz="1900">
                <a:latin typeface="Consolas" panose="020B0609020204030204" pitchFamily="49" charset="0"/>
              </a:rPr>
              <a:t> = </a:t>
            </a:r>
            <a:r>
              <a:rPr lang="en-US" sz="1900" b="1">
                <a:latin typeface="Consolas" panose="020B0609020204030204" pitchFamily="49" charset="0"/>
              </a:rPr>
              <a:t>Keep</a:t>
            </a:r>
            <a:r>
              <a:rPr lang="en-US" sz="1900">
                <a:latin typeface="Consolas" panose="020B0609020204030204" pitchFamily="49" charset="0"/>
              </a:rPr>
              <a:t>(match, 1, </a:t>
            </a:r>
            <a:r>
              <a:rPr lang="en-US" sz="1900">
                <a:highlight>
                  <a:srgbClr val="FFFF00"/>
                </a:highlight>
                <a:latin typeface="Consolas" panose="020B0609020204030204" pitchFamily="49" charset="0"/>
              </a:rPr>
              <a:t>ctrl=</a:t>
            </a:r>
            <a:r>
              <a:rPr lang="en-US" sz="1900" err="1">
                <a:highlight>
                  <a:srgbClr val="FFFF00"/>
                </a:highlight>
                <a:latin typeface="Consolas" panose="020B0609020204030204" pitchFamily="49" charset="0"/>
              </a:rPr>
              <a:t>is_end</a:t>
            </a:r>
            <a:r>
              <a:rPr lang="en-US" sz="1900">
                <a:highlight>
                  <a:srgbClr val="FFFF00"/>
                </a:highlight>
                <a:latin typeface="Consolas" panose="020B0609020204030204" pitchFamily="49" charset="0"/>
              </a:rPr>
              <a:t>{1:d})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900">
                <a:latin typeface="Consolas" panose="020B0609020204030204" pitchFamily="49" charset="0"/>
              </a:rPr>
              <a:t>done = </a:t>
            </a:r>
            <a:r>
              <a:rPr lang="en-US" sz="1900" b="1">
                <a:latin typeface="Consolas" panose="020B0609020204030204" pitchFamily="49" charset="0"/>
              </a:rPr>
              <a:t>Keep</a:t>
            </a:r>
            <a:r>
              <a:rPr lang="en-US" sz="1900">
                <a:latin typeface="Consolas" panose="020B0609020204030204" pitchFamily="49" charset="0"/>
              </a:rPr>
              <a:t>(match, </a:t>
            </a:r>
            <a:r>
              <a:rPr lang="en-US" sz="1900" err="1">
                <a:latin typeface="Consolas" panose="020B0609020204030204" pitchFamily="49" charset="0"/>
              </a:rPr>
              <a:t>is_end</a:t>
            </a:r>
            <a:r>
              <a:rPr lang="en-US" sz="1900">
                <a:latin typeface="Consolas" panose="020B0609020204030204" pitchFamily="49" charset="0"/>
              </a:rPr>
              <a:t>)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Output: </a:t>
            </a:r>
            <a:r>
              <a:rPr kumimoji="0" lang="en-US" altLang="en-US" sz="1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matchedInd</a:t>
            </a: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, done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C3730A7-7B87-4223-91BF-8FEF7EDA5A57}"/>
              </a:ext>
            </a:extLst>
          </p:cNvPr>
          <p:cNvGrpSpPr/>
          <p:nvPr/>
        </p:nvGrpSpPr>
        <p:grpSpPr>
          <a:xfrm>
            <a:off x="5488433" y="1787395"/>
            <a:ext cx="5748120" cy="4472252"/>
            <a:chOff x="5494489" y="1688921"/>
            <a:chExt cx="5748120" cy="4472252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E54D4BB-7193-4A9C-BEF0-59ED25891FA9}"/>
                </a:ext>
              </a:extLst>
            </p:cNvPr>
            <p:cNvSpPr/>
            <p:nvPr/>
          </p:nvSpPr>
          <p:spPr>
            <a:xfrm>
              <a:off x="6687602" y="5270941"/>
              <a:ext cx="1779295" cy="319948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Recv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(done)</a:t>
              </a: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CA6DCA9-513E-4BD9-ABE5-BFA7F4B45946}"/>
                </a:ext>
              </a:extLst>
            </p:cNvPr>
            <p:cNvSpPr/>
            <p:nvPr/>
          </p:nvSpPr>
          <p:spPr>
            <a:xfrm>
              <a:off x="6445707" y="3816108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0B9A61B-32A4-44FB-A74F-45E74689AB44}"/>
                </a:ext>
              </a:extLst>
            </p:cNvPr>
            <p:cNvSpPr/>
            <p:nvPr/>
          </p:nvSpPr>
          <p:spPr>
            <a:xfrm>
              <a:off x="5494489" y="2780940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0C5B9FB1-F212-4B22-A2ED-953F07FC80D3}"/>
                </a:ext>
              </a:extLst>
            </p:cNvPr>
            <p:cNvCxnSpPr>
              <a:cxnSpLocks/>
              <a:stCxn id="100" idx="2"/>
              <a:endCxn id="99" idx="1"/>
            </p:cNvCxnSpPr>
            <p:nvPr/>
          </p:nvCxnSpPr>
          <p:spPr>
            <a:xfrm>
              <a:off x="6175838" y="3462630"/>
              <a:ext cx="330129" cy="41373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9AAF3D2F-B6AC-4CCC-8C6C-DCE1B3ABF76E}"/>
                </a:ext>
              </a:extLst>
            </p:cNvPr>
            <p:cNvCxnSpPr>
              <a:cxnSpLocks/>
              <a:endCxn id="99" idx="7"/>
            </p:cNvCxnSpPr>
            <p:nvPr/>
          </p:nvCxnSpPr>
          <p:spPr>
            <a:xfrm flipH="1">
              <a:off x="6796927" y="3243405"/>
              <a:ext cx="433655" cy="632963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C7A7E6FD-6CC6-453D-BBE2-3CDEED8A43B9}"/>
                </a:ext>
              </a:extLst>
            </p:cNvPr>
            <p:cNvCxnSpPr>
              <a:cxnSpLocks/>
              <a:stCxn id="99" idx="6"/>
            </p:cNvCxnSpPr>
            <p:nvPr/>
          </p:nvCxnSpPr>
          <p:spPr>
            <a:xfrm flipV="1">
              <a:off x="6857187" y="3458376"/>
              <a:ext cx="574073" cy="563472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D21ACACF-A013-404F-A792-180D9BF724C8}"/>
                </a:ext>
              </a:extLst>
            </p:cNvPr>
            <p:cNvCxnSpPr>
              <a:cxnSpLocks/>
              <a:stCxn id="99" idx="2"/>
            </p:cNvCxnSpPr>
            <p:nvPr/>
          </p:nvCxnSpPr>
          <p:spPr>
            <a:xfrm flipH="1" flipV="1">
              <a:off x="5968726" y="3461434"/>
              <a:ext cx="476981" cy="560414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7236E3C8-BA45-4C9F-99B1-C5238D568C50}"/>
                </a:ext>
              </a:extLst>
            </p:cNvPr>
            <p:cNvCxnSpPr>
              <a:cxnSpLocks/>
              <a:stCxn id="99" idx="6"/>
              <a:endCxn id="109" idx="2"/>
            </p:cNvCxnSpPr>
            <p:nvPr/>
          </p:nvCxnSpPr>
          <p:spPr>
            <a:xfrm flipV="1">
              <a:off x="6857187" y="3993639"/>
              <a:ext cx="2752711" cy="28209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B4CD1DE5-75C7-4DD4-ADAC-C9AC255896C6}"/>
                </a:ext>
              </a:extLst>
            </p:cNvPr>
            <p:cNvCxnSpPr>
              <a:cxnSpLocks/>
              <a:stCxn id="117" idx="2"/>
              <a:endCxn id="100" idx="0"/>
            </p:cNvCxnSpPr>
            <p:nvPr/>
          </p:nvCxnSpPr>
          <p:spPr>
            <a:xfrm flipH="1">
              <a:off x="6175838" y="2045680"/>
              <a:ext cx="621089" cy="73526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0D9ACAFC-1111-4205-BF53-36F2CA6DF8B4}"/>
                </a:ext>
              </a:extLst>
            </p:cNvPr>
            <p:cNvCxnSpPr>
              <a:cxnSpLocks/>
              <a:stCxn id="115" idx="2"/>
              <a:endCxn id="108" idx="0"/>
            </p:cNvCxnSpPr>
            <p:nvPr/>
          </p:nvCxnSpPr>
          <p:spPr>
            <a:xfrm flipH="1">
              <a:off x="7629165" y="2050101"/>
              <a:ext cx="2250746" cy="729643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78E475F-6F17-451F-84F1-10CD747431F9}"/>
                </a:ext>
              </a:extLst>
            </p:cNvPr>
            <p:cNvSpPr/>
            <p:nvPr/>
          </p:nvSpPr>
          <p:spPr>
            <a:xfrm>
              <a:off x="6947816" y="2779744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C2DEBA0A-6540-446F-A140-94BC833376AD}"/>
                </a:ext>
              </a:extLst>
            </p:cNvPr>
            <p:cNvSpPr/>
            <p:nvPr/>
          </p:nvSpPr>
          <p:spPr>
            <a:xfrm>
              <a:off x="9609898" y="3787899"/>
              <a:ext cx="378225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9E59776-68FF-4CC7-AC09-D824EDFFB6B6}"/>
                </a:ext>
              </a:extLst>
            </p:cNvPr>
            <p:cNvSpPr/>
            <p:nvPr/>
          </p:nvSpPr>
          <p:spPr>
            <a:xfrm>
              <a:off x="8436312" y="2776686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F7F0B442-B3D1-45E7-BA8D-9E099DFF0C47}"/>
                </a:ext>
              </a:extLst>
            </p:cNvPr>
            <p:cNvCxnSpPr>
              <a:cxnSpLocks/>
              <a:stCxn id="109" idx="6"/>
              <a:endCxn id="113" idx="2"/>
            </p:cNvCxnSpPr>
            <p:nvPr/>
          </p:nvCxnSpPr>
          <p:spPr>
            <a:xfrm flipV="1">
              <a:off x="9988123" y="3456808"/>
              <a:ext cx="573137" cy="536831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61C69E10-1BFB-4C11-9045-28C2B06AAE28}"/>
                </a:ext>
              </a:extLst>
            </p:cNvPr>
            <p:cNvCxnSpPr>
              <a:cxnSpLocks/>
              <a:stCxn id="109" idx="1"/>
            </p:cNvCxnSpPr>
            <p:nvPr/>
          </p:nvCxnSpPr>
          <p:spPr>
            <a:xfrm flipH="1" flipV="1">
              <a:off x="8849991" y="3462630"/>
              <a:ext cx="815297" cy="385529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C9EF0122-BD81-49A7-B949-06EFA5048B31}"/>
                </a:ext>
              </a:extLst>
            </p:cNvPr>
            <p:cNvSpPr/>
            <p:nvPr/>
          </p:nvSpPr>
          <p:spPr>
            <a:xfrm>
              <a:off x="9879911" y="2775118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6115FE8B-EB41-4023-AF55-D1D5E9EBEC7E}"/>
                </a:ext>
              </a:extLst>
            </p:cNvPr>
            <p:cNvCxnSpPr>
              <a:cxnSpLocks/>
              <a:stCxn id="117" idx="2"/>
              <a:endCxn id="110" idx="0"/>
            </p:cNvCxnSpPr>
            <p:nvPr/>
          </p:nvCxnSpPr>
          <p:spPr>
            <a:xfrm>
              <a:off x="6796927" y="2045680"/>
              <a:ext cx="2320734" cy="73100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92055EA-5C23-4D1D-85E1-91BEEBBE1380}"/>
                </a:ext>
              </a:extLst>
            </p:cNvPr>
            <p:cNvSpPr/>
            <p:nvPr/>
          </p:nvSpPr>
          <p:spPr>
            <a:xfrm>
              <a:off x="8782844" y="1693342"/>
              <a:ext cx="2194134" cy="356759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indB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[0:bn]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8A097D82-FA35-435A-8D79-5F1213196A2D}"/>
                </a:ext>
              </a:extLst>
            </p:cNvPr>
            <p:cNvCxnSpPr>
              <a:cxnSpLocks/>
              <a:stCxn id="115" idx="2"/>
              <a:endCxn id="113" idx="0"/>
            </p:cNvCxnSpPr>
            <p:nvPr/>
          </p:nvCxnSpPr>
          <p:spPr>
            <a:xfrm>
              <a:off x="9879911" y="2050101"/>
              <a:ext cx="681349" cy="725017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92C84827-B26C-490E-8776-9338848581E3}"/>
                </a:ext>
              </a:extLst>
            </p:cNvPr>
            <p:cNvSpPr/>
            <p:nvPr/>
          </p:nvSpPr>
          <p:spPr>
            <a:xfrm>
              <a:off x="5699860" y="1688921"/>
              <a:ext cx="2194134" cy="356759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indA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[0:an]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79BECC4-3211-4534-83C2-0ABB04C2C069}"/>
                </a:ext>
              </a:extLst>
            </p:cNvPr>
            <p:cNvSpPr/>
            <p:nvPr/>
          </p:nvSpPr>
          <p:spPr>
            <a:xfrm>
              <a:off x="8608415" y="5231316"/>
              <a:ext cx="2414446" cy="411401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matchedInd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[0: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]</a:t>
              </a:r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2EEEBB88-718C-448B-A9BF-38969536F31A}"/>
                </a:ext>
              </a:extLst>
            </p:cNvPr>
            <p:cNvCxnSpPr>
              <a:cxnSpLocks/>
              <a:stCxn id="121" idx="4"/>
              <a:endCxn id="118" idx="0"/>
            </p:cNvCxnSpPr>
            <p:nvPr/>
          </p:nvCxnSpPr>
          <p:spPr>
            <a:xfrm>
              <a:off x="9815638" y="4856601"/>
              <a:ext cx="0" cy="37471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6ABB056A-1346-4064-9EC5-B936A61C59B9}"/>
                </a:ext>
              </a:extLst>
            </p:cNvPr>
            <p:cNvCxnSpPr>
              <a:cxnSpLocks/>
              <a:stCxn id="136" idx="4"/>
              <a:endCxn id="98" idx="0"/>
            </p:cNvCxnSpPr>
            <p:nvPr/>
          </p:nvCxnSpPr>
          <p:spPr>
            <a:xfrm>
              <a:off x="7544070" y="5049831"/>
              <a:ext cx="33180" cy="22111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18B09EF8-7F41-413A-B414-5334D490910C}"/>
                </a:ext>
              </a:extLst>
            </p:cNvPr>
            <p:cNvSpPr/>
            <p:nvPr/>
          </p:nvSpPr>
          <p:spPr>
            <a:xfrm>
              <a:off x="9609898" y="4445121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600" b="1" kern="0">
                  <a:solidFill>
                    <a:prstClr val="black"/>
                  </a:solidFill>
                  <a:latin typeface="Calibri" panose="020F0502020204030204"/>
                </a:rPr>
                <a:t>f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AEF5F569-E946-47B3-9A73-0A17EDE10D59}"/>
                </a:ext>
              </a:extLst>
            </p:cNvPr>
            <p:cNvCxnSpPr>
              <a:cxnSpLocks/>
              <a:endCxn id="109" idx="7"/>
            </p:cNvCxnSpPr>
            <p:nvPr/>
          </p:nvCxnSpPr>
          <p:spPr>
            <a:xfrm flipH="1">
              <a:off x="9932733" y="3433300"/>
              <a:ext cx="433615" cy="414859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2C574604-5242-4CD3-A043-68729BC3D665}"/>
                </a:ext>
              </a:extLst>
            </p:cNvPr>
            <p:cNvCxnSpPr>
              <a:cxnSpLocks/>
              <a:stCxn id="110" idx="2"/>
              <a:endCxn id="109" idx="0"/>
            </p:cNvCxnSpPr>
            <p:nvPr/>
          </p:nvCxnSpPr>
          <p:spPr>
            <a:xfrm>
              <a:off x="9117661" y="3458376"/>
              <a:ext cx="681350" cy="329523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3CE867D6-EA51-45D2-AD0A-E791623A5892}"/>
                </a:ext>
              </a:extLst>
            </p:cNvPr>
            <p:cNvSpPr/>
            <p:nvPr/>
          </p:nvSpPr>
          <p:spPr>
            <a:xfrm>
              <a:off x="6829120" y="5829397"/>
              <a:ext cx="1509299" cy="331776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Reset</a:t>
              </a:r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8DB47DF9-0B08-4A52-803C-EF010264299C}"/>
                </a:ext>
              </a:extLst>
            </p:cNvPr>
            <p:cNvCxnSpPr>
              <a:cxnSpLocks/>
              <a:stCxn id="98" idx="2"/>
              <a:endCxn id="124" idx="0"/>
            </p:cNvCxnSpPr>
            <p:nvPr/>
          </p:nvCxnSpPr>
          <p:spPr>
            <a:xfrm>
              <a:off x="7577250" y="5590889"/>
              <a:ext cx="6520" cy="23850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6" name="Connector: Curved 125">
              <a:extLst>
                <a:ext uri="{FF2B5EF4-FFF2-40B4-BE49-F238E27FC236}">
                  <a16:creationId xmlns:a16="http://schemas.microsoft.com/office/drawing/2014/main" id="{18AEED07-1EA5-4D29-BAAC-0ACAA6540970}"/>
                </a:ext>
              </a:extLst>
            </p:cNvPr>
            <p:cNvCxnSpPr>
              <a:stCxn id="124" idx="3"/>
              <a:endCxn id="118" idx="2"/>
            </p:cNvCxnSpPr>
            <p:nvPr/>
          </p:nvCxnSpPr>
          <p:spPr>
            <a:xfrm flipV="1">
              <a:off x="8338419" y="5642717"/>
              <a:ext cx="1477219" cy="352568"/>
            </a:xfrm>
            <a:prstGeom prst="curvedConnector2">
              <a:avLst/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: Curved 126">
              <a:extLst>
                <a:ext uri="{FF2B5EF4-FFF2-40B4-BE49-F238E27FC236}">
                  <a16:creationId xmlns:a16="http://schemas.microsoft.com/office/drawing/2014/main" id="{3A30F40A-523B-4EE2-A6C7-406B740C1146}"/>
                </a:ext>
              </a:extLst>
            </p:cNvPr>
            <p:cNvCxnSpPr>
              <a:cxnSpLocks/>
              <a:stCxn id="124" idx="1"/>
              <a:endCxn id="117" idx="1"/>
            </p:cNvCxnSpPr>
            <p:nvPr/>
          </p:nvCxnSpPr>
          <p:spPr>
            <a:xfrm rot="10800000">
              <a:off x="5699860" y="1867301"/>
              <a:ext cx="1129260" cy="4127984"/>
            </a:xfrm>
            <a:prstGeom prst="curvedConnector3">
              <a:avLst>
                <a:gd name="adj1" fmla="val 132262"/>
              </a:avLst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or: Curved 127">
              <a:extLst>
                <a:ext uri="{FF2B5EF4-FFF2-40B4-BE49-F238E27FC236}">
                  <a16:creationId xmlns:a16="http://schemas.microsoft.com/office/drawing/2014/main" id="{ADC525FE-3150-4385-8F66-BD482D0A7E16}"/>
                </a:ext>
              </a:extLst>
            </p:cNvPr>
            <p:cNvCxnSpPr>
              <a:cxnSpLocks/>
              <a:stCxn id="117" idx="3"/>
              <a:endCxn id="115" idx="1"/>
            </p:cNvCxnSpPr>
            <p:nvPr/>
          </p:nvCxnSpPr>
          <p:spPr>
            <a:xfrm>
              <a:off x="7893994" y="1867301"/>
              <a:ext cx="888850" cy="4421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ctor: Curved 128">
              <a:extLst>
                <a:ext uri="{FF2B5EF4-FFF2-40B4-BE49-F238E27FC236}">
                  <a16:creationId xmlns:a16="http://schemas.microsoft.com/office/drawing/2014/main" id="{7C9DA040-13D8-4C41-AC00-394665EC1CB6}"/>
                </a:ext>
              </a:extLst>
            </p:cNvPr>
            <p:cNvCxnSpPr>
              <a:cxnSpLocks/>
              <a:stCxn id="124" idx="1"/>
              <a:endCxn id="98" idx="1"/>
            </p:cNvCxnSpPr>
            <p:nvPr/>
          </p:nvCxnSpPr>
          <p:spPr>
            <a:xfrm rot="10800000">
              <a:off x="6687602" y="5430915"/>
              <a:ext cx="141518" cy="564370"/>
            </a:xfrm>
            <a:prstGeom prst="curvedConnector3">
              <a:avLst>
                <a:gd name="adj1" fmla="val 261534"/>
              </a:avLst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05074D6E-705C-4405-9808-DF5BADD146ED}"/>
                </a:ext>
              </a:extLst>
            </p:cNvPr>
            <p:cNvCxnSpPr>
              <a:cxnSpLocks/>
              <a:stCxn id="133" idx="7"/>
              <a:endCxn id="136" idx="0"/>
            </p:cNvCxnSpPr>
            <p:nvPr/>
          </p:nvCxnSpPr>
          <p:spPr>
            <a:xfrm>
              <a:off x="7203506" y="4401467"/>
              <a:ext cx="340564" cy="236884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B33B332-B79B-404E-8960-99241CC7D87E}"/>
                </a:ext>
              </a:extLst>
            </p:cNvPr>
            <p:cNvSpPr txBox="1"/>
            <p:nvPr/>
          </p:nvSpPr>
          <p:spPr>
            <a:xfrm>
              <a:off x="6207311" y="4189196"/>
              <a:ext cx="3215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3</a:t>
              </a:r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F08DE6A4-60DB-4293-A502-0DB24385B365}"/>
                </a:ext>
              </a:extLst>
            </p:cNvPr>
            <p:cNvCxnSpPr>
              <a:cxnSpLocks/>
              <a:stCxn id="109" idx="4"/>
              <a:endCxn id="121" idx="0"/>
            </p:cNvCxnSpPr>
            <p:nvPr/>
          </p:nvCxnSpPr>
          <p:spPr>
            <a:xfrm>
              <a:off x="9799011" y="4199379"/>
              <a:ext cx="16627" cy="24574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C02C6A01-4C23-4222-A420-67B6A89BC3ED}"/>
                </a:ext>
              </a:extLst>
            </p:cNvPr>
            <p:cNvSpPr/>
            <p:nvPr/>
          </p:nvSpPr>
          <p:spPr>
            <a:xfrm>
              <a:off x="6852286" y="4341207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=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C8078834-AF18-4697-BBAD-97E4830B10F6}"/>
                </a:ext>
              </a:extLst>
            </p:cNvPr>
            <p:cNvCxnSpPr>
              <a:cxnSpLocks/>
              <a:stCxn id="99" idx="6"/>
              <a:endCxn id="133" idx="0"/>
            </p:cNvCxnSpPr>
            <p:nvPr/>
          </p:nvCxnSpPr>
          <p:spPr>
            <a:xfrm>
              <a:off x="6857187" y="4021848"/>
              <a:ext cx="200839" cy="319359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6E99929D-5B5D-4259-868F-3984BF0EDAC7}"/>
                </a:ext>
              </a:extLst>
            </p:cNvPr>
            <p:cNvCxnSpPr>
              <a:cxnSpLocks/>
              <a:stCxn id="109" idx="3"/>
              <a:endCxn id="136" idx="7"/>
            </p:cNvCxnSpPr>
            <p:nvPr/>
          </p:nvCxnSpPr>
          <p:spPr>
            <a:xfrm flipH="1">
              <a:off x="7689550" y="4139119"/>
              <a:ext cx="1975738" cy="55949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6017875A-B254-49AB-8AF4-B35AD13DEF63}"/>
                </a:ext>
              </a:extLst>
            </p:cNvPr>
            <p:cNvSpPr/>
            <p:nvPr/>
          </p:nvSpPr>
          <p:spPr>
            <a:xfrm>
              <a:off x="7338330" y="4638351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600" b="1" kern="0">
                  <a:solidFill>
                    <a:prstClr val="black"/>
                  </a:solidFill>
                  <a:latin typeface="Calibri" panose="020F0502020204030204"/>
                </a:rPr>
                <a:t>f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74D4C95F-C3CD-461F-8CC4-9E4E47F6A1B5}"/>
                </a:ext>
              </a:extLst>
            </p:cNvPr>
            <p:cNvCxnSpPr>
              <a:cxnSpLocks/>
              <a:endCxn id="133" idx="1"/>
            </p:cNvCxnSpPr>
            <p:nvPr/>
          </p:nvCxnSpPr>
          <p:spPr>
            <a:xfrm>
              <a:off x="6541601" y="4386569"/>
              <a:ext cx="370945" cy="1489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049049A5-5B66-44C6-A5A1-A66E28B55251}"/>
                </a:ext>
              </a:extLst>
            </p:cNvPr>
            <p:cNvCxnSpPr>
              <a:cxnSpLocks/>
              <a:stCxn id="133" idx="7"/>
              <a:endCxn id="121" idx="2"/>
            </p:cNvCxnSpPr>
            <p:nvPr/>
          </p:nvCxnSpPr>
          <p:spPr>
            <a:xfrm>
              <a:off x="7203506" y="4401467"/>
              <a:ext cx="2406392" cy="249394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02CA799-8BBA-498C-8B96-82A317D44698}"/>
                </a:ext>
              </a:extLst>
            </p:cNvPr>
            <p:cNvSpPr txBox="1"/>
            <p:nvPr/>
          </p:nvSpPr>
          <p:spPr>
            <a:xfrm>
              <a:off x="7203506" y="4139119"/>
              <a:ext cx="780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done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89498EC0-DB3F-44D1-ABC9-775F34FC91E5}"/>
              </a:ext>
            </a:extLst>
          </p:cNvPr>
          <p:cNvSpPr txBox="1"/>
          <p:nvPr/>
        </p:nvSpPr>
        <p:spPr>
          <a:xfrm>
            <a:off x="5428159" y="2836602"/>
            <a:ext cx="2935623" cy="1504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D33D19-85BB-47B6-8314-F53F7ECAB40A}"/>
              </a:ext>
            </a:extLst>
          </p:cNvPr>
          <p:cNvSpPr txBox="1"/>
          <p:nvPr/>
        </p:nvSpPr>
        <p:spPr>
          <a:xfrm>
            <a:off x="8369876" y="2825827"/>
            <a:ext cx="2935623" cy="1504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graphicFrame>
        <p:nvGraphicFramePr>
          <p:cNvPr id="52" name="Table 79">
            <a:extLst>
              <a:ext uri="{FF2B5EF4-FFF2-40B4-BE49-F238E27FC236}">
                <a16:creationId xmlns:a16="http://schemas.microsoft.com/office/drawing/2014/main" id="{5E70204D-CEBC-4D16-89CE-AF178A1DA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124387"/>
              </p:ext>
            </p:extLst>
          </p:nvPr>
        </p:nvGraphicFramePr>
        <p:xfrm>
          <a:off x="10191718" y="3317433"/>
          <a:ext cx="1857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136">
                  <a:extLst>
                    <a:ext uri="{9D8B030D-6E8A-4147-A177-3AD203B41FA5}">
                      <a16:colId xmlns:a16="http://schemas.microsoft.com/office/drawing/2014/main" val="2440963197"/>
                    </a:ext>
                  </a:extLst>
                </a:gridCol>
                <a:gridCol w="1179504">
                  <a:extLst>
                    <a:ext uri="{9D8B030D-6E8A-4147-A177-3AD203B41FA5}">
                      <a16:colId xmlns:a16="http://schemas.microsoft.com/office/drawing/2014/main" val="1802258452"/>
                    </a:ext>
                  </a:extLst>
                </a:gridCol>
              </a:tblGrid>
              <a:tr h="352380">
                <a:tc>
                  <a:txBody>
                    <a:bodyPr/>
                    <a:lstStyle/>
                    <a:p>
                      <a:r>
                        <a:rPr lang="en-US" err="1"/>
                        <a:t>pred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Signal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762940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620905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Reuse1,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363127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Reuse2,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974648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610055"/>
                  </a:ext>
                </a:extLst>
              </a:tr>
            </a:tbl>
          </a:graphicData>
        </a:graphic>
      </p:graphicFrame>
      <p:graphicFrame>
        <p:nvGraphicFramePr>
          <p:cNvPr id="53" name="Table 79">
            <a:extLst>
              <a:ext uri="{FF2B5EF4-FFF2-40B4-BE49-F238E27FC236}">
                <a16:creationId xmlns:a16="http://schemas.microsoft.com/office/drawing/2014/main" id="{AB87518F-A124-4DC0-888D-8547DE821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463275"/>
              </p:ext>
            </p:extLst>
          </p:nvPr>
        </p:nvGraphicFramePr>
        <p:xfrm>
          <a:off x="4604140" y="4292430"/>
          <a:ext cx="1857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820">
                  <a:extLst>
                    <a:ext uri="{9D8B030D-6E8A-4147-A177-3AD203B41FA5}">
                      <a16:colId xmlns:a16="http://schemas.microsoft.com/office/drawing/2014/main" val="2440963197"/>
                    </a:ext>
                  </a:extLst>
                </a:gridCol>
                <a:gridCol w="928820">
                  <a:extLst>
                    <a:ext uri="{9D8B030D-6E8A-4147-A177-3AD203B41FA5}">
                      <a16:colId xmlns:a16="http://schemas.microsoft.com/office/drawing/2014/main" val="1802258452"/>
                    </a:ext>
                  </a:extLst>
                </a:gridCol>
              </a:tblGrid>
              <a:tr h="352380">
                <a:tc>
                  <a:txBody>
                    <a:bodyPr/>
                    <a:lstStyle/>
                    <a:p>
                      <a:r>
                        <a:rPr lang="en-US" err="1"/>
                        <a:t>pred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Signal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762940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620905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363127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974648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610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35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D2252-1367-493C-B564-C27E238B2BB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/>
          <a:lstStyle/>
          <a:p>
            <a:r>
              <a:rPr lang="en-US"/>
              <a:t>Step 1: Append the DFG </a:t>
            </a:r>
            <a:r>
              <a:rPr lang="en-US">
                <a:latin typeface="Consolas" panose="020B0609020204030204" pitchFamily="49" charset="0"/>
              </a:rPr>
              <a:t>(manual/04_join/</a:t>
            </a:r>
            <a:r>
              <a:rPr lang="en-US" err="1">
                <a:latin typeface="Consolas" panose="020B0609020204030204" pitchFamily="49" charset="0"/>
              </a:rPr>
              <a:t>join.dfg</a:t>
            </a:r>
            <a:r>
              <a:rPr lang="en-US">
                <a:latin typeface="Consolas" panose="020B0609020204030204" pitchFamily="49" charset="0"/>
              </a:rPr>
              <a:t>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7587B-7E3B-469B-B10B-7B48201E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19</a:t>
            </a:fld>
            <a:endParaRPr lang="en-US"/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A1BDBF62-5F8C-4DA5-A57D-E45D36A4E82B}"/>
              </a:ext>
            </a:extLst>
          </p:cNvPr>
          <p:cNvSpPr txBox="1">
            <a:spLocks/>
          </p:cNvSpPr>
          <p:nvPr/>
        </p:nvSpPr>
        <p:spPr>
          <a:xfrm>
            <a:off x="193856" y="1838730"/>
            <a:ext cx="5189724" cy="4215017"/>
          </a:xfrm>
          <a:prstGeom prst="rect">
            <a:avLst/>
          </a:prstGeom>
          <a:noFill/>
          <a:ln w="6350">
            <a:solidFill>
              <a:sysClr val="windowText" lastClr="00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04_join/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join.dfg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Input: </a:t>
            </a:r>
            <a:r>
              <a:rPr kumimoji="0" lang="en-US" alt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indA</a:t>
            </a: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Input: </a:t>
            </a:r>
            <a:r>
              <a:rPr kumimoji="0" lang="en-US" alt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indB</a:t>
            </a: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900" dirty="0" err="1">
                <a:highlight>
                  <a:srgbClr val="00FF00"/>
                </a:highlight>
                <a:latin typeface="Consolas" panose="020B0609020204030204" pitchFamily="49" charset="0"/>
              </a:rPr>
              <a:t>pred</a:t>
            </a:r>
            <a:r>
              <a:rPr lang="en-US" sz="1900" dirty="0">
                <a:highlight>
                  <a:srgbClr val="00FF00"/>
                </a:highlight>
                <a:latin typeface="Consolas" panose="020B0609020204030204" pitchFamily="49" charset="0"/>
              </a:rPr>
              <a:t> = </a:t>
            </a:r>
            <a:r>
              <a:rPr lang="en-US" sz="1900" b="1" dirty="0">
                <a:highlight>
                  <a:srgbClr val="00FF00"/>
                </a:highlight>
                <a:latin typeface="Consolas" panose="020B0609020204030204" pitchFamily="49" charset="0"/>
              </a:rPr>
              <a:t>Compare64</a:t>
            </a:r>
            <a:r>
              <a:rPr lang="en-US" sz="1900" dirty="0"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sz="1900" dirty="0" err="1">
                <a:highlight>
                  <a:srgbClr val="00FF00"/>
                </a:highlight>
                <a:latin typeface="Consolas" panose="020B0609020204030204" pitchFamily="49" charset="0"/>
              </a:rPr>
              <a:t>indA</a:t>
            </a:r>
            <a:r>
              <a:rPr lang="en-US" sz="1900" dirty="0"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sz="1900" dirty="0" err="1">
                <a:highlight>
                  <a:srgbClr val="00FF00"/>
                </a:highlight>
                <a:latin typeface="Consolas" panose="020B0609020204030204" pitchFamily="49" charset="0"/>
              </a:rPr>
              <a:t>indB</a:t>
            </a:r>
            <a:r>
              <a:rPr lang="en-US" sz="1900" dirty="0">
                <a:highlight>
                  <a:srgbClr val="00FF00"/>
                </a:highlight>
                <a:latin typeface="Consolas" panose="020B0609020204030204" pitchFamily="49" charset="0"/>
              </a:rPr>
              <a:t>, self={1:b1, 2:b2})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900" dirty="0">
                <a:latin typeface="Consolas" panose="020B0609020204030204" pitchFamily="49" charset="0"/>
              </a:rPr>
              <a:t>match = </a:t>
            </a:r>
            <a:r>
              <a:rPr lang="en-US" sz="1900" b="1" dirty="0">
                <a:latin typeface="Consolas" panose="020B0609020204030204" pitchFamily="49" charset="0"/>
              </a:rPr>
              <a:t>Min64</a:t>
            </a:r>
            <a:r>
              <a:rPr lang="en-US" sz="1900" dirty="0">
                <a:latin typeface="Consolas" panose="020B0609020204030204" pitchFamily="49" charset="0"/>
              </a:rPr>
              <a:t>(</a:t>
            </a:r>
            <a:r>
              <a:rPr lang="en-US" sz="1900" dirty="0" err="1">
                <a:latin typeface="Consolas" panose="020B0609020204030204" pitchFamily="49" charset="0"/>
              </a:rPr>
              <a:t>indA</a:t>
            </a:r>
            <a:r>
              <a:rPr lang="en-US" sz="1900" dirty="0">
                <a:latin typeface="Consolas" panose="020B0609020204030204" pitchFamily="49" charset="0"/>
              </a:rPr>
              <a:t>, </a:t>
            </a:r>
            <a:r>
              <a:rPr lang="en-US" sz="1900" dirty="0" err="1">
                <a:latin typeface="Consolas" panose="020B0609020204030204" pitchFamily="49" charset="0"/>
              </a:rPr>
              <a:t>indB</a:t>
            </a:r>
            <a:r>
              <a:rPr lang="en-US" sz="1900" dirty="0">
                <a:latin typeface="Consolas" panose="020B0609020204030204" pitchFamily="49" charset="0"/>
              </a:rPr>
              <a:t>, </a:t>
            </a:r>
            <a:r>
              <a:rPr lang="en-US" sz="1900" dirty="0">
                <a:highlight>
                  <a:srgbClr val="FFFF00"/>
                </a:highlight>
                <a:latin typeface="Consolas" panose="020B0609020204030204" pitchFamily="49" charset="0"/>
              </a:rPr>
              <a:t>ctrl=</a:t>
            </a:r>
            <a:r>
              <a:rPr lang="en-US" sz="1900" dirty="0" err="1">
                <a:highlight>
                  <a:srgbClr val="FFFF00"/>
                </a:highlight>
                <a:latin typeface="Consolas" panose="020B0609020204030204" pitchFamily="49" charset="0"/>
              </a:rPr>
              <a:t>pred</a:t>
            </a:r>
            <a:r>
              <a:rPr lang="en-US" sz="1900" dirty="0">
                <a:highlight>
                  <a:srgbClr val="FFFF00"/>
                </a:highlight>
                <a:latin typeface="Consolas" panose="020B0609020204030204" pitchFamily="49" charset="0"/>
              </a:rPr>
              <a:t>{1:b1|d, 2:b2|d})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900" dirty="0" err="1">
                <a:latin typeface="Consolas" panose="020B0609020204030204" pitchFamily="49" charset="0"/>
              </a:rPr>
              <a:t>is_end</a:t>
            </a:r>
            <a:r>
              <a:rPr lang="en-US" sz="1900" dirty="0">
                <a:latin typeface="Consolas" panose="020B0609020204030204" pitchFamily="49" charset="0"/>
              </a:rPr>
              <a:t> = </a:t>
            </a:r>
            <a:r>
              <a:rPr lang="en-US" sz="1900" b="1" dirty="0" err="1">
                <a:latin typeface="Consolas" panose="020B0609020204030204" pitchFamily="49" charset="0"/>
              </a:rPr>
              <a:t>ICmpEQ</a:t>
            </a:r>
            <a:r>
              <a:rPr lang="en-US" sz="1900" dirty="0">
                <a:latin typeface="Consolas" panose="020B0609020204030204" pitchFamily="49" charset="0"/>
              </a:rPr>
              <a:t>(</a:t>
            </a:r>
            <a:r>
              <a:rPr lang="en-US" sz="1900" dirty="0" err="1">
                <a:latin typeface="Consolas" panose="020B0609020204030204" pitchFamily="49" charset="0"/>
              </a:rPr>
              <a:t>pred</a:t>
            </a:r>
            <a:r>
              <a:rPr lang="en-US" sz="1900" dirty="0">
                <a:latin typeface="Consolas" panose="020B0609020204030204" pitchFamily="49" charset="0"/>
              </a:rPr>
              <a:t>, 3, </a:t>
            </a:r>
            <a:r>
              <a:rPr lang="en-US" sz="1900" dirty="0">
                <a:highlight>
                  <a:srgbClr val="FFFF00"/>
                </a:highlight>
                <a:latin typeface="Consolas" panose="020B0609020204030204" pitchFamily="49" charset="0"/>
              </a:rPr>
              <a:t>ctrl=</a:t>
            </a:r>
            <a:r>
              <a:rPr lang="en-US" sz="1900" dirty="0" err="1">
                <a:highlight>
                  <a:srgbClr val="FFFF00"/>
                </a:highlight>
                <a:latin typeface="Consolas" panose="020B0609020204030204" pitchFamily="49" charset="0"/>
              </a:rPr>
              <a:t>pred</a:t>
            </a:r>
            <a:r>
              <a:rPr lang="en-US" sz="1900" dirty="0">
                <a:highlight>
                  <a:srgbClr val="FFFF00"/>
                </a:highlight>
                <a:latin typeface="Consolas" panose="020B0609020204030204" pitchFamily="49" charset="0"/>
              </a:rPr>
              <a:t>{1:d, 2:d})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900" dirty="0" err="1">
                <a:latin typeface="Consolas" panose="020B0609020204030204" pitchFamily="49" charset="0"/>
              </a:rPr>
              <a:t>matchedInd</a:t>
            </a:r>
            <a:r>
              <a:rPr lang="en-US" sz="1900" dirty="0">
                <a:latin typeface="Consolas" panose="020B0609020204030204" pitchFamily="49" charset="0"/>
              </a:rPr>
              <a:t> = </a:t>
            </a:r>
            <a:r>
              <a:rPr lang="en-US" sz="1900" b="1" dirty="0">
                <a:latin typeface="Consolas" panose="020B0609020204030204" pitchFamily="49" charset="0"/>
              </a:rPr>
              <a:t>Keep</a:t>
            </a:r>
            <a:r>
              <a:rPr lang="en-US" sz="1900" dirty="0">
                <a:latin typeface="Consolas" panose="020B0609020204030204" pitchFamily="49" charset="0"/>
              </a:rPr>
              <a:t>(match, 1, </a:t>
            </a:r>
            <a:r>
              <a:rPr lang="en-US" sz="1900" dirty="0">
                <a:highlight>
                  <a:srgbClr val="FFFF00"/>
                </a:highlight>
                <a:latin typeface="Consolas" panose="020B0609020204030204" pitchFamily="49" charset="0"/>
              </a:rPr>
              <a:t>ctrl=</a:t>
            </a:r>
            <a:r>
              <a:rPr lang="en-US" sz="1900" dirty="0" err="1">
                <a:highlight>
                  <a:srgbClr val="FFFF00"/>
                </a:highlight>
                <a:latin typeface="Consolas" panose="020B0609020204030204" pitchFamily="49" charset="0"/>
              </a:rPr>
              <a:t>is_end</a:t>
            </a:r>
            <a:r>
              <a:rPr lang="en-US" sz="1900" dirty="0">
                <a:highlight>
                  <a:srgbClr val="FFFF00"/>
                </a:highlight>
                <a:latin typeface="Consolas" panose="020B0609020204030204" pitchFamily="49" charset="0"/>
              </a:rPr>
              <a:t>{1:d})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900" dirty="0">
                <a:latin typeface="Consolas" panose="020B0609020204030204" pitchFamily="49" charset="0"/>
              </a:rPr>
              <a:t>done = </a:t>
            </a:r>
            <a:r>
              <a:rPr lang="en-US" sz="1900" b="1" dirty="0">
                <a:latin typeface="Consolas" panose="020B0609020204030204" pitchFamily="49" charset="0"/>
              </a:rPr>
              <a:t>Keep</a:t>
            </a:r>
            <a:r>
              <a:rPr lang="en-US" sz="1900" dirty="0">
                <a:latin typeface="Consolas" panose="020B0609020204030204" pitchFamily="49" charset="0"/>
              </a:rPr>
              <a:t>(match, </a:t>
            </a:r>
            <a:r>
              <a:rPr lang="en-US" sz="1900" dirty="0" err="1">
                <a:latin typeface="Consolas" panose="020B0609020204030204" pitchFamily="49" charset="0"/>
              </a:rPr>
              <a:t>is_end</a:t>
            </a:r>
            <a:r>
              <a:rPr lang="en-US" sz="1900" dirty="0">
                <a:latin typeface="Consolas" panose="020B0609020204030204" pitchFamily="49" charset="0"/>
              </a:rPr>
              <a:t>) </a:t>
            </a:r>
            <a:endParaRPr kumimoji="0" lang="en-US" altLang="en-US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1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Output: </a:t>
            </a:r>
            <a:r>
              <a:rPr kumimoji="0" lang="en-US" alt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matchedInd</a:t>
            </a: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, done</a:t>
            </a: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C3730A7-7B87-4223-91BF-8FEF7EDA5A57}"/>
              </a:ext>
            </a:extLst>
          </p:cNvPr>
          <p:cNvGrpSpPr/>
          <p:nvPr/>
        </p:nvGrpSpPr>
        <p:grpSpPr>
          <a:xfrm>
            <a:off x="5488433" y="1787395"/>
            <a:ext cx="5748120" cy="4472252"/>
            <a:chOff x="5494489" y="1688921"/>
            <a:chExt cx="5748120" cy="4472252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E54D4BB-7193-4A9C-BEF0-59ED25891FA9}"/>
                </a:ext>
              </a:extLst>
            </p:cNvPr>
            <p:cNvSpPr/>
            <p:nvPr/>
          </p:nvSpPr>
          <p:spPr>
            <a:xfrm>
              <a:off x="6687608" y="5260055"/>
              <a:ext cx="1779295" cy="325106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Recv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(done)</a:t>
              </a: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CA6DCA9-513E-4BD9-ABE5-BFA7F4B45946}"/>
                </a:ext>
              </a:extLst>
            </p:cNvPr>
            <p:cNvSpPr/>
            <p:nvPr/>
          </p:nvSpPr>
          <p:spPr>
            <a:xfrm>
              <a:off x="6445707" y="3816108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0B9A61B-32A4-44FB-A74F-45E74689AB44}"/>
                </a:ext>
              </a:extLst>
            </p:cNvPr>
            <p:cNvSpPr/>
            <p:nvPr/>
          </p:nvSpPr>
          <p:spPr>
            <a:xfrm>
              <a:off x="5494489" y="2780940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0C5B9FB1-F212-4B22-A2ED-953F07FC80D3}"/>
                </a:ext>
              </a:extLst>
            </p:cNvPr>
            <p:cNvCxnSpPr>
              <a:cxnSpLocks/>
              <a:stCxn id="100" idx="2"/>
              <a:endCxn id="99" idx="1"/>
            </p:cNvCxnSpPr>
            <p:nvPr/>
          </p:nvCxnSpPr>
          <p:spPr>
            <a:xfrm>
              <a:off x="6175838" y="3462630"/>
              <a:ext cx="330129" cy="41373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9AAF3D2F-B6AC-4CCC-8C6C-DCE1B3ABF76E}"/>
                </a:ext>
              </a:extLst>
            </p:cNvPr>
            <p:cNvCxnSpPr>
              <a:cxnSpLocks/>
              <a:endCxn id="99" idx="7"/>
            </p:cNvCxnSpPr>
            <p:nvPr/>
          </p:nvCxnSpPr>
          <p:spPr>
            <a:xfrm flipH="1">
              <a:off x="6796927" y="3243405"/>
              <a:ext cx="433655" cy="632963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C7A7E6FD-6CC6-453D-BBE2-3CDEED8A43B9}"/>
                </a:ext>
              </a:extLst>
            </p:cNvPr>
            <p:cNvCxnSpPr>
              <a:cxnSpLocks/>
              <a:stCxn id="99" idx="6"/>
            </p:cNvCxnSpPr>
            <p:nvPr/>
          </p:nvCxnSpPr>
          <p:spPr>
            <a:xfrm flipV="1">
              <a:off x="6857187" y="3458376"/>
              <a:ext cx="574073" cy="563472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D21ACACF-A013-404F-A792-180D9BF724C8}"/>
                </a:ext>
              </a:extLst>
            </p:cNvPr>
            <p:cNvCxnSpPr>
              <a:cxnSpLocks/>
              <a:stCxn id="99" idx="2"/>
            </p:cNvCxnSpPr>
            <p:nvPr/>
          </p:nvCxnSpPr>
          <p:spPr>
            <a:xfrm flipH="1" flipV="1">
              <a:off x="5968726" y="3461434"/>
              <a:ext cx="476981" cy="560414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7236E3C8-BA45-4C9F-99B1-C5238D568C50}"/>
                </a:ext>
              </a:extLst>
            </p:cNvPr>
            <p:cNvCxnSpPr>
              <a:cxnSpLocks/>
              <a:stCxn id="99" idx="6"/>
              <a:endCxn id="109" idx="2"/>
            </p:cNvCxnSpPr>
            <p:nvPr/>
          </p:nvCxnSpPr>
          <p:spPr>
            <a:xfrm flipV="1">
              <a:off x="6857187" y="3993639"/>
              <a:ext cx="2752711" cy="28209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B4CD1DE5-75C7-4DD4-ADAC-C9AC255896C6}"/>
                </a:ext>
              </a:extLst>
            </p:cNvPr>
            <p:cNvCxnSpPr>
              <a:cxnSpLocks/>
              <a:stCxn id="117" idx="2"/>
              <a:endCxn id="100" idx="0"/>
            </p:cNvCxnSpPr>
            <p:nvPr/>
          </p:nvCxnSpPr>
          <p:spPr>
            <a:xfrm flipH="1">
              <a:off x="6175838" y="2045680"/>
              <a:ext cx="621089" cy="73526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0D9ACAFC-1111-4205-BF53-36F2CA6DF8B4}"/>
                </a:ext>
              </a:extLst>
            </p:cNvPr>
            <p:cNvCxnSpPr>
              <a:cxnSpLocks/>
              <a:stCxn id="115" idx="2"/>
              <a:endCxn id="108" idx="0"/>
            </p:cNvCxnSpPr>
            <p:nvPr/>
          </p:nvCxnSpPr>
          <p:spPr>
            <a:xfrm flipH="1">
              <a:off x="7629165" y="2050101"/>
              <a:ext cx="2250746" cy="729643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78E475F-6F17-451F-84F1-10CD747431F9}"/>
                </a:ext>
              </a:extLst>
            </p:cNvPr>
            <p:cNvSpPr/>
            <p:nvPr/>
          </p:nvSpPr>
          <p:spPr>
            <a:xfrm>
              <a:off x="6947816" y="2779744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C2DEBA0A-6540-446F-A140-94BC833376AD}"/>
                </a:ext>
              </a:extLst>
            </p:cNvPr>
            <p:cNvSpPr/>
            <p:nvPr/>
          </p:nvSpPr>
          <p:spPr>
            <a:xfrm>
              <a:off x="9609898" y="3787899"/>
              <a:ext cx="378225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9E59776-68FF-4CC7-AC09-D824EDFFB6B6}"/>
                </a:ext>
              </a:extLst>
            </p:cNvPr>
            <p:cNvSpPr/>
            <p:nvPr/>
          </p:nvSpPr>
          <p:spPr>
            <a:xfrm>
              <a:off x="8436312" y="2776686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F7F0B442-B3D1-45E7-BA8D-9E099DFF0C47}"/>
                </a:ext>
              </a:extLst>
            </p:cNvPr>
            <p:cNvCxnSpPr>
              <a:cxnSpLocks/>
              <a:stCxn id="109" idx="6"/>
              <a:endCxn id="113" idx="2"/>
            </p:cNvCxnSpPr>
            <p:nvPr/>
          </p:nvCxnSpPr>
          <p:spPr>
            <a:xfrm flipV="1">
              <a:off x="9988123" y="3456808"/>
              <a:ext cx="573137" cy="536831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61C69E10-1BFB-4C11-9045-28C2B06AAE28}"/>
                </a:ext>
              </a:extLst>
            </p:cNvPr>
            <p:cNvCxnSpPr>
              <a:cxnSpLocks/>
              <a:stCxn id="109" idx="1"/>
            </p:cNvCxnSpPr>
            <p:nvPr/>
          </p:nvCxnSpPr>
          <p:spPr>
            <a:xfrm flipH="1" flipV="1">
              <a:off x="8849991" y="3462630"/>
              <a:ext cx="815297" cy="385529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C9EF0122-BD81-49A7-B949-06EFA5048B31}"/>
                </a:ext>
              </a:extLst>
            </p:cNvPr>
            <p:cNvSpPr/>
            <p:nvPr/>
          </p:nvSpPr>
          <p:spPr>
            <a:xfrm>
              <a:off x="9879911" y="2775118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6115FE8B-EB41-4023-AF55-D1D5E9EBEC7E}"/>
                </a:ext>
              </a:extLst>
            </p:cNvPr>
            <p:cNvCxnSpPr>
              <a:cxnSpLocks/>
              <a:stCxn id="117" idx="2"/>
              <a:endCxn id="110" idx="0"/>
            </p:cNvCxnSpPr>
            <p:nvPr/>
          </p:nvCxnSpPr>
          <p:spPr>
            <a:xfrm>
              <a:off x="6796927" y="2045680"/>
              <a:ext cx="2320734" cy="73100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92055EA-5C23-4D1D-85E1-91BEEBBE1380}"/>
                </a:ext>
              </a:extLst>
            </p:cNvPr>
            <p:cNvSpPr/>
            <p:nvPr/>
          </p:nvSpPr>
          <p:spPr>
            <a:xfrm>
              <a:off x="8782844" y="1693342"/>
              <a:ext cx="2194134" cy="356759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indB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[0:bn]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8A097D82-FA35-435A-8D79-5F1213196A2D}"/>
                </a:ext>
              </a:extLst>
            </p:cNvPr>
            <p:cNvCxnSpPr>
              <a:cxnSpLocks/>
              <a:stCxn id="115" idx="2"/>
              <a:endCxn id="113" idx="0"/>
            </p:cNvCxnSpPr>
            <p:nvPr/>
          </p:nvCxnSpPr>
          <p:spPr>
            <a:xfrm>
              <a:off x="9879911" y="2050101"/>
              <a:ext cx="681349" cy="725017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92C84827-B26C-490E-8776-9338848581E3}"/>
                </a:ext>
              </a:extLst>
            </p:cNvPr>
            <p:cNvSpPr/>
            <p:nvPr/>
          </p:nvSpPr>
          <p:spPr>
            <a:xfrm>
              <a:off x="5699860" y="1688921"/>
              <a:ext cx="2194134" cy="356759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indA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[0:an]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79BECC4-3211-4534-83C2-0ABB04C2C069}"/>
                </a:ext>
              </a:extLst>
            </p:cNvPr>
            <p:cNvSpPr/>
            <p:nvPr/>
          </p:nvSpPr>
          <p:spPr>
            <a:xfrm>
              <a:off x="8608415" y="5231316"/>
              <a:ext cx="2414446" cy="411401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matchedInd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[0: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]</a:t>
              </a:r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2EEEBB88-718C-448B-A9BF-38969536F31A}"/>
                </a:ext>
              </a:extLst>
            </p:cNvPr>
            <p:cNvCxnSpPr>
              <a:cxnSpLocks/>
              <a:stCxn id="121" idx="4"/>
              <a:endCxn id="118" idx="0"/>
            </p:cNvCxnSpPr>
            <p:nvPr/>
          </p:nvCxnSpPr>
          <p:spPr>
            <a:xfrm>
              <a:off x="9815638" y="4856601"/>
              <a:ext cx="0" cy="37471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6ABB056A-1346-4064-9EC5-B936A61C59B9}"/>
                </a:ext>
              </a:extLst>
            </p:cNvPr>
            <p:cNvCxnSpPr>
              <a:cxnSpLocks/>
              <a:stCxn id="136" idx="4"/>
              <a:endCxn id="98" idx="0"/>
            </p:cNvCxnSpPr>
            <p:nvPr/>
          </p:nvCxnSpPr>
          <p:spPr>
            <a:xfrm>
              <a:off x="7544070" y="5049831"/>
              <a:ext cx="33186" cy="210224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18B09EF8-7F41-413A-B414-5334D490910C}"/>
                </a:ext>
              </a:extLst>
            </p:cNvPr>
            <p:cNvSpPr/>
            <p:nvPr/>
          </p:nvSpPr>
          <p:spPr>
            <a:xfrm>
              <a:off x="9609898" y="4445121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600" b="1" kern="0">
                  <a:solidFill>
                    <a:prstClr val="black"/>
                  </a:solidFill>
                  <a:latin typeface="Calibri" panose="020F0502020204030204"/>
                </a:rPr>
                <a:t>f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AEF5F569-E946-47B3-9A73-0A17EDE10D59}"/>
                </a:ext>
              </a:extLst>
            </p:cNvPr>
            <p:cNvCxnSpPr>
              <a:cxnSpLocks/>
              <a:endCxn id="109" idx="7"/>
            </p:cNvCxnSpPr>
            <p:nvPr/>
          </p:nvCxnSpPr>
          <p:spPr>
            <a:xfrm flipH="1">
              <a:off x="9932733" y="3433300"/>
              <a:ext cx="433615" cy="414859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2C574604-5242-4CD3-A043-68729BC3D665}"/>
                </a:ext>
              </a:extLst>
            </p:cNvPr>
            <p:cNvCxnSpPr>
              <a:cxnSpLocks/>
              <a:stCxn id="110" idx="2"/>
              <a:endCxn id="109" idx="0"/>
            </p:cNvCxnSpPr>
            <p:nvPr/>
          </p:nvCxnSpPr>
          <p:spPr>
            <a:xfrm>
              <a:off x="9117661" y="3458376"/>
              <a:ext cx="681350" cy="329523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3CE867D6-EA51-45D2-AD0A-E791623A5892}"/>
                </a:ext>
              </a:extLst>
            </p:cNvPr>
            <p:cNvSpPr/>
            <p:nvPr/>
          </p:nvSpPr>
          <p:spPr>
            <a:xfrm>
              <a:off x="6829120" y="5829397"/>
              <a:ext cx="1509299" cy="331776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Reset</a:t>
              </a:r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8DB47DF9-0B08-4A52-803C-EF010264299C}"/>
                </a:ext>
              </a:extLst>
            </p:cNvPr>
            <p:cNvCxnSpPr>
              <a:cxnSpLocks/>
              <a:stCxn id="98" idx="2"/>
              <a:endCxn id="124" idx="0"/>
            </p:cNvCxnSpPr>
            <p:nvPr/>
          </p:nvCxnSpPr>
          <p:spPr>
            <a:xfrm>
              <a:off x="7577256" y="5585161"/>
              <a:ext cx="6514" cy="24423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6" name="Connector: Curved 125">
              <a:extLst>
                <a:ext uri="{FF2B5EF4-FFF2-40B4-BE49-F238E27FC236}">
                  <a16:creationId xmlns:a16="http://schemas.microsoft.com/office/drawing/2014/main" id="{18AEED07-1EA5-4D29-BAAC-0ACAA6540970}"/>
                </a:ext>
              </a:extLst>
            </p:cNvPr>
            <p:cNvCxnSpPr>
              <a:stCxn id="124" idx="3"/>
              <a:endCxn id="118" idx="2"/>
            </p:cNvCxnSpPr>
            <p:nvPr/>
          </p:nvCxnSpPr>
          <p:spPr>
            <a:xfrm flipV="1">
              <a:off x="8338419" y="5642717"/>
              <a:ext cx="1477219" cy="352568"/>
            </a:xfrm>
            <a:prstGeom prst="curvedConnector2">
              <a:avLst/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: Curved 126">
              <a:extLst>
                <a:ext uri="{FF2B5EF4-FFF2-40B4-BE49-F238E27FC236}">
                  <a16:creationId xmlns:a16="http://schemas.microsoft.com/office/drawing/2014/main" id="{3A30F40A-523B-4EE2-A6C7-406B740C1146}"/>
                </a:ext>
              </a:extLst>
            </p:cNvPr>
            <p:cNvCxnSpPr>
              <a:cxnSpLocks/>
              <a:stCxn id="124" idx="1"/>
              <a:endCxn id="117" idx="1"/>
            </p:cNvCxnSpPr>
            <p:nvPr/>
          </p:nvCxnSpPr>
          <p:spPr>
            <a:xfrm rot="10800000">
              <a:off x="5699860" y="1867301"/>
              <a:ext cx="1129260" cy="4127984"/>
            </a:xfrm>
            <a:prstGeom prst="curvedConnector3">
              <a:avLst>
                <a:gd name="adj1" fmla="val 132262"/>
              </a:avLst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or: Curved 127">
              <a:extLst>
                <a:ext uri="{FF2B5EF4-FFF2-40B4-BE49-F238E27FC236}">
                  <a16:creationId xmlns:a16="http://schemas.microsoft.com/office/drawing/2014/main" id="{ADC525FE-3150-4385-8F66-BD482D0A7E16}"/>
                </a:ext>
              </a:extLst>
            </p:cNvPr>
            <p:cNvCxnSpPr>
              <a:cxnSpLocks/>
              <a:stCxn id="117" idx="3"/>
              <a:endCxn id="115" idx="1"/>
            </p:cNvCxnSpPr>
            <p:nvPr/>
          </p:nvCxnSpPr>
          <p:spPr>
            <a:xfrm>
              <a:off x="7893994" y="1867301"/>
              <a:ext cx="888850" cy="4421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ctor: Curved 128">
              <a:extLst>
                <a:ext uri="{FF2B5EF4-FFF2-40B4-BE49-F238E27FC236}">
                  <a16:creationId xmlns:a16="http://schemas.microsoft.com/office/drawing/2014/main" id="{7C9DA040-13D8-4C41-AC00-394665EC1CB6}"/>
                </a:ext>
              </a:extLst>
            </p:cNvPr>
            <p:cNvCxnSpPr>
              <a:cxnSpLocks/>
              <a:stCxn id="124" idx="1"/>
              <a:endCxn id="98" idx="1"/>
            </p:cNvCxnSpPr>
            <p:nvPr/>
          </p:nvCxnSpPr>
          <p:spPr>
            <a:xfrm rot="10800000">
              <a:off x="6687608" y="5422609"/>
              <a:ext cx="141512" cy="572677"/>
            </a:xfrm>
            <a:prstGeom prst="curvedConnector3">
              <a:avLst>
                <a:gd name="adj1" fmla="val 261541"/>
              </a:avLst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05074D6E-705C-4405-9808-DF5BADD146ED}"/>
                </a:ext>
              </a:extLst>
            </p:cNvPr>
            <p:cNvCxnSpPr>
              <a:cxnSpLocks/>
              <a:stCxn id="133" idx="7"/>
              <a:endCxn id="136" idx="0"/>
            </p:cNvCxnSpPr>
            <p:nvPr/>
          </p:nvCxnSpPr>
          <p:spPr>
            <a:xfrm>
              <a:off x="7203506" y="4401467"/>
              <a:ext cx="340564" cy="236884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B33B332-B79B-404E-8960-99241CC7D87E}"/>
                </a:ext>
              </a:extLst>
            </p:cNvPr>
            <p:cNvSpPr txBox="1"/>
            <p:nvPr/>
          </p:nvSpPr>
          <p:spPr>
            <a:xfrm>
              <a:off x="6207311" y="4189196"/>
              <a:ext cx="3215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3</a:t>
              </a:r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F08DE6A4-60DB-4293-A502-0DB24385B365}"/>
                </a:ext>
              </a:extLst>
            </p:cNvPr>
            <p:cNvCxnSpPr>
              <a:cxnSpLocks/>
              <a:stCxn id="109" idx="4"/>
              <a:endCxn id="121" idx="0"/>
            </p:cNvCxnSpPr>
            <p:nvPr/>
          </p:nvCxnSpPr>
          <p:spPr>
            <a:xfrm>
              <a:off x="9799011" y="4199379"/>
              <a:ext cx="16627" cy="24574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C02C6A01-4C23-4222-A420-67B6A89BC3ED}"/>
                </a:ext>
              </a:extLst>
            </p:cNvPr>
            <p:cNvSpPr/>
            <p:nvPr/>
          </p:nvSpPr>
          <p:spPr>
            <a:xfrm>
              <a:off x="6852286" y="4341207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=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C8078834-AF18-4697-BBAD-97E4830B10F6}"/>
                </a:ext>
              </a:extLst>
            </p:cNvPr>
            <p:cNvCxnSpPr>
              <a:cxnSpLocks/>
              <a:stCxn id="99" idx="6"/>
              <a:endCxn id="133" idx="0"/>
            </p:cNvCxnSpPr>
            <p:nvPr/>
          </p:nvCxnSpPr>
          <p:spPr>
            <a:xfrm>
              <a:off x="6857187" y="4021848"/>
              <a:ext cx="200839" cy="319359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6E99929D-5B5D-4259-868F-3984BF0EDAC7}"/>
                </a:ext>
              </a:extLst>
            </p:cNvPr>
            <p:cNvCxnSpPr>
              <a:cxnSpLocks/>
              <a:stCxn id="109" idx="3"/>
              <a:endCxn id="136" idx="7"/>
            </p:cNvCxnSpPr>
            <p:nvPr/>
          </p:nvCxnSpPr>
          <p:spPr>
            <a:xfrm flipH="1">
              <a:off x="7689550" y="4139119"/>
              <a:ext cx="1975738" cy="55949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6017875A-B254-49AB-8AF4-B35AD13DEF63}"/>
                </a:ext>
              </a:extLst>
            </p:cNvPr>
            <p:cNvSpPr/>
            <p:nvPr/>
          </p:nvSpPr>
          <p:spPr>
            <a:xfrm>
              <a:off x="7338330" y="4638351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600" b="1" kern="0">
                  <a:solidFill>
                    <a:prstClr val="black"/>
                  </a:solidFill>
                  <a:latin typeface="Calibri" panose="020F0502020204030204"/>
                </a:rPr>
                <a:t>f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74D4C95F-C3CD-461F-8CC4-9E4E47F6A1B5}"/>
                </a:ext>
              </a:extLst>
            </p:cNvPr>
            <p:cNvCxnSpPr>
              <a:cxnSpLocks/>
              <a:endCxn id="133" idx="1"/>
            </p:cNvCxnSpPr>
            <p:nvPr/>
          </p:nvCxnSpPr>
          <p:spPr>
            <a:xfrm>
              <a:off x="6541601" y="4386569"/>
              <a:ext cx="370945" cy="1489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049049A5-5B66-44C6-A5A1-A66E28B55251}"/>
                </a:ext>
              </a:extLst>
            </p:cNvPr>
            <p:cNvCxnSpPr>
              <a:cxnSpLocks/>
              <a:stCxn id="133" idx="7"/>
              <a:endCxn id="121" idx="2"/>
            </p:cNvCxnSpPr>
            <p:nvPr/>
          </p:nvCxnSpPr>
          <p:spPr>
            <a:xfrm>
              <a:off x="7203506" y="4401467"/>
              <a:ext cx="2406392" cy="249394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02CA799-8BBA-498C-8B96-82A317D44698}"/>
                </a:ext>
              </a:extLst>
            </p:cNvPr>
            <p:cNvSpPr txBox="1"/>
            <p:nvPr/>
          </p:nvSpPr>
          <p:spPr>
            <a:xfrm>
              <a:off x="7203506" y="4139119"/>
              <a:ext cx="780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done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98C74FA6-68E4-4EA5-BD9A-63E04B037C80}"/>
              </a:ext>
            </a:extLst>
          </p:cNvPr>
          <p:cNvSpPr txBox="1"/>
          <p:nvPr/>
        </p:nvSpPr>
        <p:spPr>
          <a:xfrm>
            <a:off x="5428159" y="2836602"/>
            <a:ext cx="2935623" cy="1504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A7AABC-3A4F-4654-9ABF-897B2EE972C0}"/>
              </a:ext>
            </a:extLst>
          </p:cNvPr>
          <p:cNvSpPr txBox="1"/>
          <p:nvPr/>
        </p:nvSpPr>
        <p:spPr>
          <a:xfrm>
            <a:off x="8369876" y="2825827"/>
            <a:ext cx="2935623" cy="1504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graphicFrame>
        <p:nvGraphicFramePr>
          <p:cNvPr id="52" name="Table 79">
            <a:extLst>
              <a:ext uri="{FF2B5EF4-FFF2-40B4-BE49-F238E27FC236}">
                <a16:creationId xmlns:a16="http://schemas.microsoft.com/office/drawing/2014/main" id="{CDAD9B7E-E06E-4F9C-BF8B-3D8EA0F49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051509"/>
              </p:ext>
            </p:extLst>
          </p:nvPr>
        </p:nvGraphicFramePr>
        <p:xfrm>
          <a:off x="10191718" y="3317433"/>
          <a:ext cx="1857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136">
                  <a:extLst>
                    <a:ext uri="{9D8B030D-6E8A-4147-A177-3AD203B41FA5}">
                      <a16:colId xmlns:a16="http://schemas.microsoft.com/office/drawing/2014/main" val="2440963197"/>
                    </a:ext>
                  </a:extLst>
                </a:gridCol>
                <a:gridCol w="1179504">
                  <a:extLst>
                    <a:ext uri="{9D8B030D-6E8A-4147-A177-3AD203B41FA5}">
                      <a16:colId xmlns:a16="http://schemas.microsoft.com/office/drawing/2014/main" val="1802258452"/>
                    </a:ext>
                  </a:extLst>
                </a:gridCol>
              </a:tblGrid>
              <a:tr h="352380">
                <a:tc>
                  <a:txBody>
                    <a:bodyPr/>
                    <a:lstStyle/>
                    <a:p>
                      <a:r>
                        <a:rPr lang="en-US" err="1"/>
                        <a:t>pred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Signal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762940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620905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Reuse1,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363127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Reuse2,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974648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610055"/>
                  </a:ext>
                </a:extLst>
              </a:tr>
            </a:tbl>
          </a:graphicData>
        </a:graphic>
      </p:graphicFrame>
      <p:graphicFrame>
        <p:nvGraphicFramePr>
          <p:cNvPr id="53" name="Table 79">
            <a:extLst>
              <a:ext uri="{FF2B5EF4-FFF2-40B4-BE49-F238E27FC236}">
                <a16:creationId xmlns:a16="http://schemas.microsoft.com/office/drawing/2014/main" id="{390C4998-04CB-49EB-B360-322244A3F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525261"/>
              </p:ext>
            </p:extLst>
          </p:nvPr>
        </p:nvGraphicFramePr>
        <p:xfrm>
          <a:off x="4388193" y="3818334"/>
          <a:ext cx="1857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820">
                  <a:extLst>
                    <a:ext uri="{9D8B030D-6E8A-4147-A177-3AD203B41FA5}">
                      <a16:colId xmlns:a16="http://schemas.microsoft.com/office/drawing/2014/main" val="2440963197"/>
                    </a:ext>
                  </a:extLst>
                </a:gridCol>
                <a:gridCol w="928820">
                  <a:extLst>
                    <a:ext uri="{9D8B030D-6E8A-4147-A177-3AD203B41FA5}">
                      <a16:colId xmlns:a16="http://schemas.microsoft.com/office/drawing/2014/main" val="1802258452"/>
                    </a:ext>
                  </a:extLst>
                </a:gridCol>
              </a:tblGrid>
              <a:tr h="352380">
                <a:tc>
                  <a:txBody>
                    <a:bodyPr/>
                    <a:lstStyle/>
                    <a:p>
                      <a:r>
                        <a:rPr lang="en-US" err="1"/>
                        <a:t>pred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Signal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762940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620905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363127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Reuse2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974648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610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8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0BB0-975C-4A59-8E27-A3CA049C387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Step 2: Append control code</a:t>
            </a:r>
            <a:br>
              <a:rPr lang="en-US">
                <a:ea typeface="+mj-lt"/>
                <a:cs typeface="+mj-lt"/>
              </a:rPr>
            </a:br>
            <a:r>
              <a:rPr lang="en-US">
                <a:latin typeface="Consolas" panose="020B0609020204030204" pitchFamily="49" charset="0"/>
                <a:ea typeface="+mj-lt"/>
                <a:cs typeface="+mj-lt"/>
              </a:rPr>
              <a:t>(manual/04_join/main.cc)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C3707-3A97-4824-899D-AD3AC98F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20</a:t>
            </a:fld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A249A6F-B89D-46E1-9A53-CFFAB60395F3}"/>
              </a:ext>
            </a:extLst>
          </p:cNvPr>
          <p:cNvGrpSpPr/>
          <p:nvPr/>
        </p:nvGrpSpPr>
        <p:grpSpPr>
          <a:xfrm>
            <a:off x="528874" y="1799507"/>
            <a:ext cx="5748120" cy="4472252"/>
            <a:chOff x="5494489" y="1688921"/>
            <a:chExt cx="5748120" cy="4472252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37EDF68-4722-4637-ABBE-E13B077BC51C}"/>
                </a:ext>
              </a:extLst>
            </p:cNvPr>
            <p:cNvSpPr/>
            <p:nvPr/>
          </p:nvSpPr>
          <p:spPr>
            <a:xfrm>
              <a:off x="6665830" y="5260055"/>
              <a:ext cx="1779295" cy="352568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Recv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(done)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D3B5613-A870-49C2-8892-5E9678581B6C}"/>
                </a:ext>
              </a:extLst>
            </p:cNvPr>
            <p:cNvSpPr/>
            <p:nvPr/>
          </p:nvSpPr>
          <p:spPr>
            <a:xfrm>
              <a:off x="6445707" y="3816108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5994318-2718-439F-A98A-8C7AA6380C1F}"/>
                </a:ext>
              </a:extLst>
            </p:cNvPr>
            <p:cNvSpPr/>
            <p:nvPr/>
          </p:nvSpPr>
          <p:spPr>
            <a:xfrm>
              <a:off x="5494489" y="2780940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F2328B1-5CE9-4D1C-80FC-25BF022C29D1}"/>
                </a:ext>
              </a:extLst>
            </p:cNvPr>
            <p:cNvCxnSpPr>
              <a:cxnSpLocks/>
              <a:stCxn id="59" idx="2"/>
              <a:endCxn id="58" idx="1"/>
            </p:cNvCxnSpPr>
            <p:nvPr/>
          </p:nvCxnSpPr>
          <p:spPr>
            <a:xfrm>
              <a:off x="6175838" y="3462630"/>
              <a:ext cx="330129" cy="41373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D87DA4D0-6B4C-4FBF-805A-4C949682D282}"/>
                </a:ext>
              </a:extLst>
            </p:cNvPr>
            <p:cNvCxnSpPr>
              <a:cxnSpLocks/>
              <a:endCxn id="58" idx="7"/>
            </p:cNvCxnSpPr>
            <p:nvPr/>
          </p:nvCxnSpPr>
          <p:spPr>
            <a:xfrm flipH="1">
              <a:off x="6796927" y="3243405"/>
              <a:ext cx="433655" cy="632963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152F59A-9846-447C-B9DF-88DF663444CD}"/>
                </a:ext>
              </a:extLst>
            </p:cNvPr>
            <p:cNvCxnSpPr>
              <a:cxnSpLocks/>
              <a:stCxn id="58" idx="6"/>
            </p:cNvCxnSpPr>
            <p:nvPr/>
          </p:nvCxnSpPr>
          <p:spPr>
            <a:xfrm flipV="1">
              <a:off x="6857187" y="3458376"/>
              <a:ext cx="574073" cy="563472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36F34CAB-D721-4785-8A83-5D81BB5AF682}"/>
                </a:ext>
              </a:extLst>
            </p:cNvPr>
            <p:cNvCxnSpPr>
              <a:cxnSpLocks/>
              <a:stCxn id="58" idx="2"/>
            </p:cNvCxnSpPr>
            <p:nvPr/>
          </p:nvCxnSpPr>
          <p:spPr>
            <a:xfrm flipH="1" flipV="1">
              <a:off x="5968726" y="3461434"/>
              <a:ext cx="476981" cy="560414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93769713-4D66-4B08-944E-C8D213D522AF}"/>
                </a:ext>
              </a:extLst>
            </p:cNvPr>
            <p:cNvCxnSpPr>
              <a:cxnSpLocks/>
              <a:stCxn id="58" idx="6"/>
              <a:endCxn id="72" idx="2"/>
            </p:cNvCxnSpPr>
            <p:nvPr/>
          </p:nvCxnSpPr>
          <p:spPr>
            <a:xfrm flipV="1">
              <a:off x="6857187" y="3993639"/>
              <a:ext cx="2752711" cy="28209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B50A094D-C1BC-403E-ACF2-9FAC9C9316B2}"/>
                </a:ext>
              </a:extLst>
            </p:cNvPr>
            <p:cNvCxnSpPr>
              <a:cxnSpLocks/>
              <a:stCxn id="82" idx="2"/>
              <a:endCxn id="59" idx="0"/>
            </p:cNvCxnSpPr>
            <p:nvPr/>
          </p:nvCxnSpPr>
          <p:spPr>
            <a:xfrm flipH="1">
              <a:off x="6175838" y="2045680"/>
              <a:ext cx="621089" cy="73526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3EF1B4D3-87D5-4443-9016-71E5E3419620}"/>
                </a:ext>
              </a:extLst>
            </p:cNvPr>
            <p:cNvCxnSpPr>
              <a:cxnSpLocks/>
              <a:stCxn id="80" idx="2"/>
              <a:endCxn id="69" idx="0"/>
            </p:cNvCxnSpPr>
            <p:nvPr/>
          </p:nvCxnSpPr>
          <p:spPr>
            <a:xfrm flipH="1">
              <a:off x="7629165" y="2050101"/>
              <a:ext cx="2250746" cy="729643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90DAB47-D12E-41BB-B286-F2DD02620E18}"/>
                </a:ext>
              </a:extLst>
            </p:cNvPr>
            <p:cNvSpPr/>
            <p:nvPr/>
          </p:nvSpPr>
          <p:spPr>
            <a:xfrm>
              <a:off x="6947816" y="2779744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111D5DB6-ED44-42DD-8FDF-34B6986378AE}"/>
                </a:ext>
              </a:extLst>
            </p:cNvPr>
            <p:cNvSpPr/>
            <p:nvPr/>
          </p:nvSpPr>
          <p:spPr>
            <a:xfrm>
              <a:off x="9609898" y="3787899"/>
              <a:ext cx="378225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5E79691-AAD6-45BC-9A65-97F096C3B0EE}"/>
                </a:ext>
              </a:extLst>
            </p:cNvPr>
            <p:cNvSpPr/>
            <p:nvPr/>
          </p:nvSpPr>
          <p:spPr>
            <a:xfrm>
              <a:off x="8436312" y="2776686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8A999BBF-DD8F-4FAD-A067-3A4876A39144}"/>
                </a:ext>
              </a:extLst>
            </p:cNvPr>
            <p:cNvCxnSpPr>
              <a:cxnSpLocks/>
              <a:stCxn id="72" idx="6"/>
              <a:endCxn id="78" idx="2"/>
            </p:cNvCxnSpPr>
            <p:nvPr/>
          </p:nvCxnSpPr>
          <p:spPr>
            <a:xfrm flipV="1">
              <a:off x="9988123" y="3456808"/>
              <a:ext cx="573137" cy="536831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92E5845-604A-4775-8A4F-4A8E5D405C25}"/>
                </a:ext>
              </a:extLst>
            </p:cNvPr>
            <p:cNvCxnSpPr>
              <a:cxnSpLocks/>
              <a:stCxn id="72" idx="1"/>
            </p:cNvCxnSpPr>
            <p:nvPr/>
          </p:nvCxnSpPr>
          <p:spPr>
            <a:xfrm flipH="1" flipV="1">
              <a:off x="8849991" y="3462630"/>
              <a:ext cx="815297" cy="385529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6900E2D-645A-4D7A-B630-695AFEE208CB}"/>
                </a:ext>
              </a:extLst>
            </p:cNvPr>
            <p:cNvSpPr/>
            <p:nvPr/>
          </p:nvSpPr>
          <p:spPr>
            <a:xfrm>
              <a:off x="9879911" y="2775118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B2840CE9-3F3C-4192-83DB-8C02CE34550A}"/>
                </a:ext>
              </a:extLst>
            </p:cNvPr>
            <p:cNvCxnSpPr>
              <a:cxnSpLocks/>
              <a:stCxn id="82" idx="2"/>
              <a:endCxn id="73" idx="0"/>
            </p:cNvCxnSpPr>
            <p:nvPr/>
          </p:nvCxnSpPr>
          <p:spPr>
            <a:xfrm>
              <a:off x="6796927" y="2045680"/>
              <a:ext cx="2320734" cy="73100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4D92DBC-9AF4-45E4-97E9-670A8B8B3329}"/>
                </a:ext>
              </a:extLst>
            </p:cNvPr>
            <p:cNvSpPr/>
            <p:nvPr/>
          </p:nvSpPr>
          <p:spPr>
            <a:xfrm>
              <a:off x="8782844" y="1693342"/>
              <a:ext cx="2194134" cy="356759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indB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[0:bn]</a:t>
              </a: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FD08B290-6588-48EE-A8B0-F8339AE14C75}"/>
                </a:ext>
              </a:extLst>
            </p:cNvPr>
            <p:cNvCxnSpPr>
              <a:cxnSpLocks/>
              <a:stCxn id="80" idx="2"/>
              <a:endCxn id="78" idx="0"/>
            </p:cNvCxnSpPr>
            <p:nvPr/>
          </p:nvCxnSpPr>
          <p:spPr>
            <a:xfrm>
              <a:off x="9879911" y="2050101"/>
              <a:ext cx="681349" cy="725017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4D94494-C606-4B6E-9C10-887CF17E526C}"/>
                </a:ext>
              </a:extLst>
            </p:cNvPr>
            <p:cNvSpPr/>
            <p:nvPr/>
          </p:nvSpPr>
          <p:spPr>
            <a:xfrm>
              <a:off x="5699860" y="1688921"/>
              <a:ext cx="2194134" cy="356759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indA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[0:an]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40909170-BCA4-45B9-B209-1A24AEE63D84}"/>
                </a:ext>
              </a:extLst>
            </p:cNvPr>
            <p:cNvSpPr/>
            <p:nvPr/>
          </p:nvSpPr>
          <p:spPr>
            <a:xfrm>
              <a:off x="8608415" y="5231316"/>
              <a:ext cx="2414446" cy="411401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matchedInd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[0: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]</a:t>
              </a: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D28952B2-FE02-42E0-82BF-E8891EDE3C42}"/>
                </a:ext>
              </a:extLst>
            </p:cNvPr>
            <p:cNvCxnSpPr>
              <a:cxnSpLocks/>
              <a:stCxn id="93" idx="4"/>
              <a:endCxn id="83" idx="0"/>
            </p:cNvCxnSpPr>
            <p:nvPr/>
          </p:nvCxnSpPr>
          <p:spPr>
            <a:xfrm>
              <a:off x="9815638" y="4856601"/>
              <a:ext cx="0" cy="374715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16BAEBE4-119E-49EB-9594-D96D5B7BA408}"/>
                </a:ext>
              </a:extLst>
            </p:cNvPr>
            <p:cNvCxnSpPr>
              <a:cxnSpLocks/>
              <a:stCxn id="51" idx="4"/>
              <a:endCxn id="57" idx="0"/>
            </p:cNvCxnSpPr>
            <p:nvPr/>
          </p:nvCxnSpPr>
          <p:spPr>
            <a:xfrm>
              <a:off x="7544070" y="5049831"/>
              <a:ext cx="11408" cy="210224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833B3076-61D0-4102-B7BF-6249E9560A50}"/>
                </a:ext>
              </a:extLst>
            </p:cNvPr>
            <p:cNvSpPr/>
            <p:nvPr/>
          </p:nvSpPr>
          <p:spPr>
            <a:xfrm>
              <a:off x="9609898" y="4445121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600" b="1" kern="0">
                  <a:solidFill>
                    <a:prstClr val="black"/>
                  </a:solidFill>
                  <a:latin typeface="Calibri" panose="020F0502020204030204"/>
                </a:rPr>
                <a:t>f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4BF90E80-CFBC-464E-B9D3-A6FD0074411F}"/>
                </a:ext>
              </a:extLst>
            </p:cNvPr>
            <p:cNvCxnSpPr>
              <a:cxnSpLocks/>
              <a:endCxn id="72" idx="7"/>
            </p:cNvCxnSpPr>
            <p:nvPr/>
          </p:nvCxnSpPr>
          <p:spPr>
            <a:xfrm flipH="1">
              <a:off x="9932733" y="3433300"/>
              <a:ext cx="433615" cy="414859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05EFD7DD-2738-4515-9949-AAC9FCA571B2}"/>
                </a:ext>
              </a:extLst>
            </p:cNvPr>
            <p:cNvCxnSpPr>
              <a:cxnSpLocks/>
              <a:stCxn id="73" idx="2"/>
              <a:endCxn id="72" idx="0"/>
            </p:cNvCxnSpPr>
            <p:nvPr/>
          </p:nvCxnSpPr>
          <p:spPr>
            <a:xfrm>
              <a:off x="9117661" y="3458376"/>
              <a:ext cx="681350" cy="329523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9B0EE3B4-EB7F-42D1-BD53-11BDC9298450}"/>
                </a:ext>
              </a:extLst>
            </p:cNvPr>
            <p:cNvSpPr/>
            <p:nvPr/>
          </p:nvSpPr>
          <p:spPr>
            <a:xfrm>
              <a:off x="6829120" y="5829397"/>
              <a:ext cx="1509299" cy="331776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Reset</a:t>
              </a:r>
            </a:p>
          </p:txBody>
        </p: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DC4B9AF2-58AE-4F73-B1B7-5711C4DB6AAB}"/>
                </a:ext>
              </a:extLst>
            </p:cNvPr>
            <p:cNvCxnSpPr>
              <a:cxnSpLocks/>
              <a:stCxn id="57" idx="2"/>
              <a:endCxn id="152" idx="0"/>
            </p:cNvCxnSpPr>
            <p:nvPr/>
          </p:nvCxnSpPr>
          <p:spPr>
            <a:xfrm>
              <a:off x="7555478" y="5612623"/>
              <a:ext cx="28292" cy="216774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58" name="Connector: Curved 157">
              <a:extLst>
                <a:ext uri="{FF2B5EF4-FFF2-40B4-BE49-F238E27FC236}">
                  <a16:creationId xmlns:a16="http://schemas.microsoft.com/office/drawing/2014/main" id="{E787E8EF-64DA-4BE7-BB88-D1EA3341B4BC}"/>
                </a:ext>
              </a:extLst>
            </p:cNvPr>
            <p:cNvCxnSpPr>
              <a:stCxn id="152" idx="3"/>
              <a:endCxn id="83" idx="2"/>
            </p:cNvCxnSpPr>
            <p:nvPr/>
          </p:nvCxnSpPr>
          <p:spPr>
            <a:xfrm flipV="1">
              <a:off x="8338419" y="5642717"/>
              <a:ext cx="1477219" cy="352568"/>
            </a:xfrm>
            <a:prstGeom prst="curvedConnector2">
              <a:avLst/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or: Curved 158">
              <a:extLst>
                <a:ext uri="{FF2B5EF4-FFF2-40B4-BE49-F238E27FC236}">
                  <a16:creationId xmlns:a16="http://schemas.microsoft.com/office/drawing/2014/main" id="{62B7B139-BF25-4E36-B203-716E87701729}"/>
                </a:ext>
              </a:extLst>
            </p:cNvPr>
            <p:cNvCxnSpPr>
              <a:cxnSpLocks/>
              <a:stCxn id="152" idx="1"/>
              <a:endCxn id="82" idx="1"/>
            </p:cNvCxnSpPr>
            <p:nvPr/>
          </p:nvCxnSpPr>
          <p:spPr>
            <a:xfrm rot="10800000">
              <a:off x="5699860" y="1867301"/>
              <a:ext cx="1129260" cy="4127984"/>
            </a:xfrm>
            <a:prstGeom prst="curvedConnector3">
              <a:avLst>
                <a:gd name="adj1" fmla="val 132262"/>
              </a:avLst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or: Curved 162">
              <a:extLst>
                <a:ext uri="{FF2B5EF4-FFF2-40B4-BE49-F238E27FC236}">
                  <a16:creationId xmlns:a16="http://schemas.microsoft.com/office/drawing/2014/main" id="{6B9E4F2C-19B4-45F2-90F0-1596B461FD3F}"/>
                </a:ext>
              </a:extLst>
            </p:cNvPr>
            <p:cNvCxnSpPr>
              <a:cxnSpLocks/>
              <a:stCxn id="82" idx="3"/>
              <a:endCxn id="80" idx="1"/>
            </p:cNvCxnSpPr>
            <p:nvPr/>
          </p:nvCxnSpPr>
          <p:spPr>
            <a:xfrm>
              <a:off x="7893994" y="1867301"/>
              <a:ext cx="888850" cy="4421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ctor: Curved 165">
              <a:extLst>
                <a:ext uri="{FF2B5EF4-FFF2-40B4-BE49-F238E27FC236}">
                  <a16:creationId xmlns:a16="http://schemas.microsoft.com/office/drawing/2014/main" id="{5D3BE284-12AE-4DFE-B4BE-5E4F9B677E03}"/>
                </a:ext>
              </a:extLst>
            </p:cNvPr>
            <p:cNvCxnSpPr>
              <a:cxnSpLocks/>
              <a:stCxn id="152" idx="1"/>
              <a:endCxn id="57" idx="1"/>
            </p:cNvCxnSpPr>
            <p:nvPr/>
          </p:nvCxnSpPr>
          <p:spPr>
            <a:xfrm rot="10800000">
              <a:off x="6665830" y="5436339"/>
              <a:ext cx="163290" cy="558946"/>
            </a:xfrm>
            <a:prstGeom prst="curvedConnector3">
              <a:avLst>
                <a:gd name="adj1" fmla="val 239996"/>
              </a:avLst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91EEA5CC-DB57-46A6-9F4C-1CB957866F39}"/>
                </a:ext>
              </a:extLst>
            </p:cNvPr>
            <p:cNvCxnSpPr>
              <a:cxnSpLocks/>
              <a:stCxn id="43" idx="7"/>
              <a:endCxn id="51" idx="0"/>
            </p:cNvCxnSpPr>
            <p:nvPr/>
          </p:nvCxnSpPr>
          <p:spPr>
            <a:xfrm>
              <a:off x="7203506" y="4401467"/>
              <a:ext cx="340564" cy="236884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7B018403-53A3-435F-91DC-80610D9B2DE8}"/>
                </a:ext>
              </a:extLst>
            </p:cNvPr>
            <p:cNvSpPr txBox="1"/>
            <p:nvPr/>
          </p:nvSpPr>
          <p:spPr>
            <a:xfrm>
              <a:off x="6207311" y="4189196"/>
              <a:ext cx="3215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3</a:t>
              </a:r>
            </a:p>
          </p:txBody>
        </p: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4C2DA382-2E7C-4F00-8F14-3FD8D07D1269}"/>
                </a:ext>
              </a:extLst>
            </p:cNvPr>
            <p:cNvCxnSpPr>
              <a:cxnSpLocks/>
              <a:stCxn id="72" idx="4"/>
              <a:endCxn id="93" idx="0"/>
            </p:cNvCxnSpPr>
            <p:nvPr/>
          </p:nvCxnSpPr>
          <p:spPr>
            <a:xfrm>
              <a:off x="9799011" y="4199379"/>
              <a:ext cx="16627" cy="24574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A87592D-FFB7-423F-8A3B-DDA0F030EBE3}"/>
                </a:ext>
              </a:extLst>
            </p:cNvPr>
            <p:cNvSpPr/>
            <p:nvPr/>
          </p:nvSpPr>
          <p:spPr>
            <a:xfrm>
              <a:off x="6852286" y="4341207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=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22C2491-00F0-46FA-811F-B0185A8E0744}"/>
                </a:ext>
              </a:extLst>
            </p:cNvPr>
            <p:cNvCxnSpPr>
              <a:cxnSpLocks/>
              <a:stCxn id="58" idx="6"/>
              <a:endCxn id="43" idx="0"/>
            </p:cNvCxnSpPr>
            <p:nvPr/>
          </p:nvCxnSpPr>
          <p:spPr>
            <a:xfrm>
              <a:off x="6857187" y="4021848"/>
              <a:ext cx="200839" cy="319359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F98715BF-E731-4058-9BE2-814C1275FE85}"/>
                </a:ext>
              </a:extLst>
            </p:cNvPr>
            <p:cNvCxnSpPr>
              <a:cxnSpLocks/>
              <a:stCxn id="72" idx="3"/>
              <a:endCxn id="51" idx="7"/>
            </p:cNvCxnSpPr>
            <p:nvPr/>
          </p:nvCxnSpPr>
          <p:spPr>
            <a:xfrm flipH="1">
              <a:off x="7689550" y="4139119"/>
              <a:ext cx="1975738" cy="55949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7ED4D90-1D78-4CFF-A3A1-339691C45FED}"/>
                </a:ext>
              </a:extLst>
            </p:cNvPr>
            <p:cNvSpPr/>
            <p:nvPr/>
          </p:nvSpPr>
          <p:spPr>
            <a:xfrm>
              <a:off x="7338330" y="4638351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600" b="1" kern="0">
                  <a:solidFill>
                    <a:prstClr val="black"/>
                  </a:solidFill>
                  <a:latin typeface="Calibri" panose="020F0502020204030204"/>
                </a:rPr>
                <a:t>f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6649A03E-CF9C-4C56-ADD6-9EC909738F99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6541601" y="4386569"/>
              <a:ext cx="370945" cy="1489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BE7B563F-790F-4662-AFEF-8CE2C819A106}"/>
                </a:ext>
              </a:extLst>
            </p:cNvPr>
            <p:cNvCxnSpPr>
              <a:cxnSpLocks/>
              <a:stCxn id="43" idx="7"/>
              <a:endCxn id="93" idx="2"/>
            </p:cNvCxnSpPr>
            <p:nvPr/>
          </p:nvCxnSpPr>
          <p:spPr>
            <a:xfrm>
              <a:off x="7203506" y="4401467"/>
              <a:ext cx="2406392" cy="249394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4C044DB-B593-4E3F-B30D-EDD1D3E7CDAE}"/>
                </a:ext>
              </a:extLst>
            </p:cNvPr>
            <p:cNvSpPr txBox="1"/>
            <p:nvPr/>
          </p:nvSpPr>
          <p:spPr>
            <a:xfrm>
              <a:off x="7203506" y="4139119"/>
              <a:ext cx="780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done</a:t>
              </a:r>
            </a:p>
          </p:txBody>
        </p:sp>
      </p:grpSp>
      <p:sp>
        <p:nvSpPr>
          <p:cNvPr id="49" name="Title 1">
            <a:extLst>
              <a:ext uri="{FF2B5EF4-FFF2-40B4-BE49-F238E27FC236}">
                <a16:creationId xmlns:a16="http://schemas.microsoft.com/office/drawing/2014/main" id="{0E0069F4-2628-426F-94C2-EC3C6A93D5B2}"/>
              </a:ext>
            </a:extLst>
          </p:cNvPr>
          <p:cNvSpPr txBox="1">
            <a:spLocks/>
          </p:cNvSpPr>
          <p:nvPr/>
        </p:nvSpPr>
        <p:spPr>
          <a:xfrm>
            <a:off x="6393007" y="2002489"/>
            <a:ext cx="5578596" cy="7250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cs typeface="Calibri Light"/>
              </a:rPr>
              <a:t>Useful intrinsics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87F14-E8A9-483E-8EF7-EC997CCECC85}"/>
              </a:ext>
            </a:extLst>
          </p:cNvPr>
          <p:cNvSpPr txBox="1"/>
          <p:nvPr/>
        </p:nvSpPr>
        <p:spPr>
          <a:xfrm>
            <a:off x="6474747" y="2853096"/>
            <a:ext cx="5242826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latin typeface="Consolas"/>
              </a:rPr>
              <a:t>// Read data from memory</a:t>
            </a:r>
          </a:p>
          <a:p>
            <a:r>
              <a:rPr lang="en-US" sz="2400" dirty="0">
                <a:latin typeface="Consolas"/>
              </a:rPr>
              <a:t>SS_LINEAR_READ(</a:t>
            </a:r>
            <a:r>
              <a:rPr lang="en-US" sz="2400" dirty="0" err="1">
                <a:latin typeface="Consolas"/>
              </a:rPr>
              <a:t>addr</a:t>
            </a:r>
            <a:r>
              <a:rPr lang="en-US" sz="2400" dirty="0">
                <a:latin typeface="Consolas"/>
              </a:rPr>
              <a:t>, bytes, port);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/>
              </a:rPr>
              <a:t>// Write constant to the port</a:t>
            </a:r>
          </a:p>
          <a:p>
            <a:r>
              <a:rPr lang="en-US" sz="2400" dirty="0">
                <a:latin typeface="Consolas"/>
              </a:rPr>
              <a:t>SS_CONST(port, data, times);</a:t>
            </a:r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/>
              </a:rPr>
              <a:t>// Write output data to memory</a:t>
            </a:r>
          </a:p>
          <a:p>
            <a:r>
              <a:rPr lang="en-US" sz="2400" dirty="0">
                <a:latin typeface="Consolas"/>
              </a:rPr>
              <a:t>SS_LINEAR_WRITE(port, bytes, </a:t>
            </a:r>
            <a:r>
              <a:rPr lang="en-US" sz="2400" dirty="0" err="1">
                <a:latin typeface="Consolas"/>
              </a:rPr>
              <a:t>addr</a:t>
            </a:r>
            <a:r>
              <a:rPr lang="en-US" sz="2400" dirty="0">
                <a:latin typeface="Consolas"/>
              </a:rPr>
              <a:t>);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AA32B6-E765-4253-80E5-F488ACDB5D95}"/>
              </a:ext>
            </a:extLst>
          </p:cNvPr>
          <p:cNvSpPr txBox="1"/>
          <p:nvPr/>
        </p:nvSpPr>
        <p:spPr>
          <a:xfrm>
            <a:off x="474673" y="2836602"/>
            <a:ext cx="2935623" cy="1504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461E78-E590-4776-A6F7-128B7D692583}"/>
              </a:ext>
            </a:extLst>
          </p:cNvPr>
          <p:cNvSpPr txBox="1"/>
          <p:nvPr/>
        </p:nvSpPr>
        <p:spPr>
          <a:xfrm>
            <a:off x="3416390" y="2825827"/>
            <a:ext cx="2935623" cy="1504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52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D2252-1367-493C-B564-C27E238B2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1" y="365128"/>
            <a:ext cx="11806084" cy="1325563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Step 2: Append control code</a:t>
            </a:r>
            <a:br>
              <a:rPr lang="en-US">
                <a:ea typeface="+mj-lt"/>
                <a:cs typeface="+mj-lt"/>
              </a:rPr>
            </a:br>
            <a:r>
              <a:rPr lang="en-US">
                <a:latin typeface="Consolas" panose="020B0609020204030204" pitchFamily="49" charset="0"/>
                <a:ea typeface="+mj-lt"/>
                <a:cs typeface="+mj-lt"/>
              </a:rPr>
              <a:t>(manual/04_join/main.cc)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7587B-7E3B-469B-B10B-7B48201E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FA6E5-D739-4B5B-9338-07A04D8D697F}" type="slidenum">
              <a:rPr lang="en-US" smtClean="0"/>
              <a:t>21</a:t>
            </a:fld>
            <a:endParaRPr lang="en-US"/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A1BDBF62-5F8C-4DA5-A57D-E45D36A4E82B}"/>
              </a:ext>
            </a:extLst>
          </p:cNvPr>
          <p:cNvSpPr txBox="1">
            <a:spLocks/>
          </p:cNvSpPr>
          <p:nvPr/>
        </p:nvSpPr>
        <p:spPr>
          <a:xfrm>
            <a:off x="193856" y="1838730"/>
            <a:ext cx="6356020" cy="4790670"/>
          </a:xfrm>
          <a:prstGeom prst="rect">
            <a:avLst/>
          </a:prstGeom>
          <a:noFill/>
          <a:ln w="6350">
            <a:solidFill>
              <a:sysClr val="windowText" lastClr="0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// 04_join/main.cc</a:t>
            </a:r>
          </a:p>
          <a:p>
            <a:pPr marL="0" indent="0">
              <a:buNone/>
            </a:pPr>
            <a:r>
              <a:rPr lang="en-US" sz="2000">
                <a:highlight>
                  <a:srgbClr val="00FF00"/>
                </a:highlight>
                <a:latin typeface="Consolas" panose="020B0609020204030204" pitchFamily="49" charset="0"/>
              </a:rPr>
              <a:t>SS_LINEAR_READ(&amp;</a:t>
            </a:r>
            <a:r>
              <a:rPr lang="en-US" sz="2000" err="1">
                <a:highlight>
                  <a:srgbClr val="00FF00"/>
                </a:highlight>
                <a:latin typeface="Consolas" panose="020B0609020204030204" pitchFamily="49" charset="0"/>
              </a:rPr>
              <a:t>indA</a:t>
            </a:r>
            <a:r>
              <a:rPr lang="en-US" sz="2000">
                <a:highlight>
                  <a:srgbClr val="00FF00"/>
                </a:highlight>
                <a:latin typeface="Consolas" panose="020B0609020204030204" pitchFamily="49" charset="0"/>
              </a:rPr>
              <a:t>[0], an*8, </a:t>
            </a:r>
            <a:r>
              <a:rPr lang="en-US" sz="2000" err="1">
                <a:highlight>
                  <a:srgbClr val="00FF00"/>
                </a:highlight>
                <a:latin typeface="Consolas" panose="020B0609020204030204" pitchFamily="49" charset="0"/>
              </a:rPr>
              <a:t>P_join_indA</a:t>
            </a:r>
            <a:r>
              <a:rPr lang="en-US" sz="2000"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>
                <a:highlight>
                  <a:srgbClr val="00FF00"/>
                </a:highlight>
                <a:latin typeface="Consolas" panose="020B0609020204030204" pitchFamily="49" charset="0"/>
              </a:rPr>
              <a:t>SS_CONST(</a:t>
            </a:r>
            <a:r>
              <a:rPr lang="en-US" sz="2000" err="1">
                <a:highlight>
                  <a:srgbClr val="00FF00"/>
                </a:highlight>
                <a:latin typeface="Consolas" panose="020B0609020204030204" pitchFamily="49" charset="0"/>
              </a:rPr>
              <a:t>P_join_indA</a:t>
            </a:r>
            <a:r>
              <a:rPr lang="en-US" sz="2000">
                <a:highlight>
                  <a:srgbClr val="00FF00"/>
                </a:highlight>
                <a:latin typeface="Consolas" panose="020B0609020204030204" pitchFamily="49" charset="0"/>
              </a:rPr>
              <a:t>, sentinel, 1); </a:t>
            </a:r>
          </a:p>
          <a:p>
            <a:pPr marL="0" indent="0">
              <a:buNone/>
            </a:pPr>
            <a:r>
              <a:rPr lang="en-US" sz="2000">
                <a:highlight>
                  <a:srgbClr val="00FF00"/>
                </a:highlight>
                <a:latin typeface="Consolas" panose="020B0609020204030204" pitchFamily="49" charset="0"/>
              </a:rPr>
              <a:t>SS_LINEAR_READ(&amp;</a:t>
            </a:r>
            <a:r>
              <a:rPr lang="en-US" sz="2000" err="1">
                <a:highlight>
                  <a:srgbClr val="00FF00"/>
                </a:highlight>
                <a:latin typeface="Consolas" panose="020B0609020204030204" pitchFamily="49" charset="0"/>
              </a:rPr>
              <a:t>indB</a:t>
            </a:r>
            <a:r>
              <a:rPr lang="en-US" sz="2000">
                <a:highlight>
                  <a:srgbClr val="00FF00"/>
                </a:highlight>
                <a:latin typeface="Consolas" panose="020B0609020204030204" pitchFamily="49" charset="0"/>
              </a:rPr>
              <a:t>[0], bn*8, </a:t>
            </a:r>
            <a:r>
              <a:rPr lang="en-US" sz="2000" err="1">
                <a:highlight>
                  <a:srgbClr val="00FF00"/>
                </a:highlight>
                <a:latin typeface="Consolas" panose="020B0609020204030204" pitchFamily="49" charset="0"/>
              </a:rPr>
              <a:t>P_join_indB</a:t>
            </a:r>
            <a:r>
              <a:rPr lang="en-US" sz="2000"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>
                <a:highlight>
                  <a:srgbClr val="00FF00"/>
                </a:highlight>
                <a:latin typeface="Consolas" panose="020B0609020204030204" pitchFamily="49" charset="0"/>
              </a:rPr>
              <a:t>SS_CONST(</a:t>
            </a:r>
            <a:r>
              <a:rPr lang="en-US" sz="2000" err="1">
                <a:highlight>
                  <a:srgbClr val="00FF00"/>
                </a:highlight>
                <a:latin typeface="Consolas" panose="020B0609020204030204" pitchFamily="49" charset="0"/>
              </a:rPr>
              <a:t>P_join_indB</a:t>
            </a:r>
            <a:r>
              <a:rPr lang="en-US" sz="2000">
                <a:highlight>
                  <a:srgbClr val="00FF00"/>
                </a:highlight>
                <a:latin typeface="Consolas" panose="020B0609020204030204" pitchFamily="49" charset="0"/>
              </a:rPr>
              <a:t>, sentinel, 1); </a:t>
            </a:r>
          </a:p>
          <a:p>
            <a:pPr marL="0" indent="0">
              <a:buNone/>
            </a:pPr>
            <a:r>
              <a:rPr lang="en-US" sz="2000">
                <a:highlight>
                  <a:srgbClr val="00FF00"/>
                </a:highlight>
                <a:latin typeface="Consolas" panose="020B0609020204030204" pitchFamily="49" charset="0"/>
              </a:rPr>
              <a:t>SS_LINEAR_WRITE(</a:t>
            </a:r>
            <a:r>
              <a:rPr lang="en-US" sz="2000" err="1">
                <a:highlight>
                  <a:srgbClr val="00FF00"/>
                </a:highlight>
                <a:latin typeface="Consolas" panose="020B0609020204030204" pitchFamily="49" charset="0"/>
              </a:rPr>
              <a:t>P_join_matchedInd</a:t>
            </a:r>
            <a:r>
              <a:rPr lang="en-US" sz="2000">
                <a:highlight>
                  <a:srgbClr val="00FF00"/>
                </a:highlight>
                <a:latin typeface="Consolas" panose="020B0609020204030204" pitchFamily="49" charset="0"/>
              </a:rPr>
              <a:t>, &amp;output[0], N*8);</a:t>
            </a:r>
          </a:p>
          <a:p>
            <a:pPr marL="0" indent="0">
              <a:buNone/>
            </a:pPr>
            <a:r>
              <a:rPr lang="en-US" sz="2000">
                <a:latin typeface="Consolas" panose="020B0609020204030204" pitchFamily="49" charset="0"/>
              </a:rPr>
              <a:t>SS_RECV(</a:t>
            </a:r>
            <a:r>
              <a:rPr lang="en-US" sz="2000" err="1">
                <a:latin typeface="Consolas" panose="020B0609020204030204" pitchFamily="49" charset="0"/>
              </a:rPr>
              <a:t>P_join_done</a:t>
            </a:r>
            <a:r>
              <a:rPr lang="en-US" sz="2000">
                <a:latin typeface="Consolas" panose="020B0609020204030204" pitchFamily="49" charset="0"/>
              </a:rPr>
              <a:t>, &amp;</a:t>
            </a:r>
            <a:r>
              <a:rPr lang="en-US" sz="2000" err="1">
                <a:latin typeface="Consolas" panose="020B0609020204030204" pitchFamily="49" charset="0"/>
              </a:rPr>
              <a:t>done_flag</a:t>
            </a:r>
            <a:r>
              <a:rPr lang="en-US" sz="200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>
                <a:latin typeface="Consolas" panose="020B0609020204030204" pitchFamily="49" charset="0"/>
              </a:rPr>
              <a:t>SS_RESET();</a:t>
            </a:r>
          </a:p>
          <a:p>
            <a:pPr marL="0" indent="0">
              <a:buNone/>
            </a:pPr>
            <a:r>
              <a:rPr lang="en-US" sz="2000">
                <a:latin typeface="Consolas" panose="020B0609020204030204" pitchFamily="49" charset="0"/>
              </a:rPr>
              <a:t>SS_WAIT_ALL();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63A294D-DB6A-4549-AC91-4BD29C81E583}"/>
              </a:ext>
            </a:extLst>
          </p:cNvPr>
          <p:cNvSpPr/>
          <p:nvPr/>
        </p:nvSpPr>
        <p:spPr>
          <a:xfrm>
            <a:off x="3946745" y="1897874"/>
            <a:ext cx="1642601" cy="356759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indA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[0:an]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BD35404-F6B6-488D-B1F9-9D49FE404C77}"/>
              </a:ext>
            </a:extLst>
          </p:cNvPr>
          <p:cNvSpPr/>
          <p:nvPr/>
        </p:nvSpPr>
        <p:spPr>
          <a:xfrm>
            <a:off x="5292057" y="3456978"/>
            <a:ext cx="1581075" cy="356759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indB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[0:bn]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565865-578A-44DC-9EA9-F8A1C8A60B6D}"/>
              </a:ext>
            </a:extLst>
          </p:cNvPr>
          <p:cNvSpPr/>
          <p:nvPr/>
        </p:nvSpPr>
        <p:spPr>
          <a:xfrm>
            <a:off x="4393163" y="4145759"/>
            <a:ext cx="2414446" cy="411401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matchedInd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[0: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FFC5A20-DBF8-4B9C-8A8A-2AD77B06F46A}"/>
              </a:ext>
            </a:extLst>
          </p:cNvPr>
          <p:cNvGrpSpPr/>
          <p:nvPr/>
        </p:nvGrpSpPr>
        <p:grpSpPr>
          <a:xfrm>
            <a:off x="7045960" y="2165472"/>
            <a:ext cx="5019748" cy="3716099"/>
            <a:chOff x="5494489" y="1688921"/>
            <a:chExt cx="5748120" cy="447225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EC98188-37A2-4BC1-800A-75A863F9D4B4}"/>
                </a:ext>
              </a:extLst>
            </p:cNvPr>
            <p:cNvSpPr/>
            <p:nvPr/>
          </p:nvSpPr>
          <p:spPr>
            <a:xfrm>
              <a:off x="6554881" y="5233853"/>
              <a:ext cx="2020871" cy="405385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Recv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(done)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87FA63B-DC16-4549-A320-938571837C5C}"/>
                </a:ext>
              </a:extLst>
            </p:cNvPr>
            <p:cNvSpPr/>
            <p:nvPr/>
          </p:nvSpPr>
          <p:spPr>
            <a:xfrm>
              <a:off x="6445707" y="3816108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&lt;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0B410B1-2A71-4E9B-9FB8-FD293734803E}"/>
                </a:ext>
              </a:extLst>
            </p:cNvPr>
            <p:cNvSpPr/>
            <p:nvPr/>
          </p:nvSpPr>
          <p:spPr>
            <a:xfrm>
              <a:off x="5494489" y="2780940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7FDF5F2-35DD-46DB-895D-429651E20CEE}"/>
                </a:ext>
              </a:extLst>
            </p:cNvPr>
            <p:cNvCxnSpPr>
              <a:cxnSpLocks/>
              <a:stCxn id="54" idx="2"/>
              <a:endCxn id="53" idx="1"/>
            </p:cNvCxnSpPr>
            <p:nvPr/>
          </p:nvCxnSpPr>
          <p:spPr>
            <a:xfrm>
              <a:off x="6175838" y="3462630"/>
              <a:ext cx="330129" cy="41373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F85FA249-531B-43CC-87CA-6FBCAB612294}"/>
                </a:ext>
              </a:extLst>
            </p:cNvPr>
            <p:cNvCxnSpPr>
              <a:cxnSpLocks/>
              <a:endCxn id="53" idx="7"/>
            </p:cNvCxnSpPr>
            <p:nvPr/>
          </p:nvCxnSpPr>
          <p:spPr>
            <a:xfrm flipH="1">
              <a:off x="6796927" y="3243405"/>
              <a:ext cx="433655" cy="632963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670D307F-E795-46BA-8EEF-FEE3014A86F9}"/>
                </a:ext>
              </a:extLst>
            </p:cNvPr>
            <p:cNvCxnSpPr>
              <a:cxnSpLocks/>
              <a:stCxn id="53" idx="6"/>
            </p:cNvCxnSpPr>
            <p:nvPr/>
          </p:nvCxnSpPr>
          <p:spPr>
            <a:xfrm flipV="1">
              <a:off x="6857187" y="3458376"/>
              <a:ext cx="574073" cy="563472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E183F8A-FE76-4ED4-A75F-9927734F8E69}"/>
                </a:ext>
              </a:extLst>
            </p:cNvPr>
            <p:cNvCxnSpPr>
              <a:cxnSpLocks/>
              <a:stCxn id="53" idx="2"/>
            </p:cNvCxnSpPr>
            <p:nvPr/>
          </p:nvCxnSpPr>
          <p:spPr>
            <a:xfrm flipH="1" flipV="1">
              <a:off x="5968726" y="3461434"/>
              <a:ext cx="476981" cy="560414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F132BD2-057B-4343-81DB-BCDC8902DC2A}"/>
                </a:ext>
              </a:extLst>
            </p:cNvPr>
            <p:cNvCxnSpPr>
              <a:cxnSpLocks/>
              <a:stCxn id="53" idx="6"/>
              <a:endCxn id="63" idx="2"/>
            </p:cNvCxnSpPr>
            <p:nvPr/>
          </p:nvCxnSpPr>
          <p:spPr>
            <a:xfrm flipV="1">
              <a:off x="6857187" y="3993639"/>
              <a:ext cx="2752711" cy="28209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22637B5E-4A74-4144-B795-785703DB8929}"/>
                </a:ext>
              </a:extLst>
            </p:cNvPr>
            <p:cNvCxnSpPr>
              <a:cxnSpLocks/>
              <a:stCxn id="74" idx="2"/>
              <a:endCxn id="54" idx="0"/>
            </p:cNvCxnSpPr>
            <p:nvPr/>
          </p:nvCxnSpPr>
          <p:spPr>
            <a:xfrm flipH="1">
              <a:off x="6175838" y="2045680"/>
              <a:ext cx="621089" cy="73526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52751BB4-11CA-4152-9BA6-DD15157B267B}"/>
                </a:ext>
              </a:extLst>
            </p:cNvPr>
            <p:cNvCxnSpPr>
              <a:cxnSpLocks/>
              <a:stCxn id="72" idx="2"/>
              <a:endCxn id="62" idx="0"/>
            </p:cNvCxnSpPr>
            <p:nvPr/>
          </p:nvCxnSpPr>
          <p:spPr>
            <a:xfrm flipH="1">
              <a:off x="7629165" y="2050101"/>
              <a:ext cx="2250746" cy="729643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EAE8E2A-A702-4DBE-A7F7-58178592F5E6}"/>
                </a:ext>
              </a:extLst>
            </p:cNvPr>
            <p:cNvSpPr/>
            <p:nvPr/>
          </p:nvSpPr>
          <p:spPr>
            <a:xfrm>
              <a:off x="6947816" y="2779744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B4CCFE7-7428-4085-9D19-76FD6706E9CA}"/>
                </a:ext>
              </a:extLst>
            </p:cNvPr>
            <p:cNvSpPr/>
            <p:nvPr/>
          </p:nvSpPr>
          <p:spPr>
            <a:xfrm>
              <a:off x="9609898" y="3787899"/>
              <a:ext cx="378225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C72BC3B-6AB8-4170-BF9B-CF3E9C5AC2B6}"/>
                </a:ext>
              </a:extLst>
            </p:cNvPr>
            <p:cNvSpPr/>
            <p:nvPr/>
          </p:nvSpPr>
          <p:spPr>
            <a:xfrm>
              <a:off x="8436312" y="2776686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68180931-9730-4C1D-BAC1-841BC5E8FCBB}"/>
                </a:ext>
              </a:extLst>
            </p:cNvPr>
            <p:cNvCxnSpPr>
              <a:cxnSpLocks/>
              <a:stCxn id="63" idx="6"/>
              <a:endCxn id="70" idx="2"/>
            </p:cNvCxnSpPr>
            <p:nvPr/>
          </p:nvCxnSpPr>
          <p:spPr>
            <a:xfrm flipV="1">
              <a:off x="9988123" y="3456808"/>
              <a:ext cx="573137" cy="536831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4CAF2ADD-A58E-4808-8EB1-E2B7A8A7CE5D}"/>
                </a:ext>
              </a:extLst>
            </p:cNvPr>
            <p:cNvCxnSpPr>
              <a:cxnSpLocks/>
              <a:stCxn id="63" idx="1"/>
            </p:cNvCxnSpPr>
            <p:nvPr/>
          </p:nvCxnSpPr>
          <p:spPr>
            <a:xfrm flipH="1" flipV="1">
              <a:off x="8849991" y="3462630"/>
              <a:ext cx="815297" cy="385529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dash"/>
              <a:miter lim="800000"/>
              <a:tailEnd type="triangle"/>
            </a:ln>
            <a:effectLst/>
          </p:spPr>
        </p:cxn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CF3683B-F124-42DD-AFD1-4373F891A513}"/>
                </a:ext>
              </a:extLst>
            </p:cNvPr>
            <p:cNvSpPr/>
            <p:nvPr/>
          </p:nvSpPr>
          <p:spPr>
            <a:xfrm>
              <a:off x="9879911" y="2775118"/>
              <a:ext cx="1362698" cy="68169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en-US" sz="2400" kern="0" err="1">
                  <a:solidFill>
                    <a:prstClr val="black"/>
                  </a:solidFill>
                </a:rPr>
                <a:t>indA</a:t>
              </a:r>
              <a:r>
                <a:rPr lang="en-US" sz="2400" kern="0">
                  <a:solidFill>
                    <a:prstClr val="black"/>
                  </a:solidFill>
                </a:rPr>
                <a:t> [0:an]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BCDF1E3F-0848-4DC5-A5FD-7175E503E63B}"/>
                </a:ext>
              </a:extLst>
            </p:cNvPr>
            <p:cNvCxnSpPr>
              <a:cxnSpLocks/>
              <a:stCxn id="74" idx="2"/>
              <a:endCxn id="65" idx="0"/>
            </p:cNvCxnSpPr>
            <p:nvPr/>
          </p:nvCxnSpPr>
          <p:spPr>
            <a:xfrm>
              <a:off x="6796927" y="2045680"/>
              <a:ext cx="2320734" cy="73100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65CA39B-86E6-48F6-9ACA-BD4733203EB2}"/>
                </a:ext>
              </a:extLst>
            </p:cNvPr>
            <p:cNvSpPr/>
            <p:nvPr/>
          </p:nvSpPr>
          <p:spPr>
            <a:xfrm>
              <a:off x="8782844" y="1693342"/>
              <a:ext cx="2194134" cy="356759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indB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[0:bn]</a:t>
              </a: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9A879DEB-CB66-4A60-8A75-7ABFC26BC1DF}"/>
                </a:ext>
              </a:extLst>
            </p:cNvPr>
            <p:cNvCxnSpPr>
              <a:cxnSpLocks/>
              <a:stCxn id="72" idx="2"/>
              <a:endCxn id="70" idx="0"/>
            </p:cNvCxnSpPr>
            <p:nvPr/>
          </p:nvCxnSpPr>
          <p:spPr>
            <a:xfrm>
              <a:off x="9879911" y="2050101"/>
              <a:ext cx="681349" cy="725017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2A067D6-056C-4094-98E3-FC2DABE64EE1}"/>
                </a:ext>
              </a:extLst>
            </p:cNvPr>
            <p:cNvSpPr/>
            <p:nvPr/>
          </p:nvSpPr>
          <p:spPr>
            <a:xfrm>
              <a:off x="5699860" y="1688921"/>
              <a:ext cx="2194134" cy="356759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indA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[0:an]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626E548-156C-4B30-91DF-D4B7C721D1F0}"/>
                </a:ext>
              </a:extLst>
            </p:cNvPr>
            <p:cNvSpPr/>
            <p:nvPr/>
          </p:nvSpPr>
          <p:spPr>
            <a:xfrm>
              <a:off x="8608413" y="5231316"/>
              <a:ext cx="2634190" cy="411401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matchedInd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[0: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</a:t>
              </a: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]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8F13F9FE-68DB-4CC9-A422-7CE319724CC0}"/>
                </a:ext>
              </a:extLst>
            </p:cNvPr>
            <p:cNvCxnSpPr>
              <a:cxnSpLocks/>
              <a:stCxn id="78" idx="4"/>
              <a:endCxn id="75" idx="0"/>
            </p:cNvCxnSpPr>
            <p:nvPr/>
          </p:nvCxnSpPr>
          <p:spPr>
            <a:xfrm>
              <a:off x="9815639" y="4856600"/>
              <a:ext cx="109870" cy="374716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8A582F2F-120D-48E0-ABC6-9424388E42E9}"/>
                </a:ext>
              </a:extLst>
            </p:cNvPr>
            <p:cNvCxnSpPr>
              <a:cxnSpLocks/>
              <a:stCxn id="93" idx="4"/>
              <a:endCxn id="52" idx="0"/>
            </p:cNvCxnSpPr>
            <p:nvPr/>
          </p:nvCxnSpPr>
          <p:spPr>
            <a:xfrm>
              <a:off x="7544070" y="5049831"/>
              <a:ext cx="21247" cy="18402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BE42587-9880-4F2B-B1AF-AAC048C54BC8}"/>
                </a:ext>
              </a:extLst>
            </p:cNvPr>
            <p:cNvSpPr/>
            <p:nvPr/>
          </p:nvSpPr>
          <p:spPr>
            <a:xfrm>
              <a:off x="9609898" y="4445121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600" b="1" kern="0">
                  <a:solidFill>
                    <a:prstClr val="black"/>
                  </a:solidFill>
                  <a:latin typeface="Calibri" panose="020F0502020204030204"/>
                </a:rPr>
                <a:t>f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EE2D9629-83AF-4919-BB2B-ACB507971518}"/>
                </a:ext>
              </a:extLst>
            </p:cNvPr>
            <p:cNvCxnSpPr>
              <a:cxnSpLocks/>
              <a:endCxn id="63" idx="7"/>
            </p:cNvCxnSpPr>
            <p:nvPr/>
          </p:nvCxnSpPr>
          <p:spPr>
            <a:xfrm flipH="1">
              <a:off x="9932733" y="3433300"/>
              <a:ext cx="433615" cy="414859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308123CE-6B4A-4183-845A-75B8BE7A43DF}"/>
                </a:ext>
              </a:extLst>
            </p:cNvPr>
            <p:cNvCxnSpPr>
              <a:cxnSpLocks/>
              <a:stCxn id="65" idx="2"/>
              <a:endCxn id="63" idx="0"/>
            </p:cNvCxnSpPr>
            <p:nvPr/>
          </p:nvCxnSpPr>
          <p:spPr>
            <a:xfrm>
              <a:off x="9117661" y="3458376"/>
              <a:ext cx="681350" cy="329523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34C4DE8-5582-4A82-9D32-5045FA4B228B}"/>
                </a:ext>
              </a:extLst>
            </p:cNvPr>
            <p:cNvSpPr/>
            <p:nvPr/>
          </p:nvSpPr>
          <p:spPr>
            <a:xfrm>
              <a:off x="6829120" y="5829397"/>
              <a:ext cx="1509299" cy="331776"/>
            </a:xfrm>
            <a:prstGeom prst="rect">
              <a:avLst/>
            </a:prstGeom>
            <a:solidFill>
              <a:srgbClr val="FFC0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Reset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81687964-C94D-4DC7-89AC-CD5EEA65889A}"/>
                </a:ext>
              </a:extLst>
            </p:cNvPr>
            <p:cNvCxnSpPr>
              <a:cxnSpLocks/>
              <a:stCxn id="52" idx="2"/>
              <a:endCxn id="81" idx="0"/>
            </p:cNvCxnSpPr>
            <p:nvPr/>
          </p:nvCxnSpPr>
          <p:spPr>
            <a:xfrm>
              <a:off x="7565318" y="5639238"/>
              <a:ext cx="18451" cy="190160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83" name="Connector: Curved 82">
              <a:extLst>
                <a:ext uri="{FF2B5EF4-FFF2-40B4-BE49-F238E27FC236}">
                  <a16:creationId xmlns:a16="http://schemas.microsoft.com/office/drawing/2014/main" id="{D6746AB1-28A6-45DC-995F-576A645EDF94}"/>
                </a:ext>
              </a:extLst>
            </p:cNvPr>
            <p:cNvCxnSpPr>
              <a:cxnSpLocks/>
              <a:stCxn id="81" idx="3"/>
              <a:endCxn id="75" idx="2"/>
            </p:cNvCxnSpPr>
            <p:nvPr/>
          </p:nvCxnSpPr>
          <p:spPr>
            <a:xfrm flipV="1">
              <a:off x="8338418" y="5642717"/>
              <a:ext cx="1587091" cy="352568"/>
            </a:xfrm>
            <a:prstGeom prst="curvedConnector2">
              <a:avLst/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: Curved 83">
              <a:extLst>
                <a:ext uri="{FF2B5EF4-FFF2-40B4-BE49-F238E27FC236}">
                  <a16:creationId xmlns:a16="http://schemas.microsoft.com/office/drawing/2014/main" id="{8969868D-32B2-45EB-BDCA-0D5D6290CFDB}"/>
                </a:ext>
              </a:extLst>
            </p:cNvPr>
            <p:cNvCxnSpPr>
              <a:cxnSpLocks/>
              <a:stCxn id="81" idx="1"/>
              <a:endCxn id="74" idx="1"/>
            </p:cNvCxnSpPr>
            <p:nvPr/>
          </p:nvCxnSpPr>
          <p:spPr>
            <a:xfrm rot="10800000">
              <a:off x="5699860" y="1867301"/>
              <a:ext cx="1129260" cy="4127984"/>
            </a:xfrm>
            <a:prstGeom prst="curvedConnector3">
              <a:avLst>
                <a:gd name="adj1" fmla="val 132262"/>
              </a:avLst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Curved 84">
              <a:extLst>
                <a:ext uri="{FF2B5EF4-FFF2-40B4-BE49-F238E27FC236}">
                  <a16:creationId xmlns:a16="http://schemas.microsoft.com/office/drawing/2014/main" id="{5FFBF58E-A236-4434-A7A1-B03B31396310}"/>
                </a:ext>
              </a:extLst>
            </p:cNvPr>
            <p:cNvCxnSpPr>
              <a:cxnSpLocks/>
              <a:stCxn id="74" idx="3"/>
              <a:endCxn id="72" idx="1"/>
            </p:cNvCxnSpPr>
            <p:nvPr/>
          </p:nvCxnSpPr>
          <p:spPr>
            <a:xfrm>
              <a:off x="7893994" y="1867301"/>
              <a:ext cx="888850" cy="4421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: Curved 85">
              <a:extLst>
                <a:ext uri="{FF2B5EF4-FFF2-40B4-BE49-F238E27FC236}">
                  <a16:creationId xmlns:a16="http://schemas.microsoft.com/office/drawing/2014/main" id="{462D30F8-C99D-42D7-B13E-3BC5F01EC6B9}"/>
                </a:ext>
              </a:extLst>
            </p:cNvPr>
            <p:cNvCxnSpPr>
              <a:cxnSpLocks/>
              <a:stCxn id="81" idx="1"/>
              <a:endCxn id="52" idx="1"/>
            </p:cNvCxnSpPr>
            <p:nvPr/>
          </p:nvCxnSpPr>
          <p:spPr>
            <a:xfrm rot="10800000">
              <a:off x="6554881" y="5436545"/>
              <a:ext cx="274238" cy="558740"/>
            </a:xfrm>
            <a:prstGeom prst="curvedConnector3">
              <a:avLst>
                <a:gd name="adj1" fmla="val 195454"/>
              </a:avLst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A75E77F-D5D1-4223-8DDB-341B3D6DBFC3}"/>
                </a:ext>
              </a:extLst>
            </p:cNvPr>
            <p:cNvCxnSpPr>
              <a:cxnSpLocks/>
              <a:stCxn id="90" idx="7"/>
              <a:endCxn id="93" idx="0"/>
            </p:cNvCxnSpPr>
            <p:nvPr/>
          </p:nvCxnSpPr>
          <p:spPr>
            <a:xfrm>
              <a:off x="7203506" y="4401467"/>
              <a:ext cx="340564" cy="236884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D9C115B-97F0-4644-B1C1-7930451BA537}"/>
                </a:ext>
              </a:extLst>
            </p:cNvPr>
            <p:cNvSpPr txBox="1"/>
            <p:nvPr/>
          </p:nvSpPr>
          <p:spPr>
            <a:xfrm>
              <a:off x="6207311" y="4189196"/>
              <a:ext cx="3215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/>
                <a:t>3</a:t>
              </a: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E0D34F4D-F5DA-43AB-9EDF-76C6C17549BC}"/>
                </a:ext>
              </a:extLst>
            </p:cNvPr>
            <p:cNvCxnSpPr>
              <a:cxnSpLocks/>
              <a:stCxn id="63" idx="4"/>
              <a:endCxn id="78" idx="0"/>
            </p:cNvCxnSpPr>
            <p:nvPr/>
          </p:nvCxnSpPr>
          <p:spPr>
            <a:xfrm>
              <a:off x="9799011" y="4199379"/>
              <a:ext cx="16627" cy="24574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C2D31A8D-1182-4A9E-8C51-C930754E47BD}"/>
                </a:ext>
              </a:extLst>
            </p:cNvPr>
            <p:cNvSpPr/>
            <p:nvPr/>
          </p:nvSpPr>
          <p:spPr>
            <a:xfrm>
              <a:off x="6852286" y="4341207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=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69F7764A-BA46-4E31-8D87-3B27B5BBBBC1}"/>
                </a:ext>
              </a:extLst>
            </p:cNvPr>
            <p:cNvCxnSpPr>
              <a:cxnSpLocks/>
              <a:stCxn id="53" idx="6"/>
              <a:endCxn id="90" idx="0"/>
            </p:cNvCxnSpPr>
            <p:nvPr/>
          </p:nvCxnSpPr>
          <p:spPr>
            <a:xfrm>
              <a:off x="6857187" y="4021848"/>
              <a:ext cx="200839" cy="319359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7B7EEE52-F533-4BB9-B070-BC3257C07706}"/>
                </a:ext>
              </a:extLst>
            </p:cNvPr>
            <p:cNvCxnSpPr>
              <a:cxnSpLocks/>
              <a:stCxn id="63" idx="3"/>
              <a:endCxn id="93" idx="7"/>
            </p:cNvCxnSpPr>
            <p:nvPr/>
          </p:nvCxnSpPr>
          <p:spPr>
            <a:xfrm flipH="1">
              <a:off x="7689550" y="4139119"/>
              <a:ext cx="1975738" cy="559492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99450B69-4EEF-4BB9-866A-FB7A45A73AF1}"/>
                </a:ext>
              </a:extLst>
            </p:cNvPr>
            <p:cNvSpPr/>
            <p:nvPr/>
          </p:nvSpPr>
          <p:spPr>
            <a:xfrm>
              <a:off x="7338330" y="4638351"/>
              <a:ext cx="411480" cy="411480"/>
            </a:xfrm>
            <a:prstGeom prst="ellipse">
              <a:avLst/>
            </a:prstGeom>
            <a:solidFill>
              <a:srgbClr val="ED7D31">
                <a:lumMod val="60000"/>
                <a:lumOff val="4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4572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600" b="1" kern="0">
                  <a:solidFill>
                    <a:prstClr val="black"/>
                  </a:solidFill>
                  <a:latin typeface="Calibri" panose="020F0502020204030204"/>
                </a:rPr>
                <a:t>f</a:t>
              </a: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31F6ED55-6002-4ABD-8509-CBD233B2B33F}"/>
                </a:ext>
              </a:extLst>
            </p:cNvPr>
            <p:cNvCxnSpPr>
              <a:cxnSpLocks/>
              <a:endCxn id="90" idx="1"/>
            </p:cNvCxnSpPr>
            <p:nvPr/>
          </p:nvCxnSpPr>
          <p:spPr>
            <a:xfrm>
              <a:off x="6541601" y="4386569"/>
              <a:ext cx="370945" cy="14898"/>
            </a:xfrm>
            <a:prstGeom prst="straightConnector1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F366B458-C59A-444D-ADCA-472312936426}"/>
                </a:ext>
              </a:extLst>
            </p:cNvPr>
            <p:cNvCxnSpPr>
              <a:cxnSpLocks/>
              <a:stCxn id="90" idx="7"/>
              <a:endCxn id="78" idx="2"/>
            </p:cNvCxnSpPr>
            <p:nvPr/>
          </p:nvCxnSpPr>
          <p:spPr>
            <a:xfrm>
              <a:off x="7203506" y="4401467"/>
              <a:ext cx="2406392" cy="249394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893D42C-7F0F-4B4D-A98A-95B2F66A89C2}"/>
                </a:ext>
              </a:extLst>
            </p:cNvPr>
            <p:cNvSpPr txBox="1"/>
            <p:nvPr/>
          </p:nvSpPr>
          <p:spPr>
            <a:xfrm>
              <a:off x="7203506" y="4139119"/>
              <a:ext cx="780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done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33F9B83E-1E73-4E09-A790-FEAD9B2D1CAB}"/>
              </a:ext>
            </a:extLst>
          </p:cNvPr>
          <p:cNvSpPr txBox="1"/>
          <p:nvPr/>
        </p:nvSpPr>
        <p:spPr>
          <a:xfrm>
            <a:off x="6974331" y="2836602"/>
            <a:ext cx="2582411" cy="1504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5A92E66-664C-4520-AA6E-5E3FE249F1E5}"/>
              </a:ext>
            </a:extLst>
          </p:cNvPr>
          <p:cNvSpPr txBox="1"/>
          <p:nvPr/>
        </p:nvSpPr>
        <p:spPr>
          <a:xfrm>
            <a:off x="9552536" y="2831291"/>
            <a:ext cx="2582411" cy="1504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9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92D48-801C-4CC7-B930-70EBBD6E6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Run it!! ($ </a:t>
            </a:r>
            <a:r>
              <a:rPr lang="en-US">
                <a:latin typeface="Consolas" panose="020B0609020204030204" pitchFamily="49" charset="0"/>
                <a:cs typeface="Calibri Light"/>
              </a:rPr>
              <a:t>./run.sh </a:t>
            </a:r>
            <a:r>
              <a:rPr lang="en-US" err="1">
                <a:latin typeface="Consolas" panose="020B0609020204030204" pitchFamily="49" charset="0"/>
                <a:cs typeface="Calibri Light"/>
              </a:rPr>
              <a:t>main.out</a:t>
            </a:r>
            <a:r>
              <a:rPr lang="en-US">
                <a:cs typeface="Calibri Light"/>
              </a:rPr>
              <a:t>)</a:t>
            </a:r>
            <a:br>
              <a:rPr lang="en-US">
                <a:cs typeface="Calibri Light"/>
              </a:rPr>
            </a:br>
            <a:r>
              <a:rPr lang="en-US">
                <a:cs typeface="Calibri Light"/>
              </a:rPr>
              <a:t>N=4096, DENSITY=0.1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F3387-007D-4CEC-9F8F-2C15DC519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7056"/>
          </a:xfr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Simulator Time: 0.02005 sec</a:t>
            </a:r>
            <a:endParaRPr lang="en-US" sz="2000">
              <a:cs typeface="Calibri" panose="020F050202020403020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b="1">
                <a:ea typeface="+mn-lt"/>
                <a:cs typeface="+mn-lt"/>
              </a:rPr>
              <a:t>Cycles: 799</a:t>
            </a:r>
            <a:endParaRPr lang="en-US" sz="2000" b="1"/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Number of coalesced SPU requests: 0</a:t>
            </a:r>
            <a:endParaRPr lang="en-US" sz="2000"/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Control Core </a:t>
            </a:r>
            <a:r>
              <a:rPr lang="en-US" sz="2000" err="1">
                <a:ea typeface="+mn-lt"/>
                <a:cs typeface="+mn-lt"/>
              </a:rPr>
              <a:t>Insts</a:t>
            </a:r>
            <a:r>
              <a:rPr lang="en-US" sz="2000">
                <a:ea typeface="+mn-lt"/>
                <a:cs typeface="+mn-lt"/>
              </a:rPr>
              <a:t> Issued: 35</a:t>
            </a:r>
            <a:endParaRPr lang="en-US" sz="2000"/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Control Core Discarded </a:t>
            </a:r>
            <a:r>
              <a:rPr lang="en-US" sz="2000" err="1">
                <a:ea typeface="+mn-lt"/>
                <a:cs typeface="+mn-lt"/>
              </a:rPr>
              <a:t>Insts</a:t>
            </a:r>
            <a:r>
              <a:rPr lang="en-US" sz="2000">
                <a:ea typeface="+mn-lt"/>
                <a:cs typeface="+mn-lt"/>
              </a:rPr>
              <a:t> Issued: 17</a:t>
            </a:r>
            <a:endParaRPr lang="en-US" sz="2000"/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Control Core Discarded Inst Stalls: 0.4857</a:t>
            </a:r>
            <a:endParaRPr lang="en-US" sz="2000"/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Control Core Config Stalls: 0</a:t>
            </a:r>
            <a:endParaRPr lang="en-US" sz="2000"/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Control Core Wait Stalls:   </a:t>
            </a:r>
            <a:endParaRPr lang="en-US" sz="2000"/>
          </a:p>
          <a:p>
            <a:pPr marL="0" indent="0">
              <a:spcBef>
                <a:spcPts val="0"/>
              </a:spcBef>
              <a:buNone/>
            </a:pPr>
            <a:endParaRPr lang="en-US" sz="2000"/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ACCEL 0 STATS ***</a:t>
            </a:r>
            <a:endParaRPr lang="en-US" sz="2000"/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Commands Issued: 5</a:t>
            </a:r>
            <a:endParaRPr lang="en-US" sz="2000"/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CGRA Instances: 40 -- </a:t>
            </a:r>
            <a:r>
              <a:rPr lang="en-US" sz="2000" b="1">
                <a:ea typeface="+mn-lt"/>
                <a:cs typeface="+mn-lt"/>
              </a:rPr>
              <a:t>Activity Ratio: 0.9787</a:t>
            </a:r>
            <a:r>
              <a:rPr lang="en-US" sz="2000">
                <a:ea typeface="+mn-lt"/>
                <a:cs typeface="+mn-lt"/>
              </a:rPr>
              <a:t>, DFGs / Cycle: 0.05006</a:t>
            </a:r>
            <a:endParaRPr lang="en-US" sz="2000"/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For </a:t>
            </a:r>
            <a:r>
              <a:rPr lang="en-US" sz="2000" err="1">
                <a:ea typeface="+mn-lt"/>
                <a:cs typeface="+mn-lt"/>
              </a:rPr>
              <a:t>backcgra</a:t>
            </a:r>
            <a:r>
              <a:rPr lang="en-US" sz="2000">
                <a:ea typeface="+mn-lt"/>
                <a:cs typeface="+mn-lt"/>
              </a:rPr>
              <a:t>, Average </a:t>
            </a:r>
            <a:r>
              <a:rPr lang="en-US" sz="2000" err="1">
                <a:ea typeface="+mn-lt"/>
                <a:cs typeface="+mn-lt"/>
              </a:rPr>
              <a:t>thoughput</a:t>
            </a:r>
            <a:r>
              <a:rPr lang="en-US" sz="2000">
                <a:ea typeface="+mn-lt"/>
                <a:cs typeface="+mn-lt"/>
              </a:rPr>
              <a:t> of all ports (overall): 0.02503, CGRA outputs/</a:t>
            </a:r>
            <a:r>
              <a:rPr lang="en-US" sz="2000" err="1">
                <a:ea typeface="+mn-lt"/>
                <a:cs typeface="+mn-lt"/>
              </a:rPr>
              <a:t>cgra</a:t>
            </a:r>
            <a:r>
              <a:rPr lang="en-US" sz="2000">
                <a:ea typeface="+mn-lt"/>
                <a:cs typeface="+mn-lt"/>
              </a:rPr>
              <a:t> busy cycles: 0.05115</a:t>
            </a:r>
            <a:endParaRPr lang="en-US" sz="2000"/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CGRA </a:t>
            </a:r>
            <a:r>
              <a:rPr lang="en-US" sz="2000" err="1">
                <a:ea typeface="+mn-lt"/>
                <a:cs typeface="+mn-lt"/>
              </a:rPr>
              <a:t>Insts</a:t>
            </a:r>
            <a:r>
              <a:rPr lang="en-US" sz="2000">
                <a:ea typeface="+mn-lt"/>
                <a:cs typeface="+mn-lt"/>
              </a:rPr>
              <a:t> / Computation Instance: 60.65</a:t>
            </a:r>
            <a:endParaRPr lang="en-US" sz="2000"/>
          </a:p>
          <a:p>
            <a:pPr marL="0" indent="0"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CGRA </a:t>
            </a:r>
            <a:r>
              <a:rPr lang="en-US" sz="2000" err="1">
                <a:ea typeface="+mn-lt"/>
                <a:cs typeface="+mn-lt"/>
              </a:rPr>
              <a:t>Insts</a:t>
            </a:r>
            <a:r>
              <a:rPr lang="en-US" sz="2000">
                <a:ea typeface="+mn-lt"/>
                <a:cs typeface="+mn-lt"/>
              </a:rPr>
              <a:t> / Cycle: 3.036 (overall activity factor)</a:t>
            </a:r>
            <a:endParaRPr lang="en-US" sz="2000"/>
          </a:p>
          <a:p>
            <a:pPr marL="0" indent="0">
              <a:spcBef>
                <a:spcPts val="0"/>
              </a:spcBef>
              <a:buNone/>
            </a:pPr>
            <a:r>
              <a:rPr lang="en-US" sz="2000" b="1">
                <a:ea typeface="+mn-lt"/>
                <a:cs typeface="+mn-lt"/>
              </a:rPr>
              <a:t>Mapped DFG utilization: 0.6073</a:t>
            </a:r>
            <a:endParaRPr lang="en-US" sz="2000" b="1"/>
          </a:p>
          <a:p>
            <a:pPr marL="0" indent="0">
              <a:spcBef>
                <a:spcPts val="0"/>
              </a:spcBef>
              <a:buNone/>
            </a:pPr>
            <a:endParaRPr lang="en-US" sz="2000"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8BFC2-1090-4D61-98F8-0D1664E9726A}"/>
              </a:ext>
            </a:extLst>
          </p:cNvPr>
          <p:cNvSpPr txBox="1"/>
          <p:nvPr/>
        </p:nvSpPr>
        <p:spPr>
          <a:xfrm>
            <a:off x="5965370" y="2035629"/>
            <a:ext cx="5278735" cy="1077218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Index-match is done at a line</a:t>
            </a:r>
            <a:r>
              <a:rPr kumimoji="0" lang="en-US" sz="3200" b="0" i="0" u="none" strike="noStrike" kern="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rate</a:t>
            </a: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6184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BDF6-34A0-48EB-9FD5-42BB2F829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9E71-26CA-4932-B280-B1ECE993F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8371" cy="4351338"/>
          </a:xfrm>
        </p:spPr>
        <p:txBody>
          <a:bodyPr>
            <a:normAutofit fontScale="92500"/>
          </a:bodyPr>
          <a:lstStyle/>
          <a:p>
            <a:pPr fontAlgn="base"/>
            <a:r>
              <a:rPr lang="en-US" sz="3600" b="1" dirty="0">
                <a:solidFill>
                  <a:schemeClr val="bg2">
                    <a:lumMod val="75000"/>
                  </a:schemeClr>
                </a:solidFill>
              </a:rPr>
              <a:t>Background: Decoupled Spatial Architectures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​</a:t>
            </a:r>
          </a:p>
          <a:p>
            <a:pPr fontAlgn="base"/>
            <a:r>
              <a:rPr lang="en-US" sz="3600" b="1" dirty="0">
                <a:solidFill>
                  <a:schemeClr val="bg2">
                    <a:lumMod val="75000"/>
                  </a:schemeClr>
                </a:solidFill>
              </a:rPr>
              <a:t>Decoupled-Spatial Architecture Programming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​</a:t>
            </a:r>
          </a:p>
          <a:p>
            <a:pPr fontAlgn="base"/>
            <a:r>
              <a:rPr lang="en-US" sz="3600" b="1" dirty="0"/>
              <a:t>Advanced DSA Programming</a:t>
            </a:r>
            <a:r>
              <a:rPr lang="en-US" sz="3600" dirty="0"/>
              <a:t>​</a:t>
            </a:r>
          </a:p>
          <a:p>
            <a:pPr lvl="1" fontAlgn="base"/>
            <a:r>
              <a:rPr lang="en-US" sz="3200" dirty="0"/>
              <a:t>Warm up: Support for data-dependent control/memory</a:t>
            </a:r>
          </a:p>
          <a:p>
            <a:pPr lvl="1" fontAlgn="base"/>
            <a:r>
              <a:rPr lang="en-US" sz="3200" dirty="0"/>
              <a:t>Exercise 3: Sparse vector-vector dot-product (Hands-on-exercise)</a:t>
            </a:r>
          </a:p>
          <a:p>
            <a:pPr lvl="1" fontAlgn="base"/>
            <a:r>
              <a:rPr lang="en-US" sz="3200" b="1" dirty="0"/>
              <a:t>Full </a:t>
            </a:r>
            <a:r>
              <a:rPr lang="en-US" sz="3200" b="1" dirty="0" err="1"/>
              <a:t>SpMSpV</a:t>
            </a:r>
            <a:r>
              <a:rPr lang="en-US" sz="3200" b="1" dirty="0"/>
              <a:t> and Multi-core implementation</a:t>
            </a:r>
            <a:endParaRPr lang="en-US" b="1" dirty="0"/>
          </a:p>
          <a:p>
            <a:pPr fontAlgn="base"/>
            <a:r>
              <a:rPr lang="en-US" sz="3600" b="1" dirty="0">
                <a:solidFill>
                  <a:schemeClr val="bg1">
                    <a:lumMod val="65000"/>
                  </a:schemeClr>
                </a:solidFill>
              </a:rPr>
              <a:t>Compiling High-Level Lang. to DSA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​</a:t>
            </a:r>
          </a:p>
          <a:p>
            <a:pPr fontAlgn="base"/>
            <a:r>
              <a:rPr lang="en-US" sz="3600" b="1" dirty="0">
                <a:solidFill>
                  <a:schemeClr val="bg1">
                    <a:lumMod val="65000"/>
                  </a:schemeClr>
                </a:solidFill>
              </a:rPr>
              <a:t>Composing a Spatial Architecture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F4094-3264-449D-987F-BDF23CD1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B2B219-680F-4623-BABC-912DD53A43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8847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F9E5-165D-405F-B80D-0CAF687FA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</a:t>
            </a:r>
            <a:r>
              <a:rPr lang="en-US" err="1"/>
              <a:t>SpMSpV</a:t>
            </a:r>
            <a:r>
              <a:rPr lang="en-US"/>
              <a:t> (Dot product kernel)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93E836-ECA2-44F2-A895-D4C1446C9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46" y="1956164"/>
            <a:ext cx="7016681" cy="4275303"/>
          </a:xfrm>
          <a:ln w="635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vanilla code</a:t>
            </a:r>
          </a:p>
          <a:p>
            <a:pPr marL="0" indent="0">
              <a:buNone/>
            </a:pPr>
            <a:r>
              <a:rPr lang="en-US" sz="2200">
                <a:latin typeface="Consolas" panose="020B0609020204030204" pitchFamily="49" charset="0"/>
              </a:rPr>
              <a:t>while (</a:t>
            </a:r>
            <a:r>
              <a:rPr lang="en-US" sz="2200" err="1">
                <a:latin typeface="Consolas" panose="020B0609020204030204" pitchFamily="49" charset="0"/>
              </a:rPr>
              <a:t>i</a:t>
            </a:r>
            <a:r>
              <a:rPr lang="en-US" sz="2200">
                <a:latin typeface="Consolas" panose="020B0609020204030204" pitchFamily="49" charset="0"/>
              </a:rPr>
              <a:t> &lt; an &amp;&amp; j &lt; bn):</a:t>
            </a:r>
          </a:p>
          <a:p>
            <a:pPr marL="0" indent="0">
              <a:buNone/>
            </a:pPr>
            <a:r>
              <a:rPr lang="en-US" sz="2200">
                <a:latin typeface="Consolas" panose="020B0609020204030204" pitchFamily="49" charset="0"/>
              </a:rPr>
              <a:t>  if (</a:t>
            </a:r>
            <a:r>
              <a:rPr lang="en-US" sz="2200" err="1">
                <a:latin typeface="Consolas" panose="020B0609020204030204" pitchFamily="49" charset="0"/>
              </a:rPr>
              <a:t>indA</a:t>
            </a:r>
            <a:r>
              <a:rPr lang="en-US" sz="2200">
                <a:latin typeface="Consolas" panose="020B0609020204030204" pitchFamily="49" charset="0"/>
              </a:rPr>
              <a:t>[</a:t>
            </a:r>
            <a:r>
              <a:rPr lang="en-US" sz="2200" err="1">
                <a:latin typeface="Consolas" panose="020B0609020204030204" pitchFamily="49" charset="0"/>
              </a:rPr>
              <a:t>i</a:t>
            </a:r>
            <a:r>
              <a:rPr lang="en-US" sz="2200">
                <a:latin typeface="Consolas" panose="020B0609020204030204" pitchFamily="49" charset="0"/>
              </a:rPr>
              <a:t>] == </a:t>
            </a:r>
            <a:r>
              <a:rPr lang="en-US" sz="2200" err="1">
                <a:latin typeface="Consolas" panose="020B0609020204030204" pitchFamily="49" charset="0"/>
              </a:rPr>
              <a:t>indB</a:t>
            </a:r>
            <a:r>
              <a:rPr lang="en-US" sz="2200">
                <a:latin typeface="Consolas" panose="020B0609020204030204" pitchFamily="49" charset="0"/>
              </a:rPr>
              <a:t>[j]):</a:t>
            </a:r>
          </a:p>
          <a:p>
            <a:pPr marL="0" indent="0">
              <a:buNone/>
            </a:pPr>
            <a:r>
              <a:rPr lang="en-US" sz="2200">
                <a:latin typeface="Consolas" panose="020B0609020204030204" pitchFamily="49" charset="0"/>
              </a:rPr>
              <a:t>    </a:t>
            </a:r>
            <a:r>
              <a:rPr lang="en-US" sz="2200" b="1">
                <a:latin typeface="Consolas" panose="020B0609020204030204" pitchFamily="49" charset="0"/>
              </a:rPr>
              <a:t>out += </a:t>
            </a:r>
            <a:r>
              <a:rPr lang="en-US" sz="2200" b="1" err="1">
                <a:latin typeface="Consolas" panose="020B0609020204030204" pitchFamily="49" charset="0"/>
              </a:rPr>
              <a:t>valA</a:t>
            </a:r>
            <a:r>
              <a:rPr lang="en-US" sz="2200" b="1">
                <a:latin typeface="Consolas" panose="020B0609020204030204" pitchFamily="49" charset="0"/>
              </a:rPr>
              <a:t>[</a:t>
            </a:r>
            <a:r>
              <a:rPr lang="en-US" sz="2200" b="1" err="1">
                <a:latin typeface="Consolas" panose="020B0609020204030204" pitchFamily="49" charset="0"/>
              </a:rPr>
              <a:t>i</a:t>
            </a:r>
            <a:r>
              <a:rPr lang="en-US" sz="2200" b="1">
                <a:latin typeface="Consolas" panose="020B0609020204030204" pitchFamily="49" charset="0"/>
              </a:rPr>
              <a:t>]* </a:t>
            </a:r>
            <a:r>
              <a:rPr lang="en-US" sz="2200" b="1" err="1">
                <a:latin typeface="Consolas" panose="020B0609020204030204" pitchFamily="49" charset="0"/>
              </a:rPr>
              <a:t>valB</a:t>
            </a:r>
            <a:r>
              <a:rPr lang="en-US" sz="2200" b="1">
                <a:latin typeface="Consolas" panose="020B0609020204030204" pitchFamily="49" charset="0"/>
              </a:rPr>
              <a:t>[j]</a:t>
            </a:r>
          </a:p>
          <a:p>
            <a:pPr marL="0" indent="0">
              <a:buNone/>
            </a:pPr>
            <a:r>
              <a:rPr lang="en-US" sz="2200">
                <a:latin typeface="Consolas" panose="020B0609020204030204" pitchFamily="49" charset="0"/>
              </a:rPr>
              <a:t>    ++</a:t>
            </a:r>
            <a:r>
              <a:rPr lang="en-US" sz="2200" err="1">
                <a:latin typeface="Consolas" panose="020B0609020204030204" pitchFamily="49" charset="0"/>
              </a:rPr>
              <a:t>i</a:t>
            </a:r>
            <a:r>
              <a:rPr lang="en-US" sz="2200">
                <a:latin typeface="Consolas" panose="020B0609020204030204" pitchFamily="49" charset="0"/>
              </a:rPr>
              <a:t>; ++j</a:t>
            </a:r>
          </a:p>
          <a:p>
            <a:pPr marL="0" indent="0">
              <a:buNone/>
            </a:pPr>
            <a:r>
              <a:rPr lang="en-US" sz="2200">
                <a:latin typeface="Consolas" panose="020B0609020204030204" pitchFamily="49" charset="0"/>
              </a:rPr>
              <a:t>  </a:t>
            </a:r>
            <a:r>
              <a:rPr lang="en-US" sz="2200" err="1">
                <a:latin typeface="Consolas" panose="020B0609020204030204" pitchFamily="49" charset="0"/>
              </a:rPr>
              <a:t>elif</a:t>
            </a:r>
            <a:r>
              <a:rPr lang="en-US" sz="2200">
                <a:latin typeface="Consolas" panose="020B0609020204030204" pitchFamily="49" charset="0"/>
              </a:rPr>
              <a:t> (</a:t>
            </a:r>
            <a:r>
              <a:rPr lang="en-US" sz="2200" err="1">
                <a:latin typeface="Consolas" panose="020B0609020204030204" pitchFamily="49" charset="0"/>
              </a:rPr>
              <a:t>indA</a:t>
            </a:r>
            <a:r>
              <a:rPr lang="en-US" sz="2200">
                <a:latin typeface="Consolas" panose="020B0609020204030204" pitchFamily="49" charset="0"/>
              </a:rPr>
              <a:t>[</a:t>
            </a:r>
            <a:r>
              <a:rPr lang="en-US" sz="2200" err="1">
                <a:latin typeface="Consolas" panose="020B0609020204030204" pitchFamily="49" charset="0"/>
              </a:rPr>
              <a:t>i</a:t>
            </a:r>
            <a:r>
              <a:rPr lang="en-US" sz="2200">
                <a:latin typeface="Consolas" panose="020B0609020204030204" pitchFamily="49" charset="0"/>
              </a:rPr>
              <a:t>] &lt; </a:t>
            </a:r>
            <a:r>
              <a:rPr lang="en-US" sz="2200" err="1">
                <a:latin typeface="Consolas" panose="020B0609020204030204" pitchFamily="49" charset="0"/>
              </a:rPr>
              <a:t>indB</a:t>
            </a:r>
            <a:r>
              <a:rPr lang="en-US" sz="2200">
                <a:latin typeface="Consolas" panose="020B0609020204030204" pitchFamily="49" charset="0"/>
              </a:rPr>
              <a:t>[j]):</a:t>
            </a:r>
          </a:p>
          <a:p>
            <a:pPr marL="0" indent="0">
              <a:buNone/>
            </a:pPr>
            <a:r>
              <a:rPr lang="en-US" sz="2200">
                <a:latin typeface="Consolas" panose="020B0609020204030204" pitchFamily="49" charset="0"/>
              </a:rPr>
              <a:t>    ++</a:t>
            </a:r>
            <a:r>
              <a:rPr lang="en-US" sz="2200" err="1">
                <a:latin typeface="Consolas" panose="020B0609020204030204" pitchFamily="49" charset="0"/>
              </a:rPr>
              <a:t>i</a:t>
            </a:r>
            <a:endParaRPr lang="en-US" sz="22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>
                <a:latin typeface="Consolas" panose="020B0609020204030204" pitchFamily="49" charset="0"/>
              </a:rPr>
              <a:t>  else:</a:t>
            </a:r>
          </a:p>
          <a:p>
            <a:pPr marL="0" indent="0">
              <a:buNone/>
            </a:pPr>
            <a:r>
              <a:rPr lang="en-US" sz="2200">
                <a:latin typeface="Consolas" panose="020B0609020204030204" pitchFamily="49" charset="0"/>
              </a:rPr>
              <a:t>    ++j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C59AD54-149C-4DC8-8214-94B810B02631}"/>
              </a:ext>
            </a:extLst>
          </p:cNvPr>
          <p:cNvGrpSpPr/>
          <p:nvPr/>
        </p:nvGrpSpPr>
        <p:grpSpPr>
          <a:xfrm>
            <a:off x="6438579" y="1362912"/>
            <a:ext cx="5696246" cy="5446910"/>
            <a:chOff x="6438579" y="1362912"/>
            <a:chExt cx="5696246" cy="5446910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17CDD16-C10E-4D82-A8FB-A4290C5FD3EB}"/>
                </a:ext>
              </a:extLst>
            </p:cNvPr>
            <p:cNvSpPr/>
            <p:nvPr/>
          </p:nvSpPr>
          <p:spPr>
            <a:xfrm>
              <a:off x="8593050" y="6478046"/>
              <a:ext cx="1509299" cy="33177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Recv</a:t>
              </a:r>
              <a:r>
                <a:rPr lang="en-US" sz="2400">
                  <a:solidFill>
                    <a:schemeClr val="tx1"/>
                  </a:solidFill>
                </a:rPr>
                <a:t> (O)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058EB0D9-A9F2-4215-8572-78863829407C}"/>
                </a:ext>
              </a:extLst>
            </p:cNvPr>
            <p:cNvSpPr/>
            <p:nvPr/>
          </p:nvSpPr>
          <p:spPr>
            <a:xfrm>
              <a:off x="7389797" y="3490099"/>
              <a:ext cx="411480" cy="41148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&lt;</a:t>
              </a: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F0044E4E-CCF5-4A56-849E-1BB835A5D7CB}"/>
                </a:ext>
              </a:extLst>
            </p:cNvPr>
            <p:cNvSpPr/>
            <p:nvPr/>
          </p:nvSpPr>
          <p:spPr>
            <a:xfrm>
              <a:off x="6438579" y="2454931"/>
              <a:ext cx="1362698" cy="6816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indA</a:t>
              </a:r>
              <a:endParaRPr lang="en-US" sz="2400">
                <a:solidFill>
                  <a:schemeClr val="tx1"/>
                </a:solidFill>
              </a:endParaRPr>
            </a:p>
            <a:p>
              <a:pPr algn="ctr"/>
              <a:r>
                <a:rPr lang="en-US" sz="2400">
                  <a:solidFill>
                    <a:schemeClr val="tx1"/>
                  </a:solidFill>
                </a:rPr>
                <a:t>[0:an]</a:t>
              </a:r>
            </a:p>
          </p:txBody>
        </p: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D4067367-26A2-4729-99C4-FCEA2F8CE029}"/>
                </a:ext>
              </a:extLst>
            </p:cNvPr>
            <p:cNvCxnSpPr>
              <a:cxnSpLocks/>
              <a:stCxn id="111" idx="2"/>
              <a:endCxn id="109" idx="1"/>
            </p:cNvCxnSpPr>
            <p:nvPr/>
          </p:nvCxnSpPr>
          <p:spPr>
            <a:xfrm>
              <a:off x="7119928" y="3136621"/>
              <a:ext cx="330129" cy="4137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0F404133-71E1-4870-871C-5E6993122F50}"/>
                </a:ext>
              </a:extLst>
            </p:cNvPr>
            <p:cNvCxnSpPr>
              <a:cxnSpLocks/>
              <a:endCxn id="109" idx="7"/>
            </p:cNvCxnSpPr>
            <p:nvPr/>
          </p:nvCxnSpPr>
          <p:spPr>
            <a:xfrm flipH="1">
              <a:off x="7741017" y="2917396"/>
              <a:ext cx="433655" cy="63296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FC7A7137-BBC5-4267-A73A-3CF0DD3C675D}"/>
                </a:ext>
              </a:extLst>
            </p:cNvPr>
            <p:cNvCxnSpPr>
              <a:cxnSpLocks/>
              <a:stCxn id="109" idx="6"/>
            </p:cNvCxnSpPr>
            <p:nvPr/>
          </p:nvCxnSpPr>
          <p:spPr>
            <a:xfrm flipV="1">
              <a:off x="7801277" y="3132367"/>
              <a:ext cx="574073" cy="563472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FC35C9EE-3059-4C82-BE27-C1D6457A0EEC}"/>
                </a:ext>
              </a:extLst>
            </p:cNvPr>
            <p:cNvCxnSpPr>
              <a:cxnSpLocks/>
              <a:stCxn id="109" idx="2"/>
            </p:cNvCxnSpPr>
            <p:nvPr/>
          </p:nvCxnSpPr>
          <p:spPr>
            <a:xfrm flipH="1" flipV="1">
              <a:off x="6912816" y="3135425"/>
              <a:ext cx="476981" cy="560414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62224D0-E690-4700-AE6D-D324765EA158}"/>
                </a:ext>
              </a:extLst>
            </p:cNvPr>
            <p:cNvSpPr/>
            <p:nvPr/>
          </p:nvSpPr>
          <p:spPr>
            <a:xfrm>
              <a:off x="6912815" y="4054249"/>
              <a:ext cx="2163451" cy="411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matchIndA</a:t>
              </a:r>
              <a:r>
                <a:rPr lang="en-US" sz="2400">
                  <a:solidFill>
                    <a:schemeClr val="tx1"/>
                  </a:solidFill>
                </a:rPr>
                <a:t>[0:</a:t>
              </a:r>
              <a:r>
                <a:rPr lang="en-US" sz="2400">
                  <a:solidFill>
                    <a:srgbClr val="FF0000"/>
                  </a:solidFill>
                </a:rPr>
                <a:t>N</a:t>
              </a:r>
              <a:r>
                <a:rPr lang="en-US" sz="2400">
                  <a:solidFill>
                    <a:schemeClr val="tx1"/>
                  </a:solidFill>
                </a:rPr>
                <a:t>]</a:t>
              </a:r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B121E877-E5DD-4BDA-95F1-E597736430BA}"/>
                </a:ext>
              </a:extLst>
            </p:cNvPr>
            <p:cNvCxnSpPr>
              <a:cxnSpLocks/>
              <a:stCxn id="130" idx="4"/>
              <a:endCxn id="118" idx="0"/>
            </p:cNvCxnSpPr>
            <p:nvPr/>
          </p:nvCxnSpPr>
          <p:spPr>
            <a:xfrm flipH="1">
              <a:off x="7994541" y="3873682"/>
              <a:ext cx="2517360" cy="1805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446CAC43-992E-45EB-A7AC-F20DF42474F6}"/>
                </a:ext>
              </a:extLst>
            </p:cNvPr>
            <p:cNvCxnSpPr>
              <a:cxnSpLocks/>
              <a:stCxn id="109" idx="6"/>
              <a:endCxn id="130" idx="2"/>
            </p:cNvCxnSpPr>
            <p:nvPr/>
          </p:nvCxnSpPr>
          <p:spPr>
            <a:xfrm flipV="1">
              <a:off x="7801277" y="3667942"/>
              <a:ext cx="2521511" cy="2789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1EA25D50-3C3B-4533-B487-094D58E554F3}"/>
                </a:ext>
              </a:extLst>
            </p:cNvPr>
            <p:cNvCxnSpPr>
              <a:cxnSpLocks/>
              <a:stCxn id="140" idx="2"/>
              <a:endCxn id="111" idx="0"/>
            </p:cNvCxnSpPr>
            <p:nvPr/>
          </p:nvCxnSpPr>
          <p:spPr>
            <a:xfrm flipH="1">
              <a:off x="7119928" y="1719671"/>
              <a:ext cx="621089" cy="7352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CB6B3F3C-7F3F-4753-BD47-3BA9C6AB719B}"/>
                </a:ext>
              </a:extLst>
            </p:cNvPr>
            <p:cNvCxnSpPr>
              <a:cxnSpLocks/>
              <a:stCxn id="138" idx="2"/>
            </p:cNvCxnSpPr>
            <p:nvPr/>
          </p:nvCxnSpPr>
          <p:spPr>
            <a:xfrm flipH="1">
              <a:off x="8275398" y="1724092"/>
              <a:ext cx="2548603" cy="6987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65FE007-A0A9-47DA-937F-0811306A22C7}"/>
                </a:ext>
              </a:extLst>
            </p:cNvPr>
            <p:cNvSpPr/>
            <p:nvPr/>
          </p:nvSpPr>
          <p:spPr>
            <a:xfrm>
              <a:off x="7891906" y="2453735"/>
              <a:ext cx="1362698" cy="6816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indB</a:t>
              </a:r>
              <a:endParaRPr lang="en-US" sz="2400">
                <a:solidFill>
                  <a:schemeClr val="tx1"/>
                </a:solidFill>
              </a:endParaRPr>
            </a:p>
            <a:p>
              <a:pPr algn="ctr"/>
              <a:r>
                <a:rPr lang="en-US" sz="2400">
                  <a:solidFill>
                    <a:schemeClr val="tx1"/>
                  </a:solidFill>
                </a:rPr>
                <a:t>[0:bn]</a:t>
              </a: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4D8473CB-F356-4ABC-993B-F2C42991AA4E}"/>
                </a:ext>
              </a:extLst>
            </p:cNvPr>
            <p:cNvSpPr/>
            <p:nvPr/>
          </p:nvSpPr>
          <p:spPr>
            <a:xfrm>
              <a:off x="9126033" y="5387856"/>
              <a:ext cx="411480" cy="41148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x</a:t>
              </a: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56006A6-FB24-4F07-B20D-07E21C4EF7F0}"/>
                </a:ext>
              </a:extLst>
            </p:cNvPr>
            <p:cNvSpPr/>
            <p:nvPr/>
          </p:nvSpPr>
          <p:spPr>
            <a:xfrm>
              <a:off x="7205074" y="4727904"/>
              <a:ext cx="1589466" cy="33177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valA</a:t>
              </a:r>
              <a:r>
                <a:rPr lang="en-US" sz="2400">
                  <a:solidFill>
                    <a:schemeClr val="tx1"/>
                  </a:solidFill>
                </a:rPr>
                <a:t> [0:</a:t>
              </a:r>
              <a:r>
                <a:rPr lang="en-US" sz="2400">
                  <a:solidFill>
                    <a:srgbClr val="FF0000"/>
                  </a:solidFill>
                </a:rPr>
                <a:t>N</a:t>
              </a:r>
              <a:r>
                <a:rPr lang="en-US" sz="2400">
                  <a:solidFill>
                    <a:schemeClr val="tx1"/>
                  </a:solidFill>
                </a:rPr>
                <a:t>]</a:t>
              </a: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390AE0FD-B8D2-44A3-A3C3-64AA30BC8F3C}"/>
                </a:ext>
              </a:extLst>
            </p:cNvPr>
            <p:cNvSpPr/>
            <p:nvPr/>
          </p:nvSpPr>
          <p:spPr>
            <a:xfrm>
              <a:off x="10322788" y="3462202"/>
              <a:ext cx="378225" cy="41148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m</a:t>
              </a: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F72A712-5CC5-496A-910B-D4E660EB2C0C}"/>
                </a:ext>
              </a:extLst>
            </p:cNvPr>
            <p:cNvSpPr/>
            <p:nvPr/>
          </p:nvSpPr>
          <p:spPr>
            <a:xfrm>
              <a:off x="9370601" y="2331271"/>
              <a:ext cx="1362698" cy="6816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cntIndA</a:t>
              </a:r>
              <a:endParaRPr lang="en-US" sz="2400">
                <a:solidFill>
                  <a:schemeClr val="tx1"/>
                </a:solidFill>
              </a:endParaRPr>
            </a:p>
            <a:p>
              <a:pPr algn="ctr"/>
              <a:r>
                <a:rPr lang="en-US" sz="2400">
                  <a:solidFill>
                    <a:schemeClr val="tx1"/>
                  </a:solidFill>
                </a:rPr>
                <a:t>[0:an]</a:t>
              </a:r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71DB8910-6DB4-4792-9A84-B7A7BB86ADD1}"/>
                </a:ext>
              </a:extLst>
            </p:cNvPr>
            <p:cNvCxnSpPr>
              <a:cxnSpLocks/>
              <a:stCxn id="157" idx="4"/>
              <a:endCxn id="131" idx="0"/>
            </p:cNvCxnSpPr>
            <p:nvPr/>
          </p:nvCxnSpPr>
          <p:spPr>
            <a:xfrm>
              <a:off x="10051950" y="2211094"/>
              <a:ext cx="0" cy="12017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98039AC6-CA56-4364-A73D-A40668E715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01013" y="2995106"/>
              <a:ext cx="920076" cy="619687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A09CD7E5-3FF0-49B8-BFAA-C9BDAA61D48A}"/>
                </a:ext>
              </a:extLst>
            </p:cNvPr>
            <p:cNvCxnSpPr>
              <a:cxnSpLocks/>
              <a:stCxn id="130" idx="1"/>
              <a:endCxn id="131" idx="2"/>
            </p:cNvCxnSpPr>
            <p:nvPr/>
          </p:nvCxnSpPr>
          <p:spPr>
            <a:xfrm flipH="1" flipV="1">
              <a:off x="10051950" y="3012961"/>
              <a:ext cx="326228" cy="509501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56159A8A-2348-4CD3-AF98-A6F0BA53A2EF}"/>
                </a:ext>
              </a:extLst>
            </p:cNvPr>
            <p:cNvSpPr/>
            <p:nvPr/>
          </p:nvSpPr>
          <p:spPr>
            <a:xfrm>
              <a:off x="10772127" y="2313417"/>
              <a:ext cx="1362698" cy="6816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cntIndB</a:t>
              </a:r>
              <a:endParaRPr lang="en-US" sz="2400">
                <a:solidFill>
                  <a:schemeClr val="tx1"/>
                </a:solidFill>
              </a:endParaRPr>
            </a:p>
            <a:p>
              <a:pPr algn="ctr"/>
              <a:r>
                <a:rPr lang="en-US" sz="2400">
                  <a:solidFill>
                    <a:schemeClr val="tx1"/>
                  </a:solidFill>
                </a:rPr>
                <a:t>[0:an]</a:t>
              </a:r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F50C3746-FA84-4DA5-AD20-58010C353DBD}"/>
                </a:ext>
              </a:extLst>
            </p:cNvPr>
            <p:cNvCxnSpPr>
              <a:cxnSpLocks/>
              <a:stCxn id="140" idx="2"/>
              <a:endCxn id="157" idx="0"/>
            </p:cNvCxnSpPr>
            <p:nvPr/>
          </p:nvCxnSpPr>
          <p:spPr>
            <a:xfrm>
              <a:off x="7741017" y="1719671"/>
              <a:ext cx="2310933" cy="1895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A9998568-B267-45D4-BF79-9668BF7FA5A1}"/>
                </a:ext>
              </a:extLst>
            </p:cNvPr>
            <p:cNvSpPr/>
            <p:nvPr/>
          </p:nvSpPr>
          <p:spPr>
            <a:xfrm>
              <a:off x="9726934" y="1367333"/>
              <a:ext cx="2194134" cy="35675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indB</a:t>
              </a:r>
              <a:r>
                <a:rPr lang="en-US" sz="2400">
                  <a:solidFill>
                    <a:schemeClr val="tx1"/>
                  </a:solidFill>
                </a:rPr>
                <a:t> [0:bn]</a:t>
              </a:r>
            </a:p>
          </p:txBody>
        </p: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4607F36-830D-4559-8B52-B68E16902C52}"/>
                </a:ext>
              </a:extLst>
            </p:cNvPr>
            <p:cNvCxnSpPr>
              <a:cxnSpLocks/>
              <a:stCxn id="138" idx="2"/>
              <a:endCxn id="158" idx="0"/>
            </p:cNvCxnSpPr>
            <p:nvPr/>
          </p:nvCxnSpPr>
          <p:spPr>
            <a:xfrm>
              <a:off x="10824001" y="1724092"/>
              <a:ext cx="531065" cy="16676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4399DBE-F45E-46E0-AAB9-0129EA9FE11B}"/>
                </a:ext>
              </a:extLst>
            </p:cNvPr>
            <p:cNvSpPr/>
            <p:nvPr/>
          </p:nvSpPr>
          <p:spPr>
            <a:xfrm>
              <a:off x="6643950" y="1362912"/>
              <a:ext cx="2194134" cy="35675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indA</a:t>
              </a:r>
              <a:r>
                <a:rPr lang="en-US" sz="2400">
                  <a:solidFill>
                    <a:schemeClr val="tx1"/>
                  </a:solidFill>
                </a:rPr>
                <a:t> [0:an]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D4603EBC-F23D-4F8E-926C-D87D96E6AE29}"/>
                </a:ext>
              </a:extLst>
            </p:cNvPr>
            <p:cNvSpPr/>
            <p:nvPr/>
          </p:nvSpPr>
          <p:spPr>
            <a:xfrm>
              <a:off x="9211256" y="4054248"/>
              <a:ext cx="2163451" cy="411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matchIndB</a:t>
              </a:r>
              <a:r>
                <a:rPr lang="en-US" sz="2400">
                  <a:solidFill>
                    <a:schemeClr val="tx1"/>
                  </a:solidFill>
                </a:rPr>
                <a:t>[0:</a:t>
              </a:r>
              <a:r>
                <a:rPr lang="en-US" sz="2400">
                  <a:solidFill>
                    <a:srgbClr val="FF0000"/>
                  </a:solidFill>
                </a:rPr>
                <a:t>N</a:t>
              </a:r>
              <a:r>
                <a:rPr lang="en-US" sz="2400">
                  <a:solidFill>
                    <a:schemeClr val="tx1"/>
                  </a:solidFill>
                </a:rPr>
                <a:t>]</a:t>
              </a:r>
            </a:p>
          </p:txBody>
        </p: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B356FD1A-D5FC-427B-943D-BEF35CCBDD0E}"/>
                </a:ext>
              </a:extLst>
            </p:cNvPr>
            <p:cNvCxnSpPr>
              <a:cxnSpLocks/>
              <a:stCxn id="130" idx="4"/>
              <a:endCxn id="141" idx="0"/>
            </p:cNvCxnSpPr>
            <p:nvPr/>
          </p:nvCxnSpPr>
          <p:spPr>
            <a:xfrm flipH="1">
              <a:off x="10292982" y="3873682"/>
              <a:ext cx="218919" cy="1805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16E47942-5927-433D-9A57-2403D755F571}"/>
                </a:ext>
              </a:extLst>
            </p:cNvPr>
            <p:cNvSpPr/>
            <p:nvPr/>
          </p:nvSpPr>
          <p:spPr>
            <a:xfrm>
              <a:off x="9504855" y="4712097"/>
              <a:ext cx="1589466" cy="33177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valB</a:t>
              </a:r>
              <a:r>
                <a:rPr lang="en-US" sz="2400">
                  <a:solidFill>
                    <a:schemeClr val="tx1"/>
                  </a:solidFill>
                </a:rPr>
                <a:t> [0:</a:t>
              </a:r>
              <a:r>
                <a:rPr lang="en-US" sz="2400">
                  <a:solidFill>
                    <a:srgbClr val="FF0000"/>
                  </a:solidFill>
                </a:rPr>
                <a:t>N</a:t>
              </a:r>
              <a:r>
                <a:rPr lang="en-US" sz="2400">
                  <a:solidFill>
                    <a:schemeClr val="tx1"/>
                  </a:solidFill>
                </a:rPr>
                <a:t>]</a:t>
              </a:r>
            </a:p>
          </p:txBody>
        </p: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22D76D32-8B12-4DA5-9054-F334DAFC49F8}"/>
                </a:ext>
              </a:extLst>
            </p:cNvPr>
            <p:cNvCxnSpPr>
              <a:cxnSpLocks/>
              <a:stCxn id="118" idx="2"/>
              <a:endCxn id="129" idx="0"/>
            </p:cNvCxnSpPr>
            <p:nvPr/>
          </p:nvCxnSpPr>
          <p:spPr>
            <a:xfrm>
              <a:off x="7994541" y="4465650"/>
              <a:ext cx="5266" cy="26225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8EC1B0B9-1681-4338-A343-1DC649CC240C}"/>
                </a:ext>
              </a:extLst>
            </p:cNvPr>
            <p:cNvCxnSpPr>
              <a:cxnSpLocks/>
              <a:stCxn id="141" idx="2"/>
              <a:endCxn id="143" idx="0"/>
            </p:cNvCxnSpPr>
            <p:nvPr/>
          </p:nvCxnSpPr>
          <p:spPr>
            <a:xfrm>
              <a:off x="10292982" y="4465649"/>
              <a:ext cx="6606" cy="24644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7FA0CDBE-FF33-4643-809F-76868F561CFD}"/>
                </a:ext>
              </a:extLst>
            </p:cNvPr>
            <p:cNvCxnSpPr>
              <a:cxnSpLocks/>
              <a:stCxn id="129" idx="2"/>
              <a:endCxn id="128" idx="1"/>
            </p:cNvCxnSpPr>
            <p:nvPr/>
          </p:nvCxnSpPr>
          <p:spPr>
            <a:xfrm>
              <a:off x="7999807" y="5059680"/>
              <a:ext cx="1186486" cy="38843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95C218DF-8C27-45CE-8DEE-FB6DFB441D5F}"/>
                </a:ext>
              </a:extLst>
            </p:cNvPr>
            <p:cNvCxnSpPr>
              <a:cxnSpLocks/>
              <a:stCxn id="143" idx="2"/>
              <a:endCxn id="128" idx="7"/>
            </p:cNvCxnSpPr>
            <p:nvPr/>
          </p:nvCxnSpPr>
          <p:spPr>
            <a:xfrm flipH="1">
              <a:off x="9477253" y="5043873"/>
              <a:ext cx="822335" cy="4042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2369EEC8-7D86-4C65-9A7D-4FCD80816D5A}"/>
                </a:ext>
              </a:extLst>
            </p:cNvPr>
            <p:cNvSpPr/>
            <p:nvPr/>
          </p:nvSpPr>
          <p:spPr>
            <a:xfrm>
              <a:off x="9153125" y="5903905"/>
              <a:ext cx="378225" cy="41148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+</a:t>
              </a:r>
              <a:endParaRPr lang="en-US" b="1">
                <a:solidFill>
                  <a:schemeClr val="tx1"/>
                </a:solidFill>
              </a:endParaRPr>
            </a:p>
          </p:txBody>
        </p: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9778E948-12FB-49B1-8286-8E1B0926D728}"/>
                </a:ext>
              </a:extLst>
            </p:cNvPr>
            <p:cNvCxnSpPr>
              <a:cxnSpLocks/>
              <a:stCxn id="128" idx="4"/>
              <a:endCxn id="148" idx="0"/>
            </p:cNvCxnSpPr>
            <p:nvPr/>
          </p:nvCxnSpPr>
          <p:spPr>
            <a:xfrm>
              <a:off x="9331773" y="5799336"/>
              <a:ext cx="10465" cy="10456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1B485DF5-368C-4170-A8ED-D228271B82AB}"/>
                </a:ext>
              </a:extLst>
            </p:cNvPr>
            <p:cNvCxnSpPr>
              <a:cxnSpLocks/>
              <a:stCxn id="148" idx="4"/>
              <a:endCxn id="108" idx="0"/>
            </p:cNvCxnSpPr>
            <p:nvPr/>
          </p:nvCxnSpPr>
          <p:spPr>
            <a:xfrm>
              <a:off x="9342238" y="6315385"/>
              <a:ext cx="5462" cy="16266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65376A60-EA6D-47CF-88BB-98B73033788E}"/>
                </a:ext>
              </a:extLst>
            </p:cNvPr>
            <p:cNvSpPr/>
            <p:nvPr/>
          </p:nvSpPr>
          <p:spPr>
            <a:xfrm>
              <a:off x="7686166" y="5886456"/>
              <a:ext cx="411480" cy="41148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f</a:t>
              </a:r>
              <a:endParaRPr lang="en-US" b="1">
                <a:solidFill>
                  <a:schemeClr val="tx1"/>
                </a:solidFill>
              </a:endParaRPr>
            </a:p>
          </p:txBody>
        </p:sp>
        <p:cxnSp>
          <p:nvCxnSpPr>
            <p:cNvPr id="152" name="Connector: Curved 151">
              <a:extLst>
                <a:ext uri="{FF2B5EF4-FFF2-40B4-BE49-F238E27FC236}">
                  <a16:creationId xmlns:a16="http://schemas.microsoft.com/office/drawing/2014/main" id="{A63DD4AD-0421-4642-9868-09B38FFD5E2E}"/>
                </a:ext>
              </a:extLst>
            </p:cNvPr>
            <p:cNvCxnSpPr>
              <a:stCxn id="109" idx="2"/>
              <a:endCxn id="151" idx="2"/>
            </p:cNvCxnSpPr>
            <p:nvPr/>
          </p:nvCxnSpPr>
          <p:spPr>
            <a:xfrm rot="10800000" flipH="1" flipV="1">
              <a:off x="7389796" y="3695838"/>
              <a:ext cx="296369" cy="2396357"/>
            </a:xfrm>
            <a:prstGeom prst="curvedConnector3">
              <a:avLst>
                <a:gd name="adj1" fmla="val -257112"/>
              </a:avLst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557ED40A-BCAD-487C-85B0-B1FD9C8FBC65}"/>
                </a:ext>
              </a:extLst>
            </p:cNvPr>
            <p:cNvCxnSpPr>
              <a:cxnSpLocks/>
              <a:stCxn id="151" idx="6"/>
              <a:endCxn id="148" idx="2"/>
            </p:cNvCxnSpPr>
            <p:nvPr/>
          </p:nvCxnSpPr>
          <p:spPr>
            <a:xfrm>
              <a:off x="8097646" y="6092196"/>
              <a:ext cx="1055479" cy="1744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ctor: Curved 153">
              <a:extLst>
                <a:ext uri="{FF2B5EF4-FFF2-40B4-BE49-F238E27FC236}">
                  <a16:creationId xmlns:a16="http://schemas.microsoft.com/office/drawing/2014/main" id="{57609D6A-16E8-4852-BEAD-66BA6E98A9A6}"/>
                </a:ext>
              </a:extLst>
            </p:cNvPr>
            <p:cNvCxnSpPr>
              <a:stCxn id="148" idx="7"/>
              <a:endCxn id="148" idx="5"/>
            </p:cNvCxnSpPr>
            <p:nvPr/>
          </p:nvCxnSpPr>
          <p:spPr>
            <a:xfrm rot="16200000" flipH="1">
              <a:off x="9330480" y="6109645"/>
              <a:ext cx="290960" cy="12700"/>
            </a:xfrm>
            <a:prstGeom prst="curvedConnector5">
              <a:avLst>
                <a:gd name="adj1" fmla="val -78568"/>
                <a:gd name="adj2" fmla="val 2284866"/>
                <a:gd name="adj3" fmla="val 96259"/>
              </a:avLst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AE398F5C-C856-4988-A0C2-3EC139E51A0B}"/>
                </a:ext>
              </a:extLst>
            </p:cNvPr>
            <p:cNvSpPr txBox="1"/>
            <p:nvPr/>
          </p:nvSpPr>
          <p:spPr>
            <a:xfrm>
              <a:off x="9815182" y="5682343"/>
              <a:ext cx="1008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discard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FD26837-851F-47BB-AC44-0F266814289C}"/>
                </a:ext>
              </a:extLst>
            </p:cNvPr>
            <p:cNvSpPr/>
            <p:nvPr/>
          </p:nvSpPr>
          <p:spPr>
            <a:xfrm>
              <a:off x="9862837" y="1909267"/>
              <a:ext cx="378225" cy="30182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+</a:t>
              </a: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9EA32D86-D2FA-44B3-A9AD-8853A25C499B}"/>
                </a:ext>
              </a:extLst>
            </p:cNvPr>
            <p:cNvSpPr/>
            <p:nvPr/>
          </p:nvSpPr>
          <p:spPr>
            <a:xfrm>
              <a:off x="11165953" y="1890854"/>
              <a:ext cx="378225" cy="27582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+</a:t>
              </a:r>
              <a:endParaRPr lang="en-US" b="1">
                <a:solidFill>
                  <a:schemeClr val="tx1"/>
                </a:solidFill>
              </a:endParaRPr>
            </a:p>
          </p:txBody>
        </p: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F9C097EC-84D6-4D04-8066-35AD747B6545}"/>
                </a:ext>
              </a:extLst>
            </p:cNvPr>
            <p:cNvCxnSpPr>
              <a:cxnSpLocks/>
              <a:stCxn id="136" idx="2"/>
              <a:endCxn id="130" idx="7"/>
            </p:cNvCxnSpPr>
            <p:nvPr/>
          </p:nvCxnSpPr>
          <p:spPr>
            <a:xfrm flipH="1">
              <a:off x="10645623" y="2995107"/>
              <a:ext cx="807853" cy="52735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757B05B2-78E2-4730-B535-FDA06BC742B7}"/>
                </a:ext>
              </a:extLst>
            </p:cNvPr>
            <p:cNvCxnSpPr>
              <a:cxnSpLocks/>
              <a:endCxn id="130" idx="0"/>
            </p:cNvCxnSpPr>
            <p:nvPr/>
          </p:nvCxnSpPr>
          <p:spPr>
            <a:xfrm>
              <a:off x="10183015" y="3010749"/>
              <a:ext cx="328886" cy="4514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EBE18A-FE19-467C-8D41-D510FBE3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43B143-2642-4B41-AAB8-6312A1933975}"/>
              </a:ext>
            </a:extLst>
          </p:cNvPr>
          <p:cNvSpPr txBox="1"/>
          <p:nvPr/>
        </p:nvSpPr>
        <p:spPr>
          <a:xfrm>
            <a:off x="6913780" y="3967266"/>
            <a:ext cx="4514296" cy="2182604"/>
          </a:xfrm>
          <a:prstGeom prst="rect">
            <a:avLst/>
          </a:prstGeom>
          <a:noFill/>
          <a:ln w="6350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43F69-CA45-4768-B3A0-7BD311E2767A}"/>
              </a:ext>
            </a:extLst>
          </p:cNvPr>
          <p:cNvSpPr txBox="1"/>
          <p:nvPr/>
        </p:nvSpPr>
        <p:spPr>
          <a:xfrm>
            <a:off x="4485617" y="5533615"/>
            <a:ext cx="2300493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1"/>
                </a:solidFill>
              </a:rPr>
              <a:t>Indirect access to values at matched indices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764C89-F745-4949-A840-7CB188D06E4E}"/>
              </a:ext>
            </a:extLst>
          </p:cNvPr>
          <p:cNvSpPr txBox="1"/>
          <p:nvPr/>
        </p:nvSpPr>
        <p:spPr>
          <a:xfrm>
            <a:off x="9433378" y="1811684"/>
            <a:ext cx="2503222" cy="449299"/>
          </a:xfrm>
          <a:prstGeom prst="rect">
            <a:avLst/>
          </a:prstGeom>
          <a:noFill/>
          <a:ln w="63500"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7D9EE1-C9B9-42A1-A0AD-E6FFD2646BE0}"/>
              </a:ext>
            </a:extLst>
          </p:cNvPr>
          <p:cNvSpPr txBox="1"/>
          <p:nvPr/>
        </p:nvSpPr>
        <p:spPr>
          <a:xfrm>
            <a:off x="6396150" y="2334838"/>
            <a:ext cx="2935623" cy="1504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D0FDDD-8708-41D3-B9E2-7C771DFDA0CC}"/>
              </a:ext>
            </a:extLst>
          </p:cNvPr>
          <p:cNvSpPr txBox="1"/>
          <p:nvPr/>
        </p:nvSpPr>
        <p:spPr>
          <a:xfrm>
            <a:off x="9596581" y="3217444"/>
            <a:ext cx="2163451" cy="76940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D2A4C98-95D6-4FE8-8A2C-0F28234112BB}"/>
              </a:ext>
            </a:extLst>
          </p:cNvPr>
          <p:cNvCxnSpPr>
            <a:cxnSpLocks/>
            <a:stCxn id="158" idx="4"/>
          </p:cNvCxnSpPr>
          <p:nvPr/>
        </p:nvCxnSpPr>
        <p:spPr>
          <a:xfrm flipH="1">
            <a:off x="11353800" y="2166679"/>
            <a:ext cx="1266" cy="1296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E2014171-022B-4859-B657-D802F4620789}"/>
              </a:ext>
            </a:extLst>
          </p:cNvPr>
          <p:cNvSpPr txBox="1"/>
          <p:nvPr/>
        </p:nvSpPr>
        <p:spPr>
          <a:xfrm>
            <a:off x="10951130" y="2346755"/>
            <a:ext cx="117652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1"/>
                </a:solidFill>
              </a:rPr>
              <a:t>counter</a:t>
            </a:r>
          </a:p>
        </p:txBody>
      </p:sp>
    </p:spTree>
    <p:extLst>
      <p:ext uri="{BB962C8B-B14F-4D97-AF65-F5344CB8AC3E}">
        <p14:creationId xmlns:p14="http://schemas.microsoft.com/office/powerpoint/2010/main" val="12136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55" grpId="0" animBg="1"/>
      <p:bldP spid="57" grpId="0" animBg="1"/>
      <p:bldP spid="58" grpId="0" animBg="1"/>
      <p:bldP spid="9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BB630-73FF-407B-BC49-A72E548F0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Example </a:t>
            </a:r>
            <a:r>
              <a:rPr lang="en-US">
                <a:ea typeface="+mj-lt"/>
                <a:cs typeface="+mj-lt"/>
              </a:rPr>
              <a:t>3</a:t>
            </a:r>
            <a:r>
              <a:rPr lang="en-US" dirty="0">
                <a:ea typeface="+mj-lt"/>
                <a:cs typeface="+mj-lt"/>
              </a:rPr>
              <a:t>: </a:t>
            </a:r>
            <a:r>
              <a:rPr lang="en-US" err="1">
                <a:ea typeface="+mj-lt"/>
                <a:cs typeface="+mj-lt"/>
              </a:rPr>
              <a:t>SpMSpV</a:t>
            </a:r>
            <a:r>
              <a:rPr lang="en-US">
                <a:ea typeface="+mj-lt"/>
                <a:cs typeface="+mj-lt"/>
              </a:rPr>
              <a:t> (manual/05_spmv/) </a:t>
            </a:r>
            <a:br>
              <a:rPr lang="en-US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(density=1 N=4096 DT=64)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82351-360B-4917-87DD-C8CB28F1A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ea typeface="+mn-lt"/>
                <a:cs typeface="+mn-lt"/>
              </a:rPr>
              <a:t>Simulator Time: </a:t>
            </a:r>
            <a:r>
              <a:rPr lang="en-US">
                <a:ea typeface="+mn-lt"/>
                <a:cs typeface="+mn-lt"/>
              </a:rPr>
              <a:t>0.2533 </a:t>
            </a:r>
            <a:r>
              <a:rPr lang="en-US" dirty="0">
                <a:ea typeface="+mn-lt"/>
                <a:cs typeface="+mn-lt"/>
              </a:rPr>
              <a:t>sec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ea typeface="+mn-lt"/>
                <a:cs typeface="+mn-lt"/>
              </a:rPr>
              <a:t>Cycles: </a:t>
            </a:r>
            <a:r>
              <a:rPr lang="en-US" b="1">
                <a:ea typeface="+mn-lt"/>
                <a:cs typeface="+mn-lt"/>
              </a:rPr>
              <a:t>4155</a:t>
            </a: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ea typeface="+mn-lt"/>
                <a:cs typeface="+mn-lt"/>
              </a:rPr>
              <a:t>ACCEL 0 STATS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ea typeface="+mn-lt"/>
                <a:cs typeface="+mn-lt"/>
              </a:rPr>
              <a:t>Commands Issued: 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ea typeface="+mn-lt"/>
                <a:cs typeface="+mn-lt"/>
              </a:rPr>
              <a:t>CGRA Instances: 8193 -- </a:t>
            </a:r>
            <a:r>
              <a:rPr lang="en-US" b="1" dirty="0">
                <a:ea typeface="+mn-lt"/>
                <a:cs typeface="+mn-lt"/>
              </a:rPr>
              <a:t>Activity Ratio: </a:t>
            </a:r>
            <a:r>
              <a:rPr lang="en-US" b="1">
                <a:ea typeface="+mn-lt"/>
                <a:cs typeface="+mn-lt"/>
              </a:rPr>
              <a:t>0.9894</a:t>
            </a:r>
            <a:r>
              <a:rPr lang="en-US" dirty="0">
                <a:ea typeface="+mn-lt"/>
                <a:cs typeface="+mn-lt"/>
              </a:rPr>
              <a:t>, DFGs / Cycle: </a:t>
            </a:r>
            <a:r>
              <a:rPr lang="en-US">
                <a:ea typeface="+mn-lt"/>
                <a:cs typeface="+mn-lt"/>
              </a:rPr>
              <a:t>1.972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ea typeface="+mn-lt"/>
                <a:cs typeface="+mn-lt"/>
              </a:rPr>
              <a:t>For </a:t>
            </a:r>
            <a:r>
              <a:rPr lang="en-US" dirty="0" err="1">
                <a:ea typeface="+mn-lt"/>
                <a:cs typeface="+mn-lt"/>
              </a:rPr>
              <a:t>backcgra</a:t>
            </a:r>
            <a:r>
              <a:rPr lang="en-US" dirty="0">
                <a:ea typeface="+mn-lt"/>
                <a:cs typeface="+mn-lt"/>
              </a:rPr>
              <a:t>, Average </a:t>
            </a:r>
            <a:r>
              <a:rPr lang="en-US" dirty="0" err="1">
                <a:ea typeface="+mn-lt"/>
                <a:cs typeface="+mn-lt"/>
              </a:rPr>
              <a:t>thoughput</a:t>
            </a:r>
            <a:r>
              <a:rPr lang="en-US" dirty="0">
                <a:ea typeface="+mn-lt"/>
                <a:cs typeface="+mn-lt"/>
              </a:rPr>
              <a:t> of all ports (overall): </a:t>
            </a:r>
            <a:r>
              <a:rPr lang="en-US">
                <a:ea typeface="+mn-lt"/>
                <a:cs typeface="+mn-lt"/>
              </a:rPr>
              <a:t>0.6573</a:t>
            </a:r>
            <a:r>
              <a:rPr lang="en-US" dirty="0">
                <a:ea typeface="+mn-lt"/>
                <a:cs typeface="+mn-lt"/>
              </a:rPr>
              <a:t>, CGRA outputs/</a:t>
            </a:r>
            <a:r>
              <a:rPr lang="en-US" dirty="0" err="1">
                <a:ea typeface="+mn-lt"/>
                <a:cs typeface="+mn-lt"/>
              </a:rPr>
              <a:t>cgra</a:t>
            </a:r>
            <a:r>
              <a:rPr lang="en-US" dirty="0">
                <a:ea typeface="+mn-lt"/>
                <a:cs typeface="+mn-lt"/>
              </a:rPr>
              <a:t> busy cycles: 1.993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ea typeface="+mn-lt"/>
                <a:cs typeface="+mn-lt"/>
              </a:rPr>
              <a:t>CGRA </a:t>
            </a:r>
            <a:r>
              <a:rPr lang="en-US" dirty="0" err="1">
                <a:ea typeface="+mn-lt"/>
                <a:cs typeface="+mn-lt"/>
              </a:rPr>
              <a:t>Insts</a:t>
            </a:r>
            <a:r>
              <a:rPr lang="en-US" dirty="0">
                <a:ea typeface="+mn-lt"/>
                <a:cs typeface="+mn-lt"/>
              </a:rPr>
              <a:t> / Computation Instance: 3.5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ea typeface="+mn-lt"/>
                <a:cs typeface="+mn-lt"/>
              </a:rPr>
              <a:t>CGRA </a:t>
            </a:r>
            <a:r>
              <a:rPr lang="en-US" dirty="0" err="1">
                <a:ea typeface="+mn-lt"/>
                <a:cs typeface="+mn-lt"/>
              </a:rPr>
              <a:t>Insts</a:t>
            </a:r>
            <a:r>
              <a:rPr lang="en-US" dirty="0">
                <a:ea typeface="+mn-lt"/>
                <a:cs typeface="+mn-lt"/>
              </a:rPr>
              <a:t> / Cycle: </a:t>
            </a:r>
            <a:r>
              <a:rPr lang="en-US">
                <a:ea typeface="+mn-lt"/>
                <a:cs typeface="+mn-lt"/>
              </a:rPr>
              <a:t>6.902 </a:t>
            </a:r>
            <a:r>
              <a:rPr lang="en-US" dirty="0">
                <a:ea typeface="+mn-lt"/>
                <a:cs typeface="+mn-lt"/>
              </a:rPr>
              <a:t>(overall activity factor)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ea typeface="+mn-lt"/>
                <a:cs typeface="+mn-lt"/>
              </a:rPr>
              <a:t>Mapped DFG utilization: </a:t>
            </a:r>
            <a:r>
              <a:rPr lang="en-US" b="1">
                <a:ea typeface="+mn-lt"/>
                <a:cs typeface="+mn-lt"/>
              </a:rPr>
              <a:t>0.986</a:t>
            </a: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0CE1A-0737-48F2-9919-40BB9B9C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48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BB630-73FF-407B-BC49-A72E548F0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Example </a:t>
            </a:r>
            <a:r>
              <a:rPr lang="en-US">
                <a:ea typeface="+mj-lt"/>
                <a:cs typeface="+mj-lt"/>
              </a:rPr>
              <a:t>3</a:t>
            </a:r>
            <a:r>
              <a:rPr lang="en-US" dirty="0">
                <a:ea typeface="+mj-lt"/>
                <a:cs typeface="+mj-lt"/>
              </a:rPr>
              <a:t>: </a:t>
            </a:r>
            <a:r>
              <a:rPr lang="en-US" err="1">
                <a:ea typeface="+mj-lt"/>
                <a:cs typeface="+mj-lt"/>
              </a:rPr>
              <a:t>SpMSpV</a:t>
            </a:r>
            <a:r>
              <a:rPr lang="en-US">
                <a:ea typeface="+mj-lt"/>
                <a:cs typeface="+mj-lt"/>
              </a:rPr>
              <a:t> </a:t>
            </a:r>
            <a:r>
              <a:rPr lang="en-US">
                <a:latin typeface="Consolas" panose="020B0609020204030204" pitchFamily="49" charset="0"/>
                <a:ea typeface="+mj-lt"/>
                <a:cs typeface="+mj-lt"/>
              </a:rPr>
              <a:t>(manual/05_spmv/)</a:t>
            </a:r>
            <a:r>
              <a:rPr lang="en-US">
                <a:ea typeface="+mj-lt"/>
                <a:cs typeface="+mj-lt"/>
              </a:rPr>
              <a:t> </a:t>
            </a:r>
            <a:br>
              <a:rPr lang="en-US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(density</a:t>
            </a:r>
            <a:r>
              <a:rPr lang="en-US" dirty="0">
                <a:ea typeface="+mj-lt"/>
                <a:cs typeface="+mj-lt"/>
              </a:rPr>
              <a:t>=0.1 N=4096 DT=64)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82351-360B-4917-87DD-C8CB28F1A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5180"/>
          </a:xfr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ea typeface="+mn-lt"/>
                <a:cs typeface="+mn-lt"/>
              </a:rPr>
              <a:t>Simulator Time: 0.04866 sec</a:t>
            </a:r>
            <a:endParaRPr lang="en-US" dirty="0">
              <a:cs typeface="Calibri" panose="020F050202020403020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ea typeface="+mn-lt"/>
                <a:cs typeface="+mn-lt"/>
              </a:rPr>
              <a:t>Cycles: </a:t>
            </a:r>
            <a:r>
              <a:rPr lang="en-US" b="1">
                <a:ea typeface="+mn-lt"/>
                <a:cs typeface="+mn-lt"/>
              </a:rPr>
              <a:t>924</a:t>
            </a:r>
            <a:endParaRPr lang="en-US" b="1" dirty="0">
              <a:ea typeface="+mn-lt"/>
              <a:cs typeface="+mn-lt"/>
            </a:endParaRP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ea typeface="+mn-lt"/>
                <a:cs typeface="+mn-lt"/>
              </a:rPr>
              <a:t>ACCEL 0 STATS ***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ea typeface="+mn-lt"/>
                <a:cs typeface="+mn-lt"/>
              </a:rPr>
              <a:t>Commands Issued: 8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ea typeface="+mn-lt"/>
                <a:cs typeface="+mn-lt"/>
              </a:rPr>
              <a:t>CGRA Instances: 87 -- </a:t>
            </a:r>
            <a:r>
              <a:rPr lang="en-US" b="1" dirty="0">
                <a:ea typeface="+mn-lt"/>
                <a:cs typeface="+mn-lt"/>
              </a:rPr>
              <a:t>Activity Ratio: </a:t>
            </a:r>
            <a:r>
              <a:rPr lang="en-US" b="1">
                <a:ea typeface="+mn-lt"/>
                <a:cs typeface="+mn-lt"/>
              </a:rPr>
              <a:t>0.8452</a:t>
            </a:r>
            <a:r>
              <a:rPr lang="en-US" dirty="0">
                <a:ea typeface="+mn-lt"/>
                <a:cs typeface="+mn-lt"/>
              </a:rPr>
              <a:t>, DFGs / Cycle: </a:t>
            </a:r>
            <a:r>
              <a:rPr lang="en-US">
                <a:ea typeface="+mn-lt"/>
                <a:cs typeface="+mn-lt"/>
              </a:rPr>
              <a:t>0.09416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ea typeface="+mn-lt"/>
                <a:cs typeface="+mn-lt"/>
              </a:rPr>
              <a:t>For </a:t>
            </a:r>
            <a:r>
              <a:rPr lang="en-US" dirty="0" err="1">
                <a:ea typeface="+mn-lt"/>
                <a:cs typeface="+mn-lt"/>
              </a:rPr>
              <a:t>backcgra</a:t>
            </a:r>
            <a:r>
              <a:rPr lang="en-US" dirty="0">
                <a:ea typeface="+mn-lt"/>
                <a:cs typeface="+mn-lt"/>
              </a:rPr>
              <a:t>, Average </a:t>
            </a:r>
            <a:r>
              <a:rPr lang="en-US" dirty="0" err="1">
                <a:ea typeface="+mn-lt"/>
                <a:cs typeface="+mn-lt"/>
              </a:rPr>
              <a:t>thoughput</a:t>
            </a:r>
            <a:r>
              <a:rPr lang="en-US" dirty="0">
                <a:ea typeface="+mn-lt"/>
                <a:cs typeface="+mn-lt"/>
              </a:rPr>
              <a:t> of all ports (overall): </a:t>
            </a:r>
            <a:r>
              <a:rPr lang="en-US">
                <a:ea typeface="+mn-lt"/>
                <a:cs typeface="+mn-lt"/>
              </a:rPr>
              <a:t>0.03139</a:t>
            </a:r>
            <a:r>
              <a:rPr lang="en-US" dirty="0">
                <a:ea typeface="+mn-lt"/>
                <a:cs typeface="+mn-lt"/>
              </a:rPr>
              <a:t>, CGRA outputs/</a:t>
            </a:r>
            <a:r>
              <a:rPr lang="en-US" dirty="0" err="1">
                <a:ea typeface="+mn-lt"/>
                <a:cs typeface="+mn-lt"/>
              </a:rPr>
              <a:t>cgra</a:t>
            </a:r>
            <a:r>
              <a:rPr lang="en-US" dirty="0">
                <a:ea typeface="+mn-lt"/>
                <a:cs typeface="+mn-lt"/>
              </a:rPr>
              <a:t> busy cycles: </a:t>
            </a:r>
            <a:r>
              <a:rPr lang="en-US">
                <a:ea typeface="+mn-lt"/>
                <a:cs typeface="+mn-lt"/>
              </a:rPr>
              <a:t>0.1114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ea typeface="+mn-lt"/>
                <a:cs typeface="+mn-lt"/>
              </a:rPr>
              <a:t>CGRA </a:t>
            </a:r>
            <a:r>
              <a:rPr lang="en-US" dirty="0" err="1">
                <a:ea typeface="+mn-lt"/>
                <a:cs typeface="+mn-lt"/>
              </a:rPr>
              <a:t>Insts</a:t>
            </a:r>
            <a:r>
              <a:rPr lang="en-US" dirty="0">
                <a:ea typeface="+mn-lt"/>
                <a:cs typeface="+mn-lt"/>
              </a:rPr>
              <a:t> / Computation Instance: 37.29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ea typeface="+mn-lt"/>
                <a:cs typeface="+mn-lt"/>
              </a:rPr>
              <a:t>CGRA </a:t>
            </a:r>
            <a:r>
              <a:rPr lang="en-US" dirty="0" err="1">
                <a:ea typeface="+mn-lt"/>
                <a:cs typeface="+mn-lt"/>
              </a:rPr>
              <a:t>Insts</a:t>
            </a:r>
            <a:r>
              <a:rPr lang="en-US" dirty="0">
                <a:ea typeface="+mn-lt"/>
                <a:cs typeface="+mn-lt"/>
              </a:rPr>
              <a:t> / Cycle: </a:t>
            </a:r>
            <a:r>
              <a:rPr lang="en-US">
                <a:ea typeface="+mn-lt"/>
                <a:cs typeface="+mn-lt"/>
              </a:rPr>
              <a:t>3.511 </a:t>
            </a:r>
            <a:r>
              <a:rPr lang="en-US" dirty="0">
                <a:ea typeface="+mn-lt"/>
                <a:cs typeface="+mn-lt"/>
              </a:rPr>
              <a:t>(overall activity factor)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ea typeface="+mn-lt"/>
                <a:cs typeface="+mn-lt"/>
              </a:rPr>
              <a:t>Mapped DFG utilization: </a:t>
            </a:r>
            <a:r>
              <a:rPr lang="en-US" b="1">
                <a:ea typeface="+mn-lt"/>
                <a:cs typeface="+mn-lt"/>
              </a:rPr>
              <a:t>0.5015</a:t>
            </a: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0CE1A-0737-48F2-9919-40BB9B9C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1B5B2-F7D0-4382-9FCA-EC23A014A59D}"/>
              </a:ext>
            </a:extLst>
          </p:cNvPr>
          <p:cNvSpPr txBox="1"/>
          <p:nvPr/>
        </p:nvSpPr>
        <p:spPr>
          <a:xfrm>
            <a:off x="5965370" y="2035629"/>
            <a:ext cx="5278735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Can exploit sparsity at a </a:t>
            </a:r>
            <a:r>
              <a:rPr lang="en-US" sz="3200"/>
              <a:t>near-line </a:t>
            </a:r>
            <a:r>
              <a:rPr lang="en-US" sz="3200" dirty="0"/>
              <a:t>rate index match</a:t>
            </a:r>
          </a:p>
        </p:txBody>
      </p:sp>
    </p:spTree>
    <p:extLst>
      <p:ext uri="{BB962C8B-B14F-4D97-AF65-F5344CB8AC3E}">
        <p14:creationId xmlns:p14="http://schemas.microsoft.com/office/powerpoint/2010/main" val="25135464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F9E5-165D-405F-B80D-0CAF687FA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4: </a:t>
            </a:r>
            <a:r>
              <a:rPr lang="en-US" err="1"/>
              <a:t>SpMSpV</a:t>
            </a:r>
            <a:r>
              <a:rPr lang="en-US"/>
              <a:t> (Parallelizing Dot products across cores)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3F7436-43BD-46C4-AD0B-985397FA0F69}"/>
              </a:ext>
            </a:extLst>
          </p:cNvPr>
          <p:cNvSpPr txBox="1">
            <a:spLocks/>
          </p:cNvSpPr>
          <p:nvPr/>
        </p:nvSpPr>
        <p:spPr>
          <a:xfrm>
            <a:off x="87946" y="2275498"/>
            <a:ext cx="5137338" cy="3418175"/>
          </a:xfrm>
          <a:prstGeom prst="rect">
            <a:avLst/>
          </a:prstGeom>
          <a:ln w="6350">
            <a:solidFill>
              <a:sysClr val="windowText" lastClr="0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vanilla code</a:t>
            </a:r>
          </a:p>
          <a:p>
            <a:pPr marL="0" indent="0">
              <a:buNone/>
            </a:pPr>
            <a:r>
              <a:rPr lang="en-US" sz="2200">
                <a:latin typeface="Consolas" panose="020B0609020204030204" pitchFamily="49" charset="0"/>
              </a:rPr>
              <a:t>int </a:t>
            </a:r>
            <a:r>
              <a:rPr lang="en-US" sz="2200" i="1" err="1">
                <a:latin typeface="Consolas" panose="020B0609020204030204" pitchFamily="49" charset="0"/>
              </a:rPr>
              <a:t>tid</a:t>
            </a:r>
            <a:r>
              <a:rPr lang="en-US" sz="2200">
                <a:latin typeface="Consolas" panose="020B0609020204030204" pitchFamily="49" charset="0"/>
              </a:rPr>
              <a:t> = row;</a:t>
            </a:r>
          </a:p>
          <a:p>
            <a:pPr marL="0" indent="0">
              <a:buNone/>
            </a:pPr>
            <a:r>
              <a:rPr lang="en-US" sz="2200">
                <a:latin typeface="Consolas" panose="020B0609020204030204" pitchFamily="49" charset="0"/>
              </a:rPr>
              <a:t>while (row &lt; N):</a:t>
            </a:r>
          </a:p>
          <a:p>
            <a:pPr marL="0" indent="0">
              <a:buNone/>
            </a:pPr>
            <a:r>
              <a:rPr lang="en-US" sz="2200">
                <a:latin typeface="Consolas" panose="020B0609020204030204" pitchFamily="49" charset="0"/>
              </a:rPr>
              <a:t>  </a:t>
            </a:r>
            <a:r>
              <a:rPr lang="en-US" sz="2200" err="1">
                <a:latin typeface="Consolas" panose="020B0609020204030204" pitchFamily="49" charset="0"/>
              </a:rPr>
              <a:t>out_arr</a:t>
            </a:r>
            <a:r>
              <a:rPr lang="en-US" sz="2200">
                <a:latin typeface="Consolas" panose="020B0609020204030204" pitchFamily="49" charset="0"/>
              </a:rPr>
              <a:t>[row] = </a:t>
            </a:r>
            <a:r>
              <a:rPr lang="en-US" sz="2200" err="1">
                <a:latin typeface="Consolas" panose="020B0609020204030204" pitchFamily="49" charset="0"/>
              </a:rPr>
              <a:t>dotp</a:t>
            </a:r>
            <a:r>
              <a:rPr lang="en-US" sz="2200">
                <a:latin typeface="Consolas" panose="020B0609020204030204" pitchFamily="49" charset="0"/>
              </a:rPr>
              <a:t> (mat[row], </a:t>
            </a:r>
            <a:r>
              <a:rPr lang="en-US" sz="2200" err="1">
                <a:latin typeface="Consolas" panose="020B0609020204030204" pitchFamily="49" charset="0"/>
              </a:rPr>
              <a:t>vec</a:t>
            </a:r>
            <a:r>
              <a:rPr lang="en-US" sz="220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200">
                <a:latin typeface="Consolas" panose="020B0609020204030204" pitchFamily="49" charset="0"/>
              </a:rPr>
              <a:t>  row += </a:t>
            </a:r>
            <a:r>
              <a:rPr lang="en-US" sz="2200" err="1">
                <a:latin typeface="Consolas" panose="020B0609020204030204" pitchFamily="49" charset="0"/>
              </a:rPr>
              <a:t>core_cnt</a:t>
            </a:r>
            <a:endParaRPr lang="en-US" sz="22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err="1">
                <a:latin typeface="Consolas" panose="020B0609020204030204" pitchFamily="49" charset="0"/>
              </a:rPr>
              <a:t>pthread_barrier_wait</a:t>
            </a:r>
            <a:r>
              <a:rPr lang="en-US" sz="2200">
                <a:latin typeface="Consolas" panose="020B0609020204030204" pitchFamily="49" charset="0"/>
              </a:rPr>
              <a:t>(&amp;</a:t>
            </a:r>
            <a:r>
              <a:rPr lang="en-US" sz="2200" err="1">
                <a:latin typeface="Consolas" panose="020B0609020204030204" pitchFamily="49" charset="0"/>
              </a:rPr>
              <a:t>barr</a:t>
            </a:r>
            <a:r>
              <a:rPr lang="en-US" sz="2200">
                <a:latin typeface="Consolas" panose="020B0609020204030204" pitchFamily="49" charset="0"/>
              </a:rPr>
              <a:t>);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DA7BA43-F0CE-4A5A-BB1F-1A6A43D6A6B9}"/>
              </a:ext>
            </a:extLst>
          </p:cNvPr>
          <p:cNvGrpSpPr/>
          <p:nvPr/>
        </p:nvGrpSpPr>
        <p:grpSpPr>
          <a:xfrm>
            <a:off x="8559777" y="2353733"/>
            <a:ext cx="2667002" cy="2938462"/>
            <a:chOff x="7347350" y="2414693"/>
            <a:chExt cx="2667002" cy="293846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FEF0E87-EB52-4E3C-8415-D054EDF22433}"/>
                </a:ext>
              </a:extLst>
            </p:cNvPr>
            <p:cNvGrpSpPr/>
            <p:nvPr/>
          </p:nvGrpSpPr>
          <p:grpSpPr>
            <a:xfrm>
              <a:off x="7686096" y="3252894"/>
              <a:ext cx="2023454" cy="1856337"/>
              <a:chOff x="6510946" y="3469812"/>
              <a:chExt cx="2023454" cy="1434525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170E318-CD45-41B1-B187-7359B275C7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0946" y="3469812"/>
                <a:ext cx="0" cy="1428116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0E2F87A-D32C-42E0-AB13-75A9CD2D27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2706" y="3764238"/>
                <a:ext cx="0" cy="1140099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5980E64B-609B-46EA-A61B-3E77AB9508EE}"/>
                  </a:ext>
                </a:extLst>
              </p:cNvPr>
              <p:cNvCxnSpPr/>
              <p:nvPr/>
            </p:nvCxnSpPr>
            <p:spPr>
              <a:xfrm>
                <a:off x="8534400" y="3469812"/>
                <a:ext cx="0" cy="142811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756AC49-5801-46CF-99C7-84C4586A5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0250" y="3674707"/>
              <a:ext cx="2019300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68353E3-AE4B-470C-B9DC-1DE93A9225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00386" y="4298806"/>
              <a:ext cx="2000189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BBF2AA7-8581-44DD-A69B-85415762DE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09362" y="5100430"/>
              <a:ext cx="2000189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316A220-FA98-42D9-94BC-AD52CFC439EF}"/>
                </a:ext>
              </a:extLst>
            </p:cNvPr>
            <p:cNvCxnSpPr/>
            <p:nvPr/>
          </p:nvCxnSpPr>
          <p:spPr>
            <a:xfrm>
              <a:off x="7728350" y="2795693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65C5206-D3ED-45EC-AB2A-C2772432F69B}"/>
                </a:ext>
              </a:extLst>
            </p:cNvPr>
            <p:cNvCxnSpPr/>
            <p:nvPr/>
          </p:nvCxnSpPr>
          <p:spPr>
            <a:xfrm>
              <a:off x="8000493" y="2795693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2CDCFD5-AB59-4D45-B603-438ABE4E340E}"/>
                </a:ext>
              </a:extLst>
            </p:cNvPr>
            <p:cNvCxnSpPr/>
            <p:nvPr/>
          </p:nvCxnSpPr>
          <p:spPr>
            <a:xfrm>
              <a:off x="8272636" y="2795693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5FC39B-42D4-4BB6-B350-C4098133C3CB}"/>
                </a:ext>
              </a:extLst>
            </p:cNvPr>
            <p:cNvCxnSpPr/>
            <p:nvPr/>
          </p:nvCxnSpPr>
          <p:spPr>
            <a:xfrm>
              <a:off x="8544779" y="2795693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2D4B0BD-7322-4760-9812-E27019ABD34B}"/>
                </a:ext>
              </a:extLst>
            </p:cNvPr>
            <p:cNvCxnSpPr/>
            <p:nvPr/>
          </p:nvCxnSpPr>
          <p:spPr>
            <a:xfrm>
              <a:off x="8816922" y="2795693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9B7CC15-0DFF-4D36-A512-A214FCF25799}"/>
                </a:ext>
              </a:extLst>
            </p:cNvPr>
            <p:cNvCxnSpPr/>
            <p:nvPr/>
          </p:nvCxnSpPr>
          <p:spPr>
            <a:xfrm>
              <a:off x="9089065" y="2795693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51A518E-5EF5-494F-A524-6770BA6D4580}"/>
                </a:ext>
              </a:extLst>
            </p:cNvPr>
            <p:cNvCxnSpPr/>
            <p:nvPr/>
          </p:nvCxnSpPr>
          <p:spPr>
            <a:xfrm>
              <a:off x="9361208" y="2795693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788CA0C-E38C-487B-8BEE-02F6F9C6B6CF}"/>
                </a:ext>
              </a:extLst>
            </p:cNvPr>
            <p:cNvCxnSpPr/>
            <p:nvPr/>
          </p:nvCxnSpPr>
          <p:spPr>
            <a:xfrm>
              <a:off x="9633350" y="2795693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E9E813D-1DED-4B5F-80FF-44F906F01B31}"/>
                </a:ext>
              </a:extLst>
            </p:cNvPr>
            <p:cNvSpPr/>
            <p:nvPr/>
          </p:nvSpPr>
          <p:spPr>
            <a:xfrm>
              <a:off x="7347350" y="2414693"/>
              <a:ext cx="26670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Main Memory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F627150-BA64-43B6-BEEC-6F1947790E86}"/>
                </a:ext>
              </a:extLst>
            </p:cNvPr>
            <p:cNvSpPr/>
            <p:nvPr/>
          </p:nvSpPr>
          <p:spPr>
            <a:xfrm>
              <a:off x="7347350" y="2948093"/>
              <a:ext cx="2667000" cy="304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Global Stream Engine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B73F990-3133-4861-9A29-00658E7E0430}"/>
                </a:ext>
              </a:extLst>
            </p:cNvPr>
            <p:cNvSpPr/>
            <p:nvPr/>
          </p:nvSpPr>
          <p:spPr>
            <a:xfrm>
              <a:off x="7347351" y="3412913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DSA Core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9A7E5B3-C069-4939-9C57-4F59FC191426}"/>
                </a:ext>
              </a:extLst>
            </p:cNvPr>
            <p:cNvSpPr/>
            <p:nvPr/>
          </p:nvSpPr>
          <p:spPr>
            <a:xfrm>
              <a:off x="9361209" y="3412913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DSA Core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3B207DA-66C1-43C1-AEF9-1483CBB58CDF}"/>
                </a:ext>
              </a:extLst>
            </p:cNvPr>
            <p:cNvSpPr/>
            <p:nvPr/>
          </p:nvSpPr>
          <p:spPr>
            <a:xfrm>
              <a:off x="8163780" y="3412913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DSA Core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EA0C96A-5C9B-4B2E-9EAA-3E04EE88C9BB}"/>
                </a:ext>
              </a:extLst>
            </p:cNvPr>
            <p:cNvSpPr txBox="1"/>
            <p:nvPr/>
          </p:nvSpPr>
          <p:spPr>
            <a:xfrm>
              <a:off x="8890132" y="3359256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F128DCB-CA19-42FC-9CC9-7A6F8EE30006}"/>
                </a:ext>
              </a:extLst>
            </p:cNvPr>
            <p:cNvSpPr/>
            <p:nvPr/>
          </p:nvSpPr>
          <p:spPr>
            <a:xfrm>
              <a:off x="7347350" y="4045546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DSA Core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8AF392C-5828-41E7-921A-4B18C5EAF6A5}"/>
                </a:ext>
              </a:extLst>
            </p:cNvPr>
            <p:cNvSpPr/>
            <p:nvPr/>
          </p:nvSpPr>
          <p:spPr>
            <a:xfrm>
              <a:off x="9361208" y="4045546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DSA Core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8F446EA-78BE-44E7-9844-20B7AF6A6BF4}"/>
                </a:ext>
              </a:extLst>
            </p:cNvPr>
            <p:cNvSpPr/>
            <p:nvPr/>
          </p:nvSpPr>
          <p:spPr>
            <a:xfrm>
              <a:off x="8163779" y="4045546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DSA Core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AC8A28C-31F1-471E-A692-9901BA463E1F}"/>
                </a:ext>
              </a:extLst>
            </p:cNvPr>
            <p:cNvSpPr/>
            <p:nvPr/>
          </p:nvSpPr>
          <p:spPr>
            <a:xfrm>
              <a:off x="7347350" y="4827375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DSA Core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0586447-022B-4093-A392-853570421BBE}"/>
                </a:ext>
              </a:extLst>
            </p:cNvPr>
            <p:cNvSpPr/>
            <p:nvPr/>
          </p:nvSpPr>
          <p:spPr>
            <a:xfrm>
              <a:off x="9361208" y="4827375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DSA Core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93642E8-F28F-4064-891E-18E536B9B97B}"/>
                </a:ext>
              </a:extLst>
            </p:cNvPr>
            <p:cNvSpPr/>
            <p:nvPr/>
          </p:nvSpPr>
          <p:spPr>
            <a:xfrm>
              <a:off x="8163779" y="4827375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DSA Core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6B9EE6E-DD92-4C1F-9CAE-9745F7B4F14D}"/>
                </a:ext>
              </a:extLst>
            </p:cNvPr>
            <p:cNvSpPr txBox="1"/>
            <p:nvPr/>
          </p:nvSpPr>
          <p:spPr>
            <a:xfrm>
              <a:off x="8890400" y="4791479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9DAD476-8DCD-402A-AF01-83DCE11254F0}"/>
                </a:ext>
              </a:extLst>
            </p:cNvPr>
            <p:cNvSpPr txBox="1"/>
            <p:nvPr/>
          </p:nvSpPr>
          <p:spPr>
            <a:xfrm rot="16200000">
              <a:off x="7406685" y="4464137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58FBC31-3C07-4B8C-851E-4C05A6F7B7F3}"/>
                </a:ext>
              </a:extLst>
            </p:cNvPr>
            <p:cNvSpPr txBox="1"/>
            <p:nvPr/>
          </p:nvSpPr>
          <p:spPr>
            <a:xfrm rot="16200000">
              <a:off x="9429159" y="4464137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593D370-577C-417E-9A31-55D32F89F061}"/>
                </a:ext>
              </a:extLst>
            </p:cNvPr>
            <p:cNvSpPr txBox="1"/>
            <p:nvPr/>
          </p:nvSpPr>
          <p:spPr>
            <a:xfrm rot="16200000">
              <a:off x="8225836" y="4478425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03343A-AF11-4762-BBAE-293711D7A59D}"/>
                </a:ext>
              </a:extLst>
            </p:cNvPr>
            <p:cNvSpPr txBox="1"/>
            <p:nvPr/>
          </p:nvSpPr>
          <p:spPr>
            <a:xfrm>
              <a:off x="8890132" y="3983661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2856960D-0202-4CE7-B52D-53E242E6A3B2}"/>
              </a:ext>
            </a:extLst>
          </p:cNvPr>
          <p:cNvSpPr txBox="1"/>
          <p:nvPr/>
        </p:nvSpPr>
        <p:spPr>
          <a:xfrm>
            <a:off x="5068182" y="3238792"/>
            <a:ext cx="3352658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err="1">
                <a:latin typeface="Consolas" panose="020B0609020204030204" pitchFamily="49" charset="0"/>
              </a:rPr>
              <a:t>dotp</a:t>
            </a:r>
            <a:r>
              <a:rPr lang="en-US">
                <a:latin typeface="Consolas" panose="020B0609020204030204" pitchFamily="49" charset="0"/>
              </a:rPr>
              <a:t> (matrix[0], vector)</a:t>
            </a:r>
          </a:p>
          <a:p>
            <a:r>
              <a:rPr lang="en-US" i="1">
                <a:latin typeface="Consolas" panose="020B0609020204030204" pitchFamily="49" charset="0"/>
              </a:rPr>
              <a:t>barrier</a:t>
            </a:r>
          </a:p>
          <a:p>
            <a:r>
              <a:rPr lang="en-US" err="1">
                <a:latin typeface="Consolas" panose="020B0609020204030204" pitchFamily="49" charset="0"/>
              </a:rPr>
              <a:t>dotp</a:t>
            </a:r>
            <a:r>
              <a:rPr lang="en-US">
                <a:latin typeface="Consolas" panose="020B0609020204030204" pitchFamily="49" charset="0"/>
              </a:rPr>
              <a:t> (matrix[16], </a:t>
            </a:r>
            <a:r>
              <a:rPr lang="en-US" b="1">
                <a:latin typeface="Consolas" panose="020B0609020204030204" pitchFamily="49" charset="0"/>
              </a:rPr>
              <a:t>vector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 i="1">
                <a:latin typeface="Consolas" panose="020B0609020204030204" pitchFamily="49" charset="0"/>
              </a:rPr>
              <a:t>barrier</a:t>
            </a:r>
          </a:p>
          <a:p>
            <a:r>
              <a:rPr lang="en-US" i="1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51" name="Arrow: Left 50">
            <a:extLst>
              <a:ext uri="{FF2B5EF4-FFF2-40B4-BE49-F238E27FC236}">
                <a16:creationId xmlns:a16="http://schemas.microsoft.com/office/drawing/2014/main" id="{73CFEC99-58F0-47FA-A1EB-49BB383D3FF4}"/>
              </a:ext>
            </a:extLst>
          </p:cNvPr>
          <p:cNvSpPr/>
          <p:nvPr/>
        </p:nvSpPr>
        <p:spPr>
          <a:xfrm>
            <a:off x="8187439" y="3447982"/>
            <a:ext cx="385263" cy="349767"/>
          </a:xfrm>
          <a:prstGeom prst="lef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331BCA-29AC-4C33-8205-4D55AD9E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27</a:t>
            </a:fld>
            <a:endParaRPr lang="en-US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29EB794C-5265-42A9-9444-847DCF9C1CA3}"/>
              </a:ext>
            </a:extLst>
          </p:cNvPr>
          <p:cNvSpPr txBox="1">
            <a:spLocks/>
          </p:cNvSpPr>
          <p:nvPr/>
        </p:nvSpPr>
        <p:spPr>
          <a:xfrm>
            <a:off x="838200" y="5148210"/>
            <a:ext cx="3346240" cy="725017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>
            <a:solidFill>
              <a:srgbClr val="9BBB59">
                <a:lumMod val="75000"/>
              </a:srgb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Calibri Light"/>
              </a:rPr>
              <a:t>2. Synchronization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FD59D694-EA22-4498-B867-90CA3B71DB65}"/>
              </a:ext>
            </a:extLst>
          </p:cNvPr>
          <p:cNvSpPr txBox="1">
            <a:spLocks/>
          </p:cNvSpPr>
          <p:nvPr/>
        </p:nvSpPr>
        <p:spPr>
          <a:xfrm>
            <a:off x="5016378" y="4676961"/>
            <a:ext cx="3163497" cy="839717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>
            <a:solidFill>
              <a:srgbClr val="9BBB59">
                <a:lumMod val="75000"/>
              </a:srgb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Calibri Light"/>
              </a:rPr>
              <a:t>1. </a:t>
            </a:r>
            <a:r>
              <a:rPr lang="en-US" sz="3200">
                <a:solidFill>
                  <a:prstClr val="black"/>
                </a:solidFill>
                <a:latin typeface="Calibri Light" panose="020F0302020204030204"/>
                <a:cs typeface="Calibri Light"/>
              </a:rPr>
              <a:t>Core-to-core communication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Calibri Light"/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D81382CC-DDD0-416A-B5DD-EA2187EE319D}"/>
              </a:ext>
            </a:extLst>
          </p:cNvPr>
          <p:cNvSpPr txBox="1">
            <a:spLocks/>
          </p:cNvSpPr>
          <p:nvPr/>
        </p:nvSpPr>
        <p:spPr>
          <a:xfrm>
            <a:off x="8309080" y="5439093"/>
            <a:ext cx="3346240" cy="725017"/>
          </a:xfrm>
          <a:prstGeom prst="rect">
            <a:avLst/>
          </a:prstGeom>
          <a:solidFill>
            <a:srgbClr val="9BBB59">
              <a:lumMod val="20000"/>
              <a:lumOff val="80000"/>
            </a:srgbClr>
          </a:solidFill>
          <a:ln>
            <a:solidFill>
              <a:srgbClr val="9BBB59">
                <a:lumMod val="75000"/>
              </a:srgb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Calibri Light"/>
              </a:rPr>
              <a:t>3. Mapping data to scratchpad space</a:t>
            </a:r>
          </a:p>
        </p:txBody>
      </p:sp>
    </p:spTree>
    <p:extLst>
      <p:ext uri="{BB962C8B-B14F-4D97-AF65-F5344CB8AC3E}">
        <p14:creationId xmlns:p14="http://schemas.microsoft.com/office/powerpoint/2010/main" val="113324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9" grpId="0" animBg="1"/>
      <p:bldP spid="51" grpId="0" animBg="1"/>
      <p:bldP spid="43" grpId="0" animBg="1"/>
      <p:bldP spid="44" grpId="0" animBg="1"/>
      <p:bldP spid="4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D7929-7908-45FB-898E-C0D7B99E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10" y="-128060"/>
            <a:ext cx="10888290" cy="1325563"/>
          </a:xfrm>
        </p:spPr>
        <p:txBody>
          <a:bodyPr/>
          <a:lstStyle/>
          <a:p>
            <a:r>
              <a:rPr lang="en-US" dirty="0"/>
              <a:t>Multicore Explicit Communication Primitives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6CAA1-5F1B-4EEB-9BE8-5C27206D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450E-FDF9-4F41-A28F-AA4259C26FE6}" type="slidenum">
              <a:rPr lang="en-US" smtClean="0"/>
              <a:t>28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113776-8C53-4F20-819B-069C9223A1EE}"/>
              </a:ext>
            </a:extLst>
          </p:cNvPr>
          <p:cNvSpPr txBox="1">
            <a:spLocks/>
          </p:cNvSpPr>
          <p:nvPr/>
        </p:nvSpPr>
        <p:spPr>
          <a:xfrm>
            <a:off x="508000" y="4973574"/>
            <a:ext cx="5036130" cy="680013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SS_REM_PORT(</a:t>
            </a:r>
            <a:r>
              <a:rPr lang="en-US" sz="2600" dirty="0" err="1">
                <a:latin typeface="Consolas" panose="020B0609020204030204" pitchFamily="49" charset="0"/>
              </a:rPr>
              <a:t>out_port</a:t>
            </a:r>
            <a:r>
              <a:rPr lang="en-US" sz="2600" dirty="0">
                <a:latin typeface="Consolas" panose="020B0609020204030204" pitchFamily="49" charset="0"/>
              </a:rPr>
              <a:t>, </a:t>
            </a:r>
            <a:r>
              <a:rPr lang="en-US" sz="2600" dirty="0" err="1">
                <a:latin typeface="Consolas" panose="020B0609020204030204" pitchFamily="49" charset="0"/>
              </a:rPr>
              <a:t>num_elem</a:t>
            </a:r>
            <a:r>
              <a:rPr lang="en-US" sz="2600" dirty="0">
                <a:latin typeface="Consolas" panose="020B0609020204030204" pitchFamily="49" charset="0"/>
              </a:rPr>
              <a:t>, mask, </a:t>
            </a:r>
            <a:r>
              <a:rPr lang="en-US" sz="2600" dirty="0" err="1">
                <a:latin typeface="Consolas" panose="020B0609020204030204" pitchFamily="49" charset="0"/>
              </a:rPr>
              <a:t>rem_port</a:t>
            </a:r>
            <a:r>
              <a:rPr lang="en-US" sz="26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0479D7-6428-45AB-8A3E-C54879655DF3}"/>
              </a:ext>
            </a:extLst>
          </p:cNvPr>
          <p:cNvSpPr txBox="1">
            <a:spLocks/>
          </p:cNvSpPr>
          <p:nvPr/>
        </p:nvSpPr>
        <p:spPr>
          <a:xfrm>
            <a:off x="6289170" y="4914557"/>
            <a:ext cx="5036130" cy="1441785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SS_SCRATCH_READ(</a:t>
            </a:r>
            <a:r>
              <a:rPr lang="en-US" sz="2400" i="1" dirty="0" err="1">
                <a:latin typeface="Consolas" panose="020B0609020204030204" pitchFamily="49" charset="0"/>
              </a:rPr>
              <a:t>scr_addr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</a:rPr>
              <a:t>n_bytes</a:t>
            </a:r>
            <a:r>
              <a:rPr lang="en-US" sz="2400" dirty="0">
                <a:latin typeface="Consolas" panose="020B0609020204030204" pitchFamily="49" charset="0"/>
              </a:rPr>
              <a:t>, port)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... and other </a:t>
            </a:r>
            <a:r>
              <a:rPr lang="en-US" sz="2400" dirty="0" err="1">
                <a:latin typeface="Consolas" panose="020B0609020204030204" pitchFamily="49" charset="0"/>
              </a:rPr>
              <a:t>cmd</a:t>
            </a:r>
            <a:r>
              <a:rPr lang="en-US" sz="2400" dirty="0">
                <a:latin typeface="Consolas" panose="020B0609020204030204" pitchFamily="49" charset="0"/>
              </a:rPr>
              <a:t> as DMA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EA5F8-717F-458C-B576-DB4B10FFDBD5}"/>
              </a:ext>
            </a:extLst>
          </p:cNvPr>
          <p:cNvSpPr txBox="1"/>
          <p:nvPr/>
        </p:nvSpPr>
        <p:spPr>
          <a:xfrm>
            <a:off x="307472" y="957943"/>
            <a:ext cx="48639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A) Explicit Multicast from a port to masked cores/ports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DCCEB7-5C3D-402A-B6B3-D0B8597F60CE}"/>
              </a:ext>
            </a:extLst>
          </p:cNvPr>
          <p:cNvSpPr txBox="1"/>
          <p:nvPr/>
        </p:nvSpPr>
        <p:spPr>
          <a:xfrm>
            <a:off x="6334987" y="901429"/>
            <a:ext cx="50361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B) Implicit communication using global address space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CDA53B6-CF18-4124-8DBE-D867261B8158}"/>
              </a:ext>
            </a:extLst>
          </p:cNvPr>
          <p:cNvGrpSpPr/>
          <p:nvPr/>
        </p:nvGrpSpPr>
        <p:grpSpPr>
          <a:xfrm>
            <a:off x="567917" y="2561452"/>
            <a:ext cx="4079583" cy="2101895"/>
            <a:chOff x="508000" y="2529841"/>
            <a:chExt cx="4079583" cy="210189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9DD9B8A-B3A1-43B8-A9EE-F2D422A0D3D4}"/>
                </a:ext>
              </a:extLst>
            </p:cNvPr>
            <p:cNvSpPr txBox="1"/>
            <p:nvPr/>
          </p:nvSpPr>
          <p:spPr>
            <a:xfrm>
              <a:off x="508000" y="2529841"/>
              <a:ext cx="1778000" cy="899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DA480D9-8D39-4F9B-ADE5-731E4B6359A1}"/>
                </a:ext>
              </a:extLst>
            </p:cNvPr>
            <p:cNvSpPr txBox="1"/>
            <p:nvPr/>
          </p:nvSpPr>
          <p:spPr>
            <a:xfrm>
              <a:off x="645875" y="2954682"/>
              <a:ext cx="150224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Vector ports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C90E614-AFD1-4B88-9195-640BE1AF7116}"/>
                </a:ext>
              </a:extLst>
            </p:cNvPr>
            <p:cNvSpPr txBox="1"/>
            <p:nvPr/>
          </p:nvSpPr>
          <p:spPr>
            <a:xfrm>
              <a:off x="2809583" y="3732576"/>
              <a:ext cx="1778000" cy="899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0A63C22-8AFC-4DE0-AC16-9500F0086381}"/>
                </a:ext>
              </a:extLst>
            </p:cNvPr>
            <p:cNvSpPr txBox="1"/>
            <p:nvPr/>
          </p:nvSpPr>
          <p:spPr>
            <a:xfrm>
              <a:off x="2947458" y="4157417"/>
              <a:ext cx="150224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Vector ports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59BCA8F-5001-4060-B0C9-A17FFBD2D5E5}"/>
                </a:ext>
              </a:extLst>
            </p:cNvPr>
            <p:cNvSpPr txBox="1"/>
            <p:nvPr/>
          </p:nvSpPr>
          <p:spPr>
            <a:xfrm>
              <a:off x="508000" y="3732576"/>
              <a:ext cx="1778000" cy="899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AA821F-D208-42E1-A482-EB372D1DB1C3}"/>
                </a:ext>
              </a:extLst>
            </p:cNvPr>
            <p:cNvSpPr txBox="1"/>
            <p:nvPr/>
          </p:nvSpPr>
          <p:spPr>
            <a:xfrm>
              <a:off x="645875" y="4157417"/>
              <a:ext cx="150224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Vector ports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692D32C-449D-4700-ACA7-AC9A65CB92CE}"/>
                </a:ext>
              </a:extLst>
            </p:cNvPr>
            <p:cNvSpPr txBox="1"/>
            <p:nvPr/>
          </p:nvSpPr>
          <p:spPr>
            <a:xfrm>
              <a:off x="2809583" y="2529841"/>
              <a:ext cx="1778000" cy="899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4467455-0E51-4BD3-A547-0426AF524FDC}"/>
                </a:ext>
              </a:extLst>
            </p:cNvPr>
            <p:cNvSpPr txBox="1"/>
            <p:nvPr/>
          </p:nvSpPr>
          <p:spPr>
            <a:xfrm>
              <a:off x="2947458" y="2954682"/>
              <a:ext cx="150224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Vector ports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D4463F1-06B4-4B3E-B091-8E9C4BC06A29}"/>
                </a:ext>
              </a:extLst>
            </p:cNvPr>
            <p:cNvCxnSpPr>
              <a:stCxn id="3" idx="3"/>
              <a:endCxn id="53" idx="1"/>
            </p:cNvCxnSpPr>
            <p:nvPr/>
          </p:nvCxnSpPr>
          <p:spPr>
            <a:xfrm>
              <a:off x="2286000" y="2979421"/>
              <a:ext cx="523583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A0B7F01-B72F-4EE2-98D3-34F61B4D3B06}"/>
                </a:ext>
              </a:extLst>
            </p:cNvPr>
            <p:cNvCxnSpPr>
              <a:cxnSpLocks/>
              <a:stCxn id="50" idx="3"/>
              <a:endCxn id="47" idx="1"/>
            </p:cNvCxnSpPr>
            <p:nvPr/>
          </p:nvCxnSpPr>
          <p:spPr>
            <a:xfrm>
              <a:off x="2286000" y="4182156"/>
              <a:ext cx="523583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C8E5D8F-C59F-4F8B-B40B-89C8D65D6A2F}"/>
                </a:ext>
              </a:extLst>
            </p:cNvPr>
            <p:cNvCxnSpPr>
              <a:cxnSpLocks/>
              <a:stCxn id="47" idx="0"/>
              <a:endCxn id="53" idx="2"/>
            </p:cNvCxnSpPr>
            <p:nvPr/>
          </p:nvCxnSpPr>
          <p:spPr>
            <a:xfrm flipV="1">
              <a:off x="3698583" y="3429001"/>
              <a:ext cx="0" cy="30357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7368D01-9C07-4693-881F-36590CC88648}"/>
                </a:ext>
              </a:extLst>
            </p:cNvPr>
            <p:cNvCxnSpPr>
              <a:cxnSpLocks/>
              <a:stCxn id="50" idx="0"/>
              <a:endCxn id="3" idx="2"/>
            </p:cNvCxnSpPr>
            <p:nvPr/>
          </p:nvCxnSpPr>
          <p:spPr>
            <a:xfrm flipV="1">
              <a:off x="1397000" y="3429001"/>
              <a:ext cx="0" cy="30357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555C81F0-BC12-4420-A012-BC1094A02076}"/>
                </a:ext>
              </a:extLst>
            </p:cNvPr>
            <p:cNvCxnSpPr>
              <a:stCxn id="45" idx="3"/>
            </p:cNvCxnSpPr>
            <p:nvPr/>
          </p:nvCxnSpPr>
          <p:spPr>
            <a:xfrm>
              <a:off x="2148124" y="3139348"/>
              <a:ext cx="920196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13D9763-D166-475D-B6C0-FD394C4901FD}"/>
                </a:ext>
              </a:extLst>
            </p:cNvPr>
            <p:cNvSpPr txBox="1"/>
            <p:nvPr/>
          </p:nvSpPr>
          <p:spPr>
            <a:xfrm>
              <a:off x="1452536" y="2550067"/>
              <a:ext cx="68146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Spad</a:t>
              </a:r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4843584-0D44-4600-BE12-07ABBAC1205A}"/>
                </a:ext>
              </a:extLst>
            </p:cNvPr>
            <p:cNvSpPr txBox="1"/>
            <p:nvPr/>
          </p:nvSpPr>
          <p:spPr>
            <a:xfrm>
              <a:off x="3744259" y="2559203"/>
              <a:ext cx="68146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Spad</a:t>
              </a:r>
              <a:endParaRPr 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3D051AE-0BE2-44CA-B94D-9F69E9063B74}"/>
                </a:ext>
              </a:extLst>
            </p:cNvPr>
            <p:cNvSpPr txBox="1"/>
            <p:nvPr/>
          </p:nvSpPr>
          <p:spPr>
            <a:xfrm>
              <a:off x="3773371" y="3759961"/>
              <a:ext cx="68146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Spad</a:t>
              </a:r>
              <a:endParaRPr lang="en-US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E35118C-3962-402D-9B20-02CBD0E7E634}"/>
                </a:ext>
              </a:extLst>
            </p:cNvPr>
            <p:cNvSpPr txBox="1"/>
            <p:nvPr/>
          </p:nvSpPr>
          <p:spPr>
            <a:xfrm>
              <a:off x="1469134" y="3759961"/>
              <a:ext cx="68146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Spad</a:t>
              </a:r>
              <a:endParaRPr lang="en-US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797AC0D-2063-4955-82BF-C4CD16A78866}"/>
              </a:ext>
            </a:extLst>
          </p:cNvPr>
          <p:cNvGrpSpPr/>
          <p:nvPr/>
        </p:nvGrpSpPr>
        <p:grpSpPr>
          <a:xfrm>
            <a:off x="6659881" y="2561452"/>
            <a:ext cx="4079583" cy="2101895"/>
            <a:chOff x="508000" y="2529841"/>
            <a:chExt cx="4079583" cy="2101895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99B5F80-F781-4036-B1E1-F06DFAD3FF3B}"/>
                </a:ext>
              </a:extLst>
            </p:cNvPr>
            <p:cNvSpPr txBox="1"/>
            <p:nvPr/>
          </p:nvSpPr>
          <p:spPr>
            <a:xfrm>
              <a:off x="508000" y="2529841"/>
              <a:ext cx="1778000" cy="899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943BFFF-4D30-4A5A-B485-812BD06205B3}"/>
                </a:ext>
              </a:extLst>
            </p:cNvPr>
            <p:cNvSpPr txBox="1"/>
            <p:nvPr/>
          </p:nvSpPr>
          <p:spPr>
            <a:xfrm>
              <a:off x="645875" y="2954682"/>
              <a:ext cx="150224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Vector ports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AE7D3AC-251E-4A2C-AB4D-BCD84E971551}"/>
                </a:ext>
              </a:extLst>
            </p:cNvPr>
            <p:cNvSpPr txBox="1"/>
            <p:nvPr/>
          </p:nvSpPr>
          <p:spPr>
            <a:xfrm>
              <a:off x="2809583" y="3732576"/>
              <a:ext cx="1778000" cy="899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1C810E7-9B7B-4C0E-AB77-AEAB08E43F26}"/>
                </a:ext>
              </a:extLst>
            </p:cNvPr>
            <p:cNvSpPr txBox="1"/>
            <p:nvPr/>
          </p:nvSpPr>
          <p:spPr>
            <a:xfrm>
              <a:off x="2947458" y="4157417"/>
              <a:ext cx="150224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Vector ports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A41DF47-4A12-458F-B9A6-BBBE0AE46FCC}"/>
                </a:ext>
              </a:extLst>
            </p:cNvPr>
            <p:cNvSpPr txBox="1"/>
            <p:nvPr/>
          </p:nvSpPr>
          <p:spPr>
            <a:xfrm>
              <a:off x="508000" y="3732576"/>
              <a:ext cx="1778000" cy="899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10106B9-6B15-4190-A9CC-639B5F7DBD46}"/>
                </a:ext>
              </a:extLst>
            </p:cNvPr>
            <p:cNvSpPr txBox="1"/>
            <p:nvPr/>
          </p:nvSpPr>
          <p:spPr>
            <a:xfrm>
              <a:off x="645875" y="4157417"/>
              <a:ext cx="150224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Vector ports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6E27C58-7E3C-43B0-8273-27605D2F4A00}"/>
                </a:ext>
              </a:extLst>
            </p:cNvPr>
            <p:cNvSpPr txBox="1"/>
            <p:nvPr/>
          </p:nvSpPr>
          <p:spPr>
            <a:xfrm>
              <a:off x="2809583" y="2529841"/>
              <a:ext cx="1778000" cy="899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25E0E6A-91C2-4A1F-A70B-35E92C1FD723}"/>
                </a:ext>
              </a:extLst>
            </p:cNvPr>
            <p:cNvSpPr txBox="1"/>
            <p:nvPr/>
          </p:nvSpPr>
          <p:spPr>
            <a:xfrm>
              <a:off x="2947458" y="2954682"/>
              <a:ext cx="150224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Vector ports</a:t>
              </a: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6FD3266-8717-42E6-8335-15895E681455}"/>
                </a:ext>
              </a:extLst>
            </p:cNvPr>
            <p:cNvCxnSpPr>
              <a:stCxn id="84" idx="3"/>
              <a:endCxn id="90" idx="1"/>
            </p:cNvCxnSpPr>
            <p:nvPr/>
          </p:nvCxnSpPr>
          <p:spPr>
            <a:xfrm>
              <a:off x="2286000" y="2979421"/>
              <a:ext cx="523583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BB22384-BA3E-4F7E-AAB0-D3187B1BED4D}"/>
                </a:ext>
              </a:extLst>
            </p:cNvPr>
            <p:cNvCxnSpPr>
              <a:cxnSpLocks/>
              <a:stCxn id="88" idx="3"/>
              <a:endCxn id="86" idx="1"/>
            </p:cNvCxnSpPr>
            <p:nvPr/>
          </p:nvCxnSpPr>
          <p:spPr>
            <a:xfrm>
              <a:off x="2286000" y="4182156"/>
              <a:ext cx="523583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FEA3892-626D-490C-988D-F29ACE7478B9}"/>
                </a:ext>
              </a:extLst>
            </p:cNvPr>
            <p:cNvCxnSpPr>
              <a:cxnSpLocks/>
              <a:stCxn id="86" idx="0"/>
              <a:endCxn id="90" idx="2"/>
            </p:cNvCxnSpPr>
            <p:nvPr/>
          </p:nvCxnSpPr>
          <p:spPr>
            <a:xfrm flipV="1">
              <a:off x="3698583" y="3429001"/>
              <a:ext cx="0" cy="30357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5835382-FF3D-4A33-B5D7-9919C37CE5E5}"/>
                </a:ext>
              </a:extLst>
            </p:cNvPr>
            <p:cNvCxnSpPr>
              <a:cxnSpLocks/>
              <a:stCxn id="88" idx="0"/>
              <a:endCxn id="84" idx="2"/>
            </p:cNvCxnSpPr>
            <p:nvPr/>
          </p:nvCxnSpPr>
          <p:spPr>
            <a:xfrm flipV="1">
              <a:off x="1397000" y="3429001"/>
              <a:ext cx="0" cy="30357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FDD7370-850C-4906-8D51-3BECDCFC3C71}"/>
                </a:ext>
              </a:extLst>
            </p:cNvPr>
            <p:cNvSpPr txBox="1"/>
            <p:nvPr/>
          </p:nvSpPr>
          <p:spPr>
            <a:xfrm>
              <a:off x="1452536" y="2550067"/>
              <a:ext cx="68146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Spad</a:t>
              </a:r>
              <a:endParaRPr lang="en-US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00C12C9-63D7-4B2E-A49B-90146DFB35B9}"/>
                </a:ext>
              </a:extLst>
            </p:cNvPr>
            <p:cNvSpPr txBox="1"/>
            <p:nvPr/>
          </p:nvSpPr>
          <p:spPr>
            <a:xfrm>
              <a:off x="3744259" y="2559203"/>
              <a:ext cx="68146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Spad</a:t>
              </a:r>
              <a:endParaRPr lang="en-US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FA1B615-754D-4F72-AF9A-4AFA715A1879}"/>
                </a:ext>
              </a:extLst>
            </p:cNvPr>
            <p:cNvSpPr txBox="1"/>
            <p:nvPr/>
          </p:nvSpPr>
          <p:spPr>
            <a:xfrm>
              <a:off x="3773371" y="3759961"/>
              <a:ext cx="68146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Spad</a:t>
              </a:r>
              <a:endParaRPr lang="en-US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E3B75FC-C3A4-4EC6-AC39-59A4D155A761}"/>
                </a:ext>
              </a:extLst>
            </p:cNvPr>
            <p:cNvSpPr txBox="1"/>
            <p:nvPr/>
          </p:nvSpPr>
          <p:spPr>
            <a:xfrm>
              <a:off x="1469134" y="3759961"/>
              <a:ext cx="68146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Spad</a:t>
              </a:r>
              <a:endParaRPr lang="en-US" dirty="0"/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3EF16AC6-C1DB-4531-84A4-2FB46C1F7AC0}"/>
              </a:ext>
            </a:extLst>
          </p:cNvPr>
          <p:cNvSpPr txBox="1"/>
          <p:nvPr/>
        </p:nvSpPr>
        <p:spPr>
          <a:xfrm>
            <a:off x="1451493" y="2107359"/>
            <a:ext cx="1004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Core 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CBA311A-6E9D-4A5F-B2B9-A0BD498BA713}"/>
              </a:ext>
            </a:extLst>
          </p:cNvPr>
          <p:cNvSpPr txBox="1"/>
          <p:nvPr/>
        </p:nvSpPr>
        <p:spPr>
          <a:xfrm>
            <a:off x="3703902" y="2116495"/>
            <a:ext cx="1004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Core 2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1958265-24FA-41F6-9EAB-E34178457B59}"/>
              </a:ext>
            </a:extLst>
          </p:cNvPr>
          <p:cNvSpPr txBox="1"/>
          <p:nvPr/>
        </p:nvSpPr>
        <p:spPr>
          <a:xfrm>
            <a:off x="1458311" y="3357620"/>
            <a:ext cx="1004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Core 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1CA8BF3-97EE-456C-BECD-D0A73F96A8DB}"/>
              </a:ext>
            </a:extLst>
          </p:cNvPr>
          <p:cNvSpPr txBox="1"/>
          <p:nvPr/>
        </p:nvSpPr>
        <p:spPr>
          <a:xfrm>
            <a:off x="3756317" y="3357620"/>
            <a:ext cx="1004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Core 4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D016C0B-F80E-4567-A13C-AD5F555B4C4F}"/>
              </a:ext>
            </a:extLst>
          </p:cNvPr>
          <p:cNvSpPr txBox="1"/>
          <p:nvPr/>
        </p:nvSpPr>
        <p:spPr>
          <a:xfrm>
            <a:off x="7506853" y="2087039"/>
            <a:ext cx="1004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Core 1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BBFD4CD-2062-437C-AB55-7AD99922033D}"/>
              </a:ext>
            </a:extLst>
          </p:cNvPr>
          <p:cNvSpPr txBox="1"/>
          <p:nvPr/>
        </p:nvSpPr>
        <p:spPr>
          <a:xfrm>
            <a:off x="9759262" y="2096175"/>
            <a:ext cx="1004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Core 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37DEF8C-30E8-4640-B7E9-80E3A41F6FD3}"/>
              </a:ext>
            </a:extLst>
          </p:cNvPr>
          <p:cNvSpPr txBox="1"/>
          <p:nvPr/>
        </p:nvSpPr>
        <p:spPr>
          <a:xfrm>
            <a:off x="7503511" y="3347460"/>
            <a:ext cx="1004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Core 3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708E4C6-3358-47F5-A8BB-E787071E1CFA}"/>
              </a:ext>
            </a:extLst>
          </p:cNvPr>
          <p:cNvSpPr txBox="1"/>
          <p:nvPr/>
        </p:nvSpPr>
        <p:spPr>
          <a:xfrm>
            <a:off x="9801517" y="3347460"/>
            <a:ext cx="1004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Core 4</a:t>
            </a: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259853B-74C7-446C-8A99-193AEC40EA88}"/>
              </a:ext>
            </a:extLst>
          </p:cNvPr>
          <p:cNvGrpSpPr/>
          <p:nvPr/>
        </p:nvGrpSpPr>
        <p:grpSpPr>
          <a:xfrm>
            <a:off x="716852" y="2607534"/>
            <a:ext cx="2998469" cy="1568786"/>
            <a:chOff x="716852" y="2607534"/>
            <a:chExt cx="2998469" cy="1568786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677BDBE7-ADBD-4C48-BDFA-6E8701C52FD6}"/>
                </a:ext>
              </a:extLst>
            </p:cNvPr>
            <p:cNvSpPr txBox="1"/>
            <p:nvPr/>
          </p:nvSpPr>
          <p:spPr>
            <a:xfrm>
              <a:off x="3023521" y="2607534"/>
              <a:ext cx="68146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Ctrl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13C34C0-EA37-42D7-8DDB-9377EAF1A32A}"/>
                </a:ext>
              </a:extLst>
            </p:cNvPr>
            <p:cNvSpPr txBox="1"/>
            <p:nvPr/>
          </p:nvSpPr>
          <p:spPr>
            <a:xfrm>
              <a:off x="3033854" y="3799616"/>
              <a:ext cx="68146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Ctrl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144BED7-4514-4D3E-938C-7FB5DBF20A71}"/>
                </a:ext>
              </a:extLst>
            </p:cNvPr>
            <p:cNvSpPr txBox="1"/>
            <p:nvPr/>
          </p:nvSpPr>
          <p:spPr>
            <a:xfrm>
              <a:off x="727539" y="2607534"/>
              <a:ext cx="68146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Ctrl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5034EB4-46B4-4A2D-A0EB-83AB9D14CCC6}"/>
                </a:ext>
              </a:extLst>
            </p:cNvPr>
            <p:cNvSpPr txBox="1"/>
            <p:nvPr/>
          </p:nvSpPr>
          <p:spPr>
            <a:xfrm>
              <a:off x="716852" y="3806988"/>
              <a:ext cx="68146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Ctrl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A19EC7B-BF95-4F2A-AD34-729B7607B804}"/>
              </a:ext>
            </a:extLst>
          </p:cNvPr>
          <p:cNvGrpSpPr/>
          <p:nvPr/>
        </p:nvGrpSpPr>
        <p:grpSpPr>
          <a:xfrm>
            <a:off x="6803048" y="2586898"/>
            <a:ext cx="2998469" cy="1568786"/>
            <a:chOff x="716852" y="2607534"/>
            <a:chExt cx="2998469" cy="1568786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323518F-B93D-42B3-8033-07A3E260DBF0}"/>
                </a:ext>
              </a:extLst>
            </p:cNvPr>
            <p:cNvSpPr txBox="1"/>
            <p:nvPr/>
          </p:nvSpPr>
          <p:spPr>
            <a:xfrm>
              <a:off x="3023521" y="2607534"/>
              <a:ext cx="68146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Ctrl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182B02C-1B4C-4A81-91F8-8511ABB7CB2E}"/>
                </a:ext>
              </a:extLst>
            </p:cNvPr>
            <p:cNvSpPr txBox="1"/>
            <p:nvPr/>
          </p:nvSpPr>
          <p:spPr>
            <a:xfrm>
              <a:off x="3033854" y="3799616"/>
              <a:ext cx="68146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Ctrl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546F9BE7-A44E-46DF-9CD0-FF1536519C2C}"/>
                </a:ext>
              </a:extLst>
            </p:cNvPr>
            <p:cNvSpPr txBox="1"/>
            <p:nvPr/>
          </p:nvSpPr>
          <p:spPr>
            <a:xfrm>
              <a:off x="727539" y="2607534"/>
              <a:ext cx="68146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Ctrl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464A8E91-1A3F-4027-A305-2C73410807D2}"/>
                </a:ext>
              </a:extLst>
            </p:cNvPr>
            <p:cNvSpPr txBox="1"/>
            <p:nvPr/>
          </p:nvSpPr>
          <p:spPr>
            <a:xfrm>
              <a:off x="716852" y="3806988"/>
              <a:ext cx="68146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Ctrl</a:t>
              </a:r>
            </a:p>
          </p:txBody>
        </p:sp>
      </p:grp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36427CD8-0A6B-4AF8-B483-EDB8C3BDE905}"/>
              </a:ext>
            </a:extLst>
          </p:cNvPr>
          <p:cNvCxnSpPr>
            <a:cxnSpLocks/>
          </p:cNvCxnSpPr>
          <p:nvPr/>
        </p:nvCxnSpPr>
        <p:spPr>
          <a:xfrm>
            <a:off x="8285884" y="2766344"/>
            <a:ext cx="1639368" cy="1209894"/>
          </a:xfrm>
          <a:prstGeom prst="straightConnector1">
            <a:avLst/>
          </a:prstGeom>
          <a:ln w="57150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24AECB60-0371-4688-81D9-F73F1C0B46B9}"/>
              </a:ext>
            </a:extLst>
          </p:cNvPr>
          <p:cNvCxnSpPr>
            <a:cxnSpLocks/>
          </p:cNvCxnSpPr>
          <p:nvPr/>
        </p:nvCxnSpPr>
        <p:spPr>
          <a:xfrm>
            <a:off x="2208041" y="3170959"/>
            <a:ext cx="1550459" cy="1018069"/>
          </a:xfrm>
          <a:prstGeom prst="straightConnector1">
            <a:avLst/>
          </a:prstGeom>
          <a:ln w="5715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6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/>
      <p:bldP spid="109" grpId="0"/>
      <p:bldP spid="110" grpId="0"/>
      <p:bldP spid="111" grpId="0"/>
      <p:bldP spid="1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D7929-7908-45FB-898E-C0D7B99E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10" y="-128060"/>
            <a:ext cx="10888290" cy="1325563"/>
          </a:xfrm>
        </p:spPr>
        <p:txBody>
          <a:bodyPr/>
          <a:lstStyle/>
          <a:p>
            <a:r>
              <a:rPr lang="en-US" dirty="0"/>
              <a:t>Multicore Synchronization Primitives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6CAA1-5F1B-4EEB-9BE8-5C27206D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8450E-FDF9-4F41-A28F-AA4259C26FE6}" type="slidenum">
              <a:rPr lang="en-US" smtClean="0"/>
              <a:t>29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F9575-C643-4780-9021-9EB66ACB8BAF}"/>
              </a:ext>
            </a:extLst>
          </p:cNvPr>
          <p:cNvSpPr txBox="1">
            <a:spLocks/>
          </p:cNvSpPr>
          <p:nvPr/>
        </p:nvSpPr>
        <p:spPr>
          <a:xfrm>
            <a:off x="512844" y="4972742"/>
            <a:ext cx="5361115" cy="731659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SS_WAIT_DF(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num_rem_writes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spad_type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)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35A1E0B-0997-4EE7-850F-B46F2548F784}"/>
              </a:ext>
            </a:extLst>
          </p:cNvPr>
          <p:cNvSpPr txBox="1">
            <a:spLocks/>
          </p:cNvSpPr>
          <p:nvPr/>
        </p:nvSpPr>
        <p:spPr>
          <a:xfrm>
            <a:off x="6256710" y="4972743"/>
            <a:ext cx="5168210" cy="469171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SS_GLOBAL_WAIT(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num_threads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)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F2881D-E993-4435-85AD-6A0D80B423B1}"/>
              </a:ext>
            </a:extLst>
          </p:cNvPr>
          <p:cNvSpPr txBox="1"/>
          <p:nvPr/>
        </p:nvSpPr>
        <p:spPr>
          <a:xfrm>
            <a:off x="6096000" y="1320309"/>
            <a:ext cx="46703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B) Global synchronization for </a:t>
            </a:r>
            <a:r>
              <a:rPr lang="en-US" sz="3200" b="1" i="1" dirty="0"/>
              <a:t>all</a:t>
            </a:r>
            <a:r>
              <a:rPr lang="en-US" sz="3200" b="1" dirty="0"/>
              <a:t> tasks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E92BE4-D395-4CD5-94CE-B0AC523040A1}"/>
              </a:ext>
            </a:extLst>
          </p:cNvPr>
          <p:cNvSpPr txBox="1"/>
          <p:nvPr/>
        </p:nvSpPr>
        <p:spPr>
          <a:xfrm>
            <a:off x="459873" y="1451537"/>
            <a:ext cx="46703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A) Barrier until N bytes are written to local </a:t>
            </a:r>
            <a:r>
              <a:rPr lang="en-US" sz="3200" b="1" dirty="0" err="1"/>
              <a:t>spad</a:t>
            </a:r>
            <a:endParaRPr lang="en-US" sz="3200" b="1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126CDFC-0B35-41CD-9B8C-9FAEE283A8AF}"/>
              </a:ext>
            </a:extLst>
          </p:cNvPr>
          <p:cNvGrpSpPr/>
          <p:nvPr/>
        </p:nvGrpSpPr>
        <p:grpSpPr>
          <a:xfrm>
            <a:off x="6391393" y="2453754"/>
            <a:ext cx="4079583" cy="2101895"/>
            <a:chOff x="6391393" y="2112560"/>
            <a:chExt cx="4079583" cy="210189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0069D19-9AB0-48E9-8800-5FA88014DA05}"/>
                </a:ext>
              </a:extLst>
            </p:cNvPr>
            <p:cNvGrpSpPr/>
            <p:nvPr/>
          </p:nvGrpSpPr>
          <p:grpSpPr>
            <a:xfrm>
              <a:off x="6391393" y="2112560"/>
              <a:ext cx="4079583" cy="2101895"/>
              <a:chOff x="508000" y="2529841"/>
              <a:chExt cx="4079583" cy="2101895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02FA4B-4F82-4B67-BC10-0F7A918BC997}"/>
                  </a:ext>
                </a:extLst>
              </p:cNvPr>
              <p:cNvSpPr txBox="1"/>
              <p:nvPr/>
            </p:nvSpPr>
            <p:spPr>
              <a:xfrm>
                <a:off x="508000" y="2529841"/>
                <a:ext cx="1778000" cy="8991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7061A7-DFE4-4932-9F6F-092AD5D31C12}"/>
                  </a:ext>
                </a:extLst>
              </p:cNvPr>
              <p:cNvSpPr txBox="1"/>
              <p:nvPr/>
            </p:nvSpPr>
            <p:spPr>
              <a:xfrm>
                <a:off x="645875" y="2954682"/>
                <a:ext cx="150224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Vector ports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5255040-07C0-424A-AE85-84C954AE7FAB}"/>
                  </a:ext>
                </a:extLst>
              </p:cNvPr>
              <p:cNvSpPr txBox="1"/>
              <p:nvPr/>
            </p:nvSpPr>
            <p:spPr>
              <a:xfrm>
                <a:off x="2809583" y="3732576"/>
                <a:ext cx="1778000" cy="8991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5C6B6F-B1C9-46E4-A260-F31784DE5D08}"/>
                  </a:ext>
                </a:extLst>
              </p:cNvPr>
              <p:cNvSpPr txBox="1"/>
              <p:nvPr/>
            </p:nvSpPr>
            <p:spPr>
              <a:xfrm>
                <a:off x="2947458" y="4157417"/>
                <a:ext cx="150224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Vector ports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7C4C4A8-2D2B-4918-A7D3-44B889498FDE}"/>
                  </a:ext>
                </a:extLst>
              </p:cNvPr>
              <p:cNvSpPr txBox="1"/>
              <p:nvPr/>
            </p:nvSpPr>
            <p:spPr>
              <a:xfrm>
                <a:off x="508000" y="3732576"/>
                <a:ext cx="1778000" cy="8991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6386BDB-7329-469D-AFDA-8E1AC5B970E5}"/>
                  </a:ext>
                </a:extLst>
              </p:cNvPr>
              <p:cNvSpPr txBox="1"/>
              <p:nvPr/>
            </p:nvSpPr>
            <p:spPr>
              <a:xfrm>
                <a:off x="645875" y="4157417"/>
                <a:ext cx="150224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Vector ports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A96607D-C06F-4588-AAEC-7CB7381422E5}"/>
                  </a:ext>
                </a:extLst>
              </p:cNvPr>
              <p:cNvSpPr txBox="1"/>
              <p:nvPr/>
            </p:nvSpPr>
            <p:spPr>
              <a:xfrm>
                <a:off x="2809583" y="2529841"/>
                <a:ext cx="1778000" cy="8991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7092EB-0ADA-4DFB-9C30-7CA68B38081F}"/>
                  </a:ext>
                </a:extLst>
              </p:cNvPr>
              <p:cNvSpPr txBox="1"/>
              <p:nvPr/>
            </p:nvSpPr>
            <p:spPr>
              <a:xfrm>
                <a:off x="2947458" y="2954682"/>
                <a:ext cx="150224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Vector ports</a:t>
                </a: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AA050A6-2B6B-4D87-B9C3-6462B10C29B8}"/>
                  </a:ext>
                </a:extLst>
              </p:cNvPr>
              <p:cNvCxnSpPr>
                <a:stCxn id="14" idx="3"/>
                <a:endCxn id="20" idx="1"/>
              </p:cNvCxnSpPr>
              <p:nvPr/>
            </p:nvCxnSpPr>
            <p:spPr>
              <a:xfrm>
                <a:off x="2286000" y="2979421"/>
                <a:ext cx="523583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14676F5-6ED9-4BF8-83C7-736319B402B0}"/>
                  </a:ext>
                </a:extLst>
              </p:cNvPr>
              <p:cNvCxnSpPr>
                <a:cxnSpLocks/>
                <a:stCxn id="18" idx="3"/>
                <a:endCxn id="16" idx="1"/>
              </p:cNvCxnSpPr>
              <p:nvPr/>
            </p:nvCxnSpPr>
            <p:spPr>
              <a:xfrm>
                <a:off x="2286000" y="4182156"/>
                <a:ext cx="523583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5FE27E4-9DF1-4FD4-9BC6-09752930E761}"/>
                  </a:ext>
                </a:extLst>
              </p:cNvPr>
              <p:cNvCxnSpPr>
                <a:cxnSpLocks/>
                <a:stCxn id="16" idx="0"/>
                <a:endCxn id="20" idx="2"/>
              </p:cNvCxnSpPr>
              <p:nvPr/>
            </p:nvCxnSpPr>
            <p:spPr>
              <a:xfrm flipV="1">
                <a:off x="3698583" y="3429001"/>
                <a:ext cx="0" cy="303575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C673815-D924-4AFD-99E0-AA50F20A332A}"/>
                  </a:ext>
                </a:extLst>
              </p:cNvPr>
              <p:cNvCxnSpPr>
                <a:cxnSpLocks/>
                <a:stCxn id="18" idx="0"/>
                <a:endCxn id="14" idx="2"/>
              </p:cNvCxnSpPr>
              <p:nvPr/>
            </p:nvCxnSpPr>
            <p:spPr>
              <a:xfrm flipV="1">
                <a:off x="1397000" y="3429001"/>
                <a:ext cx="0" cy="303575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FCA5905-4EBF-4E12-BF44-8795F8DDAA31}"/>
                  </a:ext>
                </a:extLst>
              </p:cNvPr>
              <p:cNvSpPr txBox="1"/>
              <p:nvPr/>
            </p:nvSpPr>
            <p:spPr>
              <a:xfrm>
                <a:off x="1452536" y="2550067"/>
                <a:ext cx="681467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Spad</a:t>
                </a:r>
                <a:endParaRPr lang="en-US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2133399-913D-4DB2-9BF0-F72592732487}"/>
                  </a:ext>
                </a:extLst>
              </p:cNvPr>
              <p:cNvSpPr txBox="1"/>
              <p:nvPr/>
            </p:nvSpPr>
            <p:spPr>
              <a:xfrm>
                <a:off x="3744259" y="2559203"/>
                <a:ext cx="681467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Spad</a:t>
                </a:r>
                <a:endParaRPr lang="en-US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BCBB74-C967-45A4-9898-2E08C995E383}"/>
                  </a:ext>
                </a:extLst>
              </p:cNvPr>
              <p:cNvSpPr txBox="1"/>
              <p:nvPr/>
            </p:nvSpPr>
            <p:spPr>
              <a:xfrm>
                <a:off x="3773371" y="3759961"/>
                <a:ext cx="681467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Spad</a:t>
                </a:r>
                <a:endParaRPr lang="en-US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4D4401C-C46A-4AE1-B814-29FE2C9183C6}"/>
                  </a:ext>
                </a:extLst>
              </p:cNvPr>
              <p:cNvSpPr txBox="1"/>
              <p:nvPr/>
            </p:nvSpPr>
            <p:spPr>
              <a:xfrm>
                <a:off x="1469134" y="3759961"/>
                <a:ext cx="681467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Spad</a:t>
                </a:r>
                <a:endParaRPr lang="en-US" dirty="0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4A584FA-BDFF-4C46-9C89-75A4CD73A80A}"/>
                </a:ext>
              </a:extLst>
            </p:cNvPr>
            <p:cNvSpPr txBox="1"/>
            <p:nvPr/>
          </p:nvSpPr>
          <p:spPr>
            <a:xfrm>
              <a:off x="8825745" y="2150428"/>
              <a:ext cx="68146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Ctrl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B7D6D57-6E15-47EA-9A3B-B2BCB4E5ADB2}"/>
                </a:ext>
              </a:extLst>
            </p:cNvPr>
            <p:cNvSpPr txBox="1"/>
            <p:nvPr/>
          </p:nvSpPr>
          <p:spPr>
            <a:xfrm>
              <a:off x="8836078" y="3342510"/>
              <a:ext cx="68146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Ctrl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70AC218-4250-4F8D-A6D6-F83C49BC50A2}"/>
                </a:ext>
              </a:extLst>
            </p:cNvPr>
            <p:cNvSpPr txBox="1"/>
            <p:nvPr/>
          </p:nvSpPr>
          <p:spPr>
            <a:xfrm>
              <a:off x="6529763" y="2150428"/>
              <a:ext cx="68146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Ctrl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03BDEC5-8822-43E0-B316-DC24589C482C}"/>
                </a:ext>
              </a:extLst>
            </p:cNvPr>
            <p:cNvSpPr txBox="1"/>
            <p:nvPr/>
          </p:nvSpPr>
          <p:spPr>
            <a:xfrm>
              <a:off x="6519076" y="3349882"/>
              <a:ext cx="68146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Ctrl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131B0F8-D245-425B-A3C2-970CA207DA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1230" y="2335094"/>
              <a:ext cx="1614515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23D3ECC-CF08-4023-B233-28EE1752B0C9}"/>
                </a:ext>
              </a:extLst>
            </p:cNvPr>
            <p:cNvCxnSpPr>
              <a:cxnSpLocks/>
              <a:stCxn id="33" idx="1"/>
              <a:endCxn id="34" idx="3"/>
            </p:cNvCxnSpPr>
            <p:nvPr/>
          </p:nvCxnSpPr>
          <p:spPr>
            <a:xfrm flipH="1" flipV="1">
              <a:off x="7211230" y="2335094"/>
              <a:ext cx="1624848" cy="1192082"/>
            </a:xfrm>
            <a:prstGeom prst="straightConnector1">
              <a:avLst/>
            </a:prstGeom>
            <a:ln w="571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AD7EF6F-AC8E-4482-BD2B-CDD9495AFB7C}"/>
                </a:ext>
              </a:extLst>
            </p:cNvPr>
            <p:cNvCxnSpPr>
              <a:cxnSpLocks/>
              <a:stCxn id="35" idx="0"/>
              <a:endCxn id="34" idx="3"/>
            </p:cNvCxnSpPr>
            <p:nvPr/>
          </p:nvCxnSpPr>
          <p:spPr>
            <a:xfrm flipV="1">
              <a:off x="6859810" y="2335094"/>
              <a:ext cx="351420" cy="1014788"/>
            </a:xfrm>
            <a:prstGeom prst="straightConnector1">
              <a:avLst/>
            </a:prstGeom>
            <a:ln w="5715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B05D545-6600-41BC-B3D0-F3D8707D375D}"/>
              </a:ext>
            </a:extLst>
          </p:cNvPr>
          <p:cNvGrpSpPr/>
          <p:nvPr/>
        </p:nvGrpSpPr>
        <p:grpSpPr>
          <a:xfrm>
            <a:off x="883809" y="2473980"/>
            <a:ext cx="4079583" cy="2101895"/>
            <a:chOff x="508000" y="2529841"/>
            <a:chExt cx="4079583" cy="2101895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6F3CCBF-5E06-4476-98AB-EBFD28874723}"/>
                </a:ext>
              </a:extLst>
            </p:cNvPr>
            <p:cNvSpPr txBox="1"/>
            <p:nvPr/>
          </p:nvSpPr>
          <p:spPr>
            <a:xfrm>
              <a:off x="508000" y="2529841"/>
              <a:ext cx="1778000" cy="899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BF69518-8261-4671-987B-E5848544CA33}"/>
                </a:ext>
              </a:extLst>
            </p:cNvPr>
            <p:cNvSpPr txBox="1"/>
            <p:nvPr/>
          </p:nvSpPr>
          <p:spPr>
            <a:xfrm>
              <a:off x="645875" y="2954682"/>
              <a:ext cx="150224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Vector ports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F7CB28B-9C9F-44A7-86BA-5A406619E948}"/>
                </a:ext>
              </a:extLst>
            </p:cNvPr>
            <p:cNvSpPr txBox="1"/>
            <p:nvPr/>
          </p:nvSpPr>
          <p:spPr>
            <a:xfrm>
              <a:off x="2809583" y="3732576"/>
              <a:ext cx="1778000" cy="899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4CF491-6EC4-42A1-9734-0451FBFE8D0B}"/>
                </a:ext>
              </a:extLst>
            </p:cNvPr>
            <p:cNvSpPr txBox="1"/>
            <p:nvPr/>
          </p:nvSpPr>
          <p:spPr>
            <a:xfrm>
              <a:off x="2947458" y="4157417"/>
              <a:ext cx="150224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Vector ports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2C7E34F-9F1E-4E3F-B075-9A3DA2FA70F0}"/>
                </a:ext>
              </a:extLst>
            </p:cNvPr>
            <p:cNvSpPr txBox="1"/>
            <p:nvPr/>
          </p:nvSpPr>
          <p:spPr>
            <a:xfrm>
              <a:off x="508000" y="3732576"/>
              <a:ext cx="1778000" cy="899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2FDDA1D-A78A-4C77-A092-5A95E5159DBF}"/>
                </a:ext>
              </a:extLst>
            </p:cNvPr>
            <p:cNvSpPr txBox="1"/>
            <p:nvPr/>
          </p:nvSpPr>
          <p:spPr>
            <a:xfrm>
              <a:off x="645875" y="4157417"/>
              <a:ext cx="150224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Vector ports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BCF2D89-60AA-4346-90AB-D6A9A9210DFB}"/>
                </a:ext>
              </a:extLst>
            </p:cNvPr>
            <p:cNvSpPr txBox="1"/>
            <p:nvPr/>
          </p:nvSpPr>
          <p:spPr>
            <a:xfrm>
              <a:off x="2809583" y="2529841"/>
              <a:ext cx="1778000" cy="899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06764D3-B181-4DD0-8F27-765D4D387E32}"/>
                </a:ext>
              </a:extLst>
            </p:cNvPr>
            <p:cNvSpPr txBox="1"/>
            <p:nvPr/>
          </p:nvSpPr>
          <p:spPr>
            <a:xfrm>
              <a:off x="2947458" y="2954682"/>
              <a:ext cx="1502249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Vector ports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5795777E-40F7-4157-A22B-B68F3EB9FF4A}"/>
                </a:ext>
              </a:extLst>
            </p:cNvPr>
            <p:cNvCxnSpPr>
              <a:stCxn id="56" idx="3"/>
              <a:endCxn id="62" idx="1"/>
            </p:cNvCxnSpPr>
            <p:nvPr/>
          </p:nvCxnSpPr>
          <p:spPr>
            <a:xfrm>
              <a:off x="2286000" y="2979421"/>
              <a:ext cx="523583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64286FC-4F0D-4016-8E64-8874233CED49}"/>
                </a:ext>
              </a:extLst>
            </p:cNvPr>
            <p:cNvCxnSpPr>
              <a:cxnSpLocks/>
              <a:stCxn id="60" idx="3"/>
              <a:endCxn id="58" idx="1"/>
            </p:cNvCxnSpPr>
            <p:nvPr/>
          </p:nvCxnSpPr>
          <p:spPr>
            <a:xfrm>
              <a:off x="2286000" y="4182156"/>
              <a:ext cx="523583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40C4098-CF89-42E8-B0CC-1F2AF07AF721}"/>
                </a:ext>
              </a:extLst>
            </p:cNvPr>
            <p:cNvCxnSpPr>
              <a:cxnSpLocks/>
              <a:stCxn id="58" idx="0"/>
              <a:endCxn id="62" idx="2"/>
            </p:cNvCxnSpPr>
            <p:nvPr/>
          </p:nvCxnSpPr>
          <p:spPr>
            <a:xfrm flipV="1">
              <a:off x="3698583" y="3429001"/>
              <a:ext cx="0" cy="30357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14FCCB3-BA36-4C2A-9AA9-1C91717CCAD1}"/>
                </a:ext>
              </a:extLst>
            </p:cNvPr>
            <p:cNvCxnSpPr>
              <a:cxnSpLocks/>
              <a:stCxn id="60" idx="0"/>
              <a:endCxn id="56" idx="2"/>
            </p:cNvCxnSpPr>
            <p:nvPr/>
          </p:nvCxnSpPr>
          <p:spPr>
            <a:xfrm flipV="1">
              <a:off x="1397000" y="3429001"/>
              <a:ext cx="0" cy="30357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C181C45-B8AB-402D-AA7A-1B76AFFD60C2}"/>
                </a:ext>
              </a:extLst>
            </p:cNvPr>
            <p:cNvSpPr txBox="1"/>
            <p:nvPr/>
          </p:nvSpPr>
          <p:spPr>
            <a:xfrm>
              <a:off x="1452536" y="2550067"/>
              <a:ext cx="68146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Spad</a:t>
              </a:r>
              <a:endParaRPr lang="en-US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F9C08E4-9369-480A-A8C0-D0EB2E47BE78}"/>
                </a:ext>
              </a:extLst>
            </p:cNvPr>
            <p:cNvSpPr txBox="1"/>
            <p:nvPr/>
          </p:nvSpPr>
          <p:spPr>
            <a:xfrm>
              <a:off x="3744259" y="2559203"/>
              <a:ext cx="68146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Spad</a:t>
              </a:r>
              <a:endParaRPr lang="en-US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D2E09DA-D2E5-42AF-9874-AB7AF385874A}"/>
                </a:ext>
              </a:extLst>
            </p:cNvPr>
            <p:cNvSpPr txBox="1"/>
            <p:nvPr/>
          </p:nvSpPr>
          <p:spPr>
            <a:xfrm>
              <a:off x="3773371" y="3759961"/>
              <a:ext cx="68146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Spad</a:t>
              </a:r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8B3B848-0BE6-4D69-AA5F-AF0FFE8CEA16}"/>
                </a:ext>
              </a:extLst>
            </p:cNvPr>
            <p:cNvSpPr txBox="1"/>
            <p:nvPr/>
          </p:nvSpPr>
          <p:spPr>
            <a:xfrm>
              <a:off x="1469134" y="3759961"/>
              <a:ext cx="681467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Spad</a:t>
              </a:r>
              <a:endParaRPr lang="en-US" dirty="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2A56F3FB-D969-40E7-84CE-0A00DF78ECF0}"/>
              </a:ext>
            </a:extLst>
          </p:cNvPr>
          <p:cNvSpPr txBox="1"/>
          <p:nvPr/>
        </p:nvSpPr>
        <p:spPr>
          <a:xfrm>
            <a:off x="3318161" y="2511848"/>
            <a:ext cx="68146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Ctrl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D56E4A-2536-4EDE-8439-8204DABFF277}"/>
              </a:ext>
            </a:extLst>
          </p:cNvPr>
          <p:cNvSpPr txBox="1"/>
          <p:nvPr/>
        </p:nvSpPr>
        <p:spPr>
          <a:xfrm>
            <a:off x="3328494" y="3703930"/>
            <a:ext cx="68146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Ctrl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83ECDC-4F85-40F5-B2A1-AB34CE0D9F0B}"/>
              </a:ext>
            </a:extLst>
          </p:cNvPr>
          <p:cNvSpPr txBox="1"/>
          <p:nvPr/>
        </p:nvSpPr>
        <p:spPr>
          <a:xfrm>
            <a:off x="1022179" y="2511848"/>
            <a:ext cx="68146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Ctrl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9C270E-78DC-4CD0-B28C-1F49A3DA7A88}"/>
              </a:ext>
            </a:extLst>
          </p:cNvPr>
          <p:cNvSpPr txBox="1"/>
          <p:nvPr/>
        </p:nvSpPr>
        <p:spPr>
          <a:xfrm>
            <a:off x="1011492" y="3711302"/>
            <a:ext cx="68146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Ctrl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73937D1-3945-4882-BB55-1FFE49AF79BE}"/>
              </a:ext>
            </a:extLst>
          </p:cNvPr>
          <p:cNvCxnSpPr>
            <a:cxnSpLocks/>
            <a:stCxn id="56" idx="3"/>
          </p:cNvCxnSpPr>
          <p:nvPr/>
        </p:nvCxnSpPr>
        <p:spPr>
          <a:xfrm flipV="1">
            <a:off x="2661809" y="2676288"/>
            <a:ext cx="1507927" cy="247272"/>
          </a:xfrm>
          <a:prstGeom prst="straightConnector1">
            <a:avLst/>
          </a:prstGeom>
          <a:ln w="57150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A6C6910-12DE-427E-AA39-7C871105D05F}"/>
              </a:ext>
            </a:extLst>
          </p:cNvPr>
          <p:cNvSpPr txBox="1"/>
          <p:nvPr/>
        </p:nvSpPr>
        <p:spPr>
          <a:xfrm>
            <a:off x="4966408" y="2573404"/>
            <a:ext cx="1428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2+4+3 = </a:t>
            </a:r>
            <a:r>
              <a:rPr lang="en-US" b="1" dirty="0"/>
              <a:t>9 total writes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7215C99-5661-4BA1-B9DE-198E4DA4E0B8}"/>
              </a:ext>
            </a:extLst>
          </p:cNvPr>
          <p:cNvCxnSpPr>
            <a:cxnSpLocks/>
            <a:endCxn id="69" idx="2"/>
          </p:cNvCxnSpPr>
          <p:nvPr/>
        </p:nvCxnSpPr>
        <p:spPr>
          <a:xfrm flipV="1">
            <a:off x="4133116" y="2872674"/>
            <a:ext cx="327686" cy="783815"/>
          </a:xfrm>
          <a:prstGeom prst="straightConnector1">
            <a:avLst/>
          </a:prstGeom>
          <a:ln w="57150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0818DA48-4695-47A1-97AB-2099C412913A}"/>
              </a:ext>
            </a:extLst>
          </p:cNvPr>
          <p:cNvSpPr txBox="1"/>
          <p:nvPr/>
        </p:nvSpPr>
        <p:spPr>
          <a:xfrm>
            <a:off x="2795058" y="2503342"/>
            <a:ext cx="38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6EBE1CE-43E0-4E61-83ED-144B545837FE}"/>
              </a:ext>
            </a:extLst>
          </p:cNvPr>
          <p:cNvSpPr txBox="1"/>
          <p:nvPr/>
        </p:nvSpPr>
        <p:spPr>
          <a:xfrm>
            <a:off x="4314217" y="3328217"/>
            <a:ext cx="38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04B316C-5915-4FDD-94DD-904F8C7DF035}"/>
              </a:ext>
            </a:extLst>
          </p:cNvPr>
          <p:cNvCxnSpPr>
            <a:cxnSpLocks/>
            <a:stCxn id="60" idx="0"/>
          </p:cNvCxnSpPr>
          <p:nvPr/>
        </p:nvCxnSpPr>
        <p:spPr>
          <a:xfrm flipV="1">
            <a:off x="1772809" y="2838757"/>
            <a:ext cx="2440982" cy="837958"/>
          </a:xfrm>
          <a:prstGeom prst="straightConnector1">
            <a:avLst/>
          </a:prstGeom>
          <a:ln w="57150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842F608-CA2B-4E51-8BBD-CA806D4D752E}"/>
              </a:ext>
            </a:extLst>
          </p:cNvPr>
          <p:cNvSpPr txBox="1"/>
          <p:nvPr/>
        </p:nvSpPr>
        <p:spPr>
          <a:xfrm>
            <a:off x="2662948" y="3327984"/>
            <a:ext cx="38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1282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6F250-7179-42BD-A40E-7DC3672A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Multicore Configurable Data Mapping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BA3847-D95B-410A-A339-D0B0C355175D}"/>
              </a:ext>
            </a:extLst>
          </p:cNvPr>
          <p:cNvSpPr txBox="1">
            <a:spLocks/>
          </p:cNvSpPr>
          <p:nvPr/>
        </p:nvSpPr>
        <p:spPr>
          <a:xfrm>
            <a:off x="422619" y="1785649"/>
            <a:ext cx="10227198" cy="504250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SS_CFG_MEM_MAP(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part_size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active_core_bv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map_type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E9BA86-5703-44AD-A783-D02B0EB0282D}"/>
              </a:ext>
            </a:extLst>
          </p:cNvPr>
          <p:cNvGrpSpPr/>
          <p:nvPr/>
        </p:nvGrpSpPr>
        <p:grpSpPr>
          <a:xfrm>
            <a:off x="5631048" y="2924983"/>
            <a:ext cx="4023591" cy="2667606"/>
            <a:chOff x="4384927" y="3918108"/>
            <a:chExt cx="3815077" cy="245578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BBC1004-80E5-4C93-94FE-436E77B79573}"/>
                </a:ext>
              </a:extLst>
            </p:cNvPr>
            <p:cNvGrpSpPr/>
            <p:nvPr/>
          </p:nvGrpSpPr>
          <p:grpSpPr>
            <a:xfrm>
              <a:off x="4505578" y="4379996"/>
              <a:ext cx="2667002" cy="1993899"/>
              <a:chOff x="2869216" y="4652963"/>
              <a:chExt cx="2667002" cy="1993899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9C1C947A-E1A6-42CE-ABB6-B61E5C42A217}"/>
                  </a:ext>
                </a:extLst>
              </p:cNvPr>
              <p:cNvGrpSpPr/>
              <p:nvPr/>
            </p:nvGrpSpPr>
            <p:grpSpPr>
              <a:xfrm>
                <a:off x="3207962" y="4715931"/>
                <a:ext cx="2023454" cy="1856337"/>
                <a:chOff x="6510946" y="3469812"/>
                <a:chExt cx="2023454" cy="1434525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DCA82A6C-E9C1-4C70-8873-FFA7D193D4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10946" y="3469812"/>
                  <a:ext cx="0" cy="1428116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6709E185-4F12-4480-A051-0B685D5373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32706" y="3764238"/>
                  <a:ext cx="0" cy="1140099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CDF0F461-9C5E-4539-BE20-F3E5EE1341C1}"/>
                    </a:ext>
                  </a:extLst>
                </p:cNvPr>
                <p:cNvCxnSpPr/>
                <p:nvPr/>
              </p:nvCxnSpPr>
              <p:spPr>
                <a:xfrm>
                  <a:off x="8534400" y="3469812"/>
                  <a:ext cx="0" cy="142811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6628D0F-BA81-4C06-AC73-A0D63BD49D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12116" y="4968414"/>
                <a:ext cx="2019300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8C17DAFD-5AB4-46DE-BCCD-B577E83D7F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22252" y="5592513"/>
                <a:ext cx="2000189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29AAB2B-659F-4EE9-A216-ACA39BD175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31228" y="6394137"/>
                <a:ext cx="2000189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5DB8B32-770A-4084-BEF1-96427A0A8255}"/>
                  </a:ext>
                </a:extLst>
              </p:cNvPr>
              <p:cNvSpPr/>
              <p:nvPr/>
            </p:nvSpPr>
            <p:spPr>
              <a:xfrm>
                <a:off x="2869217" y="4706620"/>
                <a:ext cx="653143" cy="5257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DSA Core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2C2DE73-9A06-4F43-8832-CB38E569B2EC}"/>
                  </a:ext>
                </a:extLst>
              </p:cNvPr>
              <p:cNvSpPr/>
              <p:nvPr/>
            </p:nvSpPr>
            <p:spPr>
              <a:xfrm>
                <a:off x="4883075" y="4706620"/>
                <a:ext cx="653143" cy="5257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DSA Core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8E6D3E8-97E7-4745-9686-52A3FF157055}"/>
                  </a:ext>
                </a:extLst>
              </p:cNvPr>
              <p:cNvSpPr/>
              <p:nvPr/>
            </p:nvSpPr>
            <p:spPr>
              <a:xfrm>
                <a:off x="3685646" y="4706620"/>
                <a:ext cx="653143" cy="5257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DSA Core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456AB34-81C5-4459-870D-8CD8DAF8C6E2}"/>
                  </a:ext>
                </a:extLst>
              </p:cNvPr>
              <p:cNvSpPr txBox="1"/>
              <p:nvPr/>
            </p:nvSpPr>
            <p:spPr>
              <a:xfrm>
                <a:off x="4411998" y="4652963"/>
                <a:ext cx="3978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…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25FD72C-02C5-48B6-A178-8C4048D073CE}"/>
                  </a:ext>
                </a:extLst>
              </p:cNvPr>
              <p:cNvSpPr/>
              <p:nvPr/>
            </p:nvSpPr>
            <p:spPr>
              <a:xfrm>
                <a:off x="2869216" y="5339253"/>
                <a:ext cx="653143" cy="5257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DSA Core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F8D0EC5-9B75-44E5-80CC-F5808BFDDB23}"/>
                  </a:ext>
                </a:extLst>
              </p:cNvPr>
              <p:cNvSpPr/>
              <p:nvPr/>
            </p:nvSpPr>
            <p:spPr>
              <a:xfrm>
                <a:off x="4883074" y="5339253"/>
                <a:ext cx="653143" cy="5257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DSA Core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46CB5948-E1AC-47B2-9A02-33FA9AC946F3}"/>
                  </a:ext>
                </a:extLst>
              </p:cNvPr>
              <p:cNvSpPr/>
              <p:nvPr/>
            </p:nvSpPr>
            <p:spPr>
              <a:xfrm>
                <a:off x="3685645" y="5339253"/>
                <a:ext cx="653143" cy="5257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DSA Core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56FA5A4-8B88-4738-9E37-7A9FC0B7E015}"/>
                  </a:ext>
                </a:extLst>
              </p:cNvPr>
              <p:cNvSpPr/>
              <p:nvPr/>
            </p:nvSpPr>
            <p:spPr>
              <a:xfrm>
                <a:off x="2869216" y="6121082"/>
                <a:ext cx="653143" cy="5257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DSA Core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79C332E-C6B3-4FB0-9205-D3800C310C38}"/>
                  </a:ext>
                </a:extLst>
              </p:cNvPr>
              <p:cNvSpPr/>
              <p:nvPr/>
            </p:nvSpPr>
            <p:spPr>
              <a:xfrm>
                <a:off x="4883074" y="6121082"/>
                <a:ext cx="653143" cy="5257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DSA Core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D62EC14-7D1B-48F3-BC81-05EED198C9D6}"/>
                  </a:ext>
                </a:extLst>
              </p:cNvPr>
              <p:cNvSpPr/>
              <p:nvPr/>
            </p:nvSpPr>
            <p:spPr>
              <a:xfrm>
                <a:off x="3685645" y="6121082"/>
                <a:ext cx="653143" cy="5257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DSA Core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633C420-7FC0-4A31-B043-5C1BEB32D584}"/>
                  </a:ext>
                </a:extLst>
              </p:cNvPr>
              <p:cNvSpPr txBox="1"/>
              <p:nvPr/>
            </p:nvSpPr>
            <p:spPr>
              <a:xfrm>
                <a:off x="4412266" y="6085186"/>
                <a:ext cx="3978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…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7AC110B-2842-49C8-9974-72EEB1FE4785}"/>
                  </a:ext>
                </a:extLst>
              </p:cNvPr>
              <p:cNvSpPr txBox="1"/>
              <p:nvPr/>
            </p:nvSpPr>
            <p:spPr>
              <a:xfrm rot="16200000">
                <a:off x="2928551" y="5757844"/>
                <a:ext cx="3978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…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23EBEC9-212C-4CF4-BC06-B5B4C893312E}"/>
                  </a:ext>
                </a:extLst>
              </p:cNvPr>
              <p:cNvSpPr txBox="1"/>
              <p:nvPr/>
            </p:nvSpPr>
            <p:spPr>
              <a:xfrm rot="16200000">
                <a:off x="4951025" y="5757844"/>
                <a:ext cx="3978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…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9DFBEBE-4744-4D4E-A61B-55633D9FDF2E}"/>
                  </a:ext>
                </a:extLst>
              </p:cNvPr>
              <p:cNvSpPr txBox="1"/>
              <p:nvPr/>
            </p:nvSpPr>
            <p:spPr>
              <a:xfrm rot="16200000">
                <a:off x="3747702" y="5772132"/>
                <a:ext cx="3978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…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43DF5DF-101F-4BD9-ABFF-0CDDB39F0C19}"/>
                  </a:ext>
                </a:extLst>
              </p:cNvPr>
              <p:cNvSpPr txBox="1"/>
              <p:nvPr/>
            </p:nvSpPr>
            <p:spPr>
              <a:xfrm>
                <a:off x="4411998" y="5277368"/>
                <a:ext cx="3978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…</a:t>
                </a:r>
              </a:p>
            </p:txBody>
          </p: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175AE22-3B79-4561-944F-A0EABE7E2EB7}"/>
                </a:ext>
              </a:extLst>
            </p:cNvPr>
            <p:cNvSpPr txBox="1"/>
            <p:nvPr/>
          </p:nvSpPr>
          <p:spPr>
            <a:xfrm>
              <a:off x="4384927" y="3918108"/>
              <a:ext cx="3815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Example 2: Subset of cores 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F095734-965C-4C24-8B99-6D6F4FA747AF}"/>
                </a:ext>
              </a:extLst>
            </p:cNvPr>
            <p:cNvSpPr txBox="1"/>
            <p:nvPr/>
          </p:nvSpPr>
          <p:spPr>
            <a:xfrm>
              <a:off x="5329151" y="5066285"/>
              <a:ext cx="682047" cy="54824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D2FD62D-0631-475E-8A37-72129CD47CCD}"/>
                </a:ext>
              </a:extLst>
            </p:cNvPr>
            <p:cNvSpPr txBox="1"/>
            <p:nvPr/>
          </p:nvSpPr>
          <p:spPr>
            <a:xfrm>
              <a:off x="5302079" y="4439886"/>
              <a:ext cx="682047" cy="54824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B15DD4-54DD-4321-AECA-080FA94F96AE}"/>
              </a:ext>
            </a:extLst>
          </p:cNvPr>
          <p:cNvGrpSpPr/>
          <p:nvPr/>
        </p:nvGrpSpPr>
        <p:grpSpPr>
          <a:xfrm>
            <a:off x="1792319" y="2989412"/>
            <a:ext cx="3452802" cy="2539377"/>
            <a:chOff x="7837730" y="3847924"/>
            <a:chExt cx="3452802" cy="2539377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F8A5C53-DA27-497F-907B-1B072BFCCFE0}"/>
                </a:ext>
              </a:extLst>
            </p:cNvPr>
            <p:cNvSpPr txBox="1"/>
            <p:nvPr/>
          </p:nvSpPr>
          <p:spPr>
            <a:xfrm>
              <a:off x="7837730" y="3847924"/>
              <a:ext cx="34528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Example 1: cyclic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C4FDB7C-8E41-4C91-AC0E-A9B2B037A8AB}"/>
                </a:ext>
              </a:extLst>
            </p:cNvPr>
            <p:cNvGrpSpPr/>
            <p:nvPr/>
          </p:nvGrpSpPr>
          <p:grpSpPr>
            <a:xfrm>
              <a:off x="7978069" y="4379996"/>
              <a:ext cx="2721426" cy="2007305"/>
              <a:chOff x="7978069" y="4379996"/>
              <a:chExt cx="2721426" cy="2007305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906793AA-72E8-4216-91E6-88562374C2FD}"/>
                  </a:ext>
                </a:extLst>
              </p:cNvPr>
              <p:cNvGrpSpPr/>
              <p:nvPr/>
            </p:nvGrpSpPr>
            <p:grpSpPr>
              <a:xfrm>
                <a:off x="8001015" y="4379996"/>
                <a:ext cx="2667002" cy="1993899"/>
                <a:chOff x="2869216" y="4652963"/>
                <a:chExt cx="2667002" cy="1993899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19F9BD80-D908-443B-ACDC-D95D4498B8F9}"/>
                    </a:ext>
                  </a:extLst>
                </p:cNvPr>
                <p:cNvGrpSpPr/>
                <p:nvPr/>
              </p:nvGrpSpPr>
              <p:grpSpPr>
                <a:xfrm>
                  <a:off x="3207962" y="4715931"/>
                  <a:ext cx="2023454" cy="1856337"/>
                  <a:chOff x="6510946" y="3469812"/>
                  <a:chExt cx="2023454" cy="1434525"/>
                </a:xfrm>
              </p:grpSpPr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98529F13-8E4F-4D7A-8699-E00853B009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10946" y="3469812"/>
                    <a:ext cx="0" cy="1428116"/>
                  </a:xfrm>
                  <a:prstGeom prst="line">
                    <a:avLst/>
                  </a:prstGeom>
                  <a:ln w="28575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Straight Connector 83">
                    <a:extLst>
                      <a:ext uri="{FF2B5EF4-FFF2-40B4-BE49-F238E27FC236}">
                        <a16:creationId xmlns:a16="http://schemas.microsoft.com/office/drawing/2014/main" id="{3C334E88-52F6-4B12-866A-5152B6DAE9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32706" y="3764238"/>
                    <a:ext cx="0" cy="1140099"/>
                  </a:xfrm>
                  <a:prstGeom prst="line">
                    <a:avLst/>
                  </a:prstGeom>
                  <a:ln w="28575" cap="rnd">
                    <a:solidFill>
                      <a:schemeClr val="tx1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>
                    <a:extLst>
                      <a:ext uri="{FF2B5EF4-FFF2-40B4-BE49-F238E27FC236}">
                        <a16:creationId xmlns:a16="http://schemas.microsoft.com/office/drawing/2014/main" id="{D66A468A-F2EC-4CA5-AF59-9D3622E73B26}"/>
                      </a:ext>
                    </a:extLst>
                  </p:cNvPr>
                  <p:cNvCxnSpPr/>
                  <p:nvPr/>
                </p:nvCxnSpPr>
                <p:spPr>
                  <a:xfrm>
                    <a:off x="8534400" y="3469812"/>
                    <a:ext cx="0" cy="1428116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DE702C18-4FD1-449A-B91F-3AA56229E6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12116" y="4968414"/>
                  <a:ext cx="2019300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D6604418-AA51-4BE9-91F2-5669E437C2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22252" y="5592513"/>
                  <a:ext cx="2000189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35119418-FA99-46C7-BF2C-E4A232C0F7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31228" y="6394137"/>
                  <a:ext cx="2000189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452D7B74-F63E-4E8C-A9C8-946A95C8EFCE}"/>
                    </a:ext>
                  </a:extLst>
                </p:cNvPr>
                <p:cNvSpPr/>
                <p:nvPr/>
              </p:nvSpPr>
              <p:spPr>
                <a:xfrm>
                  <a:off x="2869217" y="4706620"/>
                  <a:ext cx="653143" cy="5257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DSA Core</a:t>
                  </a: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5CCC2D36-AAE5-46A0-BABD-61016004740D}"/>
                    </a:ext>
                  </a:extLst>
                </p:cNvPr>
                <p:cNvSpPr/>
                <p:nvPr/>
              </p:nvSpPr>
              <p:spPr>
                <a:xfrm>
                  <a:off x="4883075" y="4706620"/>
                  <a:ext cx="653143" cy="5257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DSA Core</a:t>
                  </a: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7A949B84-A7AE-44B8-B9CA-DD2A0FB0986A}"/>
                    </a:ext>
                  </a:extLst>
                </p:cNvPr>
                <p:cNvSpPr/>
                <p:nvPr/>
              </p:nvSpPr>
              <p:spPr>
                <a:xfrm>
                  <a:off x="3685646" y="4706620"/>
                  <a:ext cx="653143" cy="5257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DSA Core</a:t>
                  </a: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279FDC3-DD47-4CCC-9B28-B4472D16F280}"/>
                    </a:ext>
                  </a:extLst>
                </p:cNvPr>
                <p:cNvSpPr txBox="1"/>
                <p:nvPr/>
              </p:nvSpPr>
              <p:spPr>
                <a:xfrm>
                  <a:off x="4411998" y="4652963"/>
                  <a:ext cx="39786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C052AF5C-6FF0-43B5-AEC1-AD2BCA56A349}"/>
                    </a:ext>
                  </a:extLst>
                </p:cNvPr>
                <p:cNvSpPr/>
                <p:nvPr/>
              </p:nvSpPr>
              <p:spPr>
                <a:xfrm>
                  <a:off x="2869216" y="5339253"/>
                  <a:ext cx="653143" cy="5257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DSA Core</a:t>
                  </a: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F6880FC2-A286-4ABF-8AD6-C83DBCA0AA7E}"/>
                    </a:ext>
                  </a:extLst>
                </p:cNvPr>
                <p:cNvSpPr/>
                <p:nvPr/>
              </p:nvSpPr>
              <p:spPr>
                <a:xfrm>
                  <a:off x="4883074" y="5339253"/>
                  <a:ext cx="653143" cy="5257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DSA Core</a:t>
                  </a: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57E0559D-53CA-40AE-AD8B-97B8CAF9A669}"/>
                    </a:ext>
                  </a:extLst>
                </p:cNvPr>
                <p:cNvSpPr/>
                <p:nvPr/>
              </p:nvSpPr>
              <p:spPr>
                <a:xfrm>
                  <a:off x="3685645" y="5339253"/>
                  <a:ext cx="653143" cy="5257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DSA Core</a:t>
                  </a: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6536C301-7FD4-4244-B8F8-C4D5E7B3801D}"/>
                    </a:ext>
                  </a:extLst>
                </p:cNvPr>
                <p:cNvSpPr/>
                <p:nvPr/>
              </p:nvSpPr>
              <p:spPr>
                <a:xfrm>
                  <a:off x="2869216" y="6121082"/>
                  <a:ext cx="653143" cy="5257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DSA Core</a:t>
                  </a:r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F0D8996C-1923-4425-927E-020C9B865200}"/>
                    </a:ext>
                  </a:extLst>
                </p:cNvPr>
                <p:cNvSpPr/>
                <p:nvPr/>
              </p:nvSpPr>
              <p:spPr>
                <a:xfrm>
                  <a:off x="4883074" y="6121082"/>
                  <a:ext cx="653143" cy="5257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DSA Core</a:t>
                  </a: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887DE803-A478-4D55-B578-6D5C959BEAE6}"/>
                    </a:ext>
                  </a:extLst>
                </p:cNvPr>
                <p:cNvSpPr/>
                <p:nvPr/>
              </p:nvSpPr>
              <p:spPr>
                <a:xfrm>
                  <a:off x="3685645" y="6121082"/>
                  <a:ext cx="653143" cy="5257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DSA Core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5F5D4D0A-8A1D-46B5-ABC9-31FCBE833608}"/>
                    </a:ext>
                  </a:extLst>
                </p:cNvPr>
                <p:cNvSpPr txBox="1"/>
                <p:nvPr/>
              </p:nvSpPr>
              <p:spPr>
                <a:xfrm>
                  <a:off x="4412266" y="6085186"/>
                  <a:ext cx="39786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A5B7601-054C-454C-8E58-08F6CDB4BDD7}"/>
                    </a:ext>
                  </a:extLst>
                </p:cNvPr>
                <p:cNvSpPr txBox="1"/>
                <p:nvPr/>
              </p:nvSpPr>
              <p:spPr>
                <a:xfrm rot="16200000">
                  <a:off x="2928551" y="5757844"/>
                  <a:ext cx="39786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2D309E13-A891-4433-BB84-E39EB7487D15}"/>
                    </a:ext>
                  </a:extLst>
                </p:cNvPr>
                <p:cNvSpPr txBox="1"/>
                <p:nvPr/>
              </p:nvSpPr>
              <p:spPr>
                <a:xfrm rot="16200000">
                  <a:off x="4951025" y="5757844"/>
                  <a:ext cx="39786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B50BF571-F182-4190-98F2-AA014C4A85B9}"/>
                    </a:ext>
                  </a:extLst>
                </p:cNvPr>
                <p:cNvSpPr txBox="1"/>
                <p:nvPr/>
              </p:nvSpPr>
              <p:spPr>
                <a:xfrm rot="16200000">
                  <a:off x="3747702" y="5772132"/>
                  <a:ext cx="39786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…</a:t>
                  </a: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142C1CE6-792A-4B0F-81DB-EC882D52FE49}"/>
                    </a:ext>
                  </a:extLst>
                </p:cNvPr>
                <p:cNvSpPr txBox="1"/>
                <p:nvPr/>
              </p:nvSpPr>
              <p:spPr>
                <a:xfrm>
                  <a:off x="4411998" y="5277368"/>
                  <a:ext cx="39786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…</a:t>
                  </a:r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010993A-BDE5-4F35-A853-28C0A28A9621}"/>
                  </a:ext>
                </a:extLst>
              </p:cNvPr>
              <p:cNvGrpSpPr/>
              <p:nvPr/>
            </p:nvGrpSpPr>
            <p:grpSpPr>
              <a:xfrm>
                <a:off x="7993134" y="5057524"/>
                <a:ext cx="672561" cy="539168"/>
                <a:chOff x="7981597" y="4455735"/>
                <a:chExt cx="672561" cy="539168"/>
              </a:xfrm>
            </p:grpSpPr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A6607238-718F-4579-85C4-67CF76F20EF6}"/>
                    </a:ext>
                  </a:extLst>
                </p:cNvPr>
                <p:cNvSpPr txBox="1"/>
                <p:nvPr/>
              </p:nvSpPr>
              <p:spPr>
                <a:xfrm>
                  <a:off x="7981597" y="4625571"/>
                  <a:ext cx="653143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6BD4FFC9-D4BC-4488-B314-935D5D019BD0}"/>
                    </a:ext>
                  </a:extLst>
                </p:cNvPr>
                <p:cNvSpPr txBox="1"/>
                <p:nvPr/>
              </p:nvSpPr>
              <p:spPr>
                <a:xfrm>
                  <a:off x="8010219" y="4455735"/>
                  <a:ext cx="643939" cy="23417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BC02E282-23D8-4F1F-B409-5D6A20A6E004}"/>
                  </a:ext>
                </a:extLst>
              </p:cNvPr>
              <p:cNvGrpSpPr/>
              <p:nvPr/>
            </p:nvGrpSpPr>
            <p:grpSpPr>
              <a:xfrm>
                <a:off x="8804460" y="4440902"/>
                <a:ext cx="672561" cy="539168"/>
                <a:chOff x="7981597" y="4455735"/>
                <a:chExt cx="672561" cy="539168"/>
              </a:xfrm>
            </p:grpSpPr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0E1B06BA-B1B5-4393-91B6-4D593EDD44D4}"/>
                    </a:ext>
                  </a:extLst>
                </p:cNvPr>
                <p:cNvSpPr txBox="1"/>
                <p:nvPr/>
              </p:nvSpPr>
              <p:spPr>
                <a:xfrm>
                  <a:off x="7981597" y="4625571"/>
                  <a:ext cx="653143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78545195-79DD-4938-8FD6-422F56D963CD}"/>
                    </a:ext>
                  </a:extLst>
                </p:cNvPr>
                <p:cNvSpPr txBox="1"/>
                <p:nvPr/>
              </p:nvSpPr>
              <p:spPr>
                <a:xfrm>
                  <a:off x="8010219" y="4455735"/>
                  <a:ext cx="643939" cy="23417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EE8DB84E-6529-49DE-81A9-675A892E1053}"/>
                  </a:ext>
                </a:extLst>
              </p:cNvPr>
              <p:cNvGrpSpPr/>
              <p:nvPr/>
            </p:nvGrpSpPr>
            <p:grpSpPr>
              <a:xfrm>
                <a:off x="10026934" y="5819575"/>
                <a:ext cx="672561" cy="539168"/>
                <a:chOff x="7981597" y="4455735"/>
                <a:chExt cx="672561" cy="539168"/>
              </a:xfrm>
            </p:grpSpPr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43066286-BF7D-4D27-B81C-B14BBC7AFD30}"/>
                    </a:ext>
                  </a:extLst>
                </p:cNvPr>
                <p:cNvSpPr txBox="1"/>
                <p:nvPr/>
              </p:nvSpPr>
              <p:spPr>
                <a:xfrm>
                  <a:off x="7981597" y="4625571"/>
                  <a:ext cx="653143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59DD1B20-8900-4E46-84B0-867C02E82970}"/>
                    </a:ext>
                  </a:extLst>
                </p:cNvPr>
                <p:cNvSpPr txBox="1"/>
                <p:nvPr/>
              </p:nvSpPr>
              <p:spPr>
                <a:xfrm>
                  <a:off x="8010219" y="4455735"/>
                  <a:ext cx="643939" cy="23417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200EEF7D-AD8A-4FC5-B1BF-EB71545DD240}"/>
                  </a:ext>
                </a:extLst>
              </p:cNvPr>
              <p:cNvGrpSpPr/>
              <p:nvPr/>
            </p:nvGrpSpPr>
            <p:grpSpPr>
              <a:xfrm>
                <a:off x="9985745" y="5045681"/>
                <a:ext cx="672561" cy="539168"/>
                <a:chOff x="7981597" y="4455735"/>
                <a:chExt cx="672561" cy="539168"/>
              </a:xfrm>
            </p:grpSpPr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1D26491D-9B37-4B13-A02D-9752307FB5A0}"/>
                    </a:ext>
                  </a:extLst>
                </p:cNvPr>
                <p:cNvSpPr txBox="1"/>
                <p:nvPr/>
              </p:nvSpPr>
              <p:spPr>
                <a:xfrm>
                  <a:off x="7981597" y="4625571"/>
                  <a:ext cx="653143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30CA7BEC-839D-405F-A0F9-F691F99E014A}"/>
                    </a:ext>
                  </a:extLst>
                </p:cNvPr>
                <p:cNvSpPr txBox="1"/>
                <p:nvPr/>
              </p:nvSpPr>
              <p:spPr>
                <a:xfrm>
                  <a:off x="8010219" y="4455735"/>
                  <a:ext cx="643939" cy="23417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ED54CF85-CAD8-4803-8C01-8298BE291056}"/>
                  </a:ext>
                </a:extLst>
              </p:cNvPr>
              <p:cNvGrpSpPr/>
              <p:nvPr/>
            </p:nvGrpSpPr>
            <p:grpSpPr>
              <a:xfrm>
                <a:off x="9995455" y="4440902"/>
                <a:ext cx="672561" cy="539168"/>
                <a:chOff x="7981597" y="4455735"/>
                <a:chExt cx="672561" cy="539168"/>
              </a:xfrm>
            </p:grpSpPr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783AE62D-7FE7-441E-8B21-09628C64048E}"/>
                    </a:ext>
                  </a:extLst>
                </p:cNvPr>
                <p:cNvSpPr txBox="1"/>
                <p:nvPr/>
              </p:nvSpPr>
              <p:spPr>
                <a:xfrm>
                  <a:off x="7981597" y="4625571"/>
                  <a:ext cx="653143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CF50F917-1CD0-4F49-BC3E-9A823652DD10}"/>
                    </a:ext>
                  </a:extLst>
                </p:cNvPr>
                <p:cNvSpPr txBox="1"/>
                <p:nvPr/>
              </p:nvSpPr>
              <p:spPr>
                <a:xfrm>
                  <a:off x="8010219" y="4455735"/>
                  <a:ext cx="643939" cy="23417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E615E3E9-CD61-4AF0-9F41-EC24735CEBDA}"/>
                  </a:ext>
                </a:extLst>
              </p:cNvPr>
              <p:cNvGrpSpPr/>
              <p:nvPr/>
            </p:nvGrpSpPr>
            <p:grpSpPr>
              <a:xfrm>
                <a:off x="8001015" y="5848133"/>
                <a:ext cx="672561" cy="539168"/>
                <a:chOff x="7981597" y="4455735"/>
                <a:chExt cx="672561" cy="539168"/>
              </a:xfrm>
            </p:grpSpPr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D4A4C394-4B13-4BF4-9D52-C78FA9C0E882}"/>
                    </a:ext>
                  </a:extLst>
                </p:cNvPr>
                <p:cNvSpPr txBox="1"/>
                <p:nvPr/>
              </p:nvSpPr>
              <p:spPr>
                <a:xfrm>
                  <a:off x="7981597" y="4625571"/>
                  <a:ext cx="653143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70EFA504-0D7F-4346-8D79-7465E5EE8E34}"/>
                    </a:ext>
                  </a:extLst>
                </p:cNvPr>
                <p:cNvSpPr txBox="1"/>
                <p:nvPr/>
              </p:nvSpPr>
              <p:spPr>
                <a:xfrm>
                  <a:off x="8010219" y="4455735"/>
                  <a:ext cx="643939" cy="23417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DD3F3B9F-E35B-4BCB-82B4-679749BBB1D9}"/>
                  </a:ext>
                </a:extLst>
              </p:cNvPr>
              <p:cNvGrpSpPr/>
              <p:nvPr/>
            </p:nvGrpSpPr>
            <p:grpSpPr>
              <a:xfrm>
                <a:off x="8798321" y="5841927"/>
                <a:ext cx="672561" cy="539168"/>
                <a:chOff x="7981597" y="4455735"/>
                <a:chExt cx="672561" cy="539168"/>
              </a:xfrm>
            </p:grpSpPr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F97C0D8D-6A48-4B1B-BE28-59DA34091604}"/>
                    </a:ext>
                  </a:extLst>
                </p:cNvPr>
                <p:cNvSpPr txBox="1"/>
                <p:nvPr/>
              </p:nvSpPr>
              <p:spPr>
                <a:xfrm>
                  <a:off x="7981597" y="4625571"/>
                  <a:ext cx="653143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1210A17C-C30B-48D7-A1A7-1948CFCB4B49}"/>
                    </a:ext>
                  </a:extLst>
                </p:cNvPr>
                <p:cNvSpPr txBox="1"/>
                <p:nvPr/>
              </p:nvSpPr>
              <p:spPr>
                <a:xfrm>
                  <a:off x="8010219" y="4455735"/>
                  <a:ext cx="643939" cy="23417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51DC73D6-1302-440A-B960-F1977CCCE57A}"/>
                  </a:ext>
                </a:extLst>
              </p:cNvPr>
              <p:cNvGrpSpPr/>
              <p:nvPr/>
            </p:nvGrpSpPr>
            <p:grpSpPr>
              <a:xfrm>
                <a:off x="8785042" y="5068562"/>
                <a:ext cx="672561" cy="539168"/>
                <a:chOff x="7981597" y="4455735"/>
                <a:chExt cx="672561" cy="539168"/>
              </a:xfrm>
            </p:grpSpPr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79694C38-AF4D-4F9C-BA9C-177DCE9E1044}"/>
                    </a:ext>
                  </a:extLst>
                </p:cNvPr>
                <p:cNvSpPr txBox="1"/>
                <p:nvPr/>
              </p:nvSpPr>
              <p:spPr>
                <a:xfrm>
                  <a:off x="7981597" y="4625571"/>
                  <a:ext cx="653143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AE9C96E5-7B92-4B10-B788-34969C61987A}"/>
                    </a:ext>
                  </a:extLst>
                </p:cNvPr>
                <p:cNvSpPr txBox="1"/>
                <p:nvPr/>
              </p:nvSpPr>
              <p:spPr>
                <a:xfrm>
                  <a:off x="8010219" y="4455735"/>
                  <a:ext cx="643939" cy="23417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066FFF0F-7F16-4A41-9668-F8E04AF74945}"/>
                  </a:ext>
                </a:extLst>
              </p:cNvPr>
              <p:cNvGrpSpPr/>
              <p:nvPr/>
            </p:nvGrpSpPr>
            <p:grpSpPr>
              <a:xfrm>
                <a:off x="7978069" y="4405854"/>
                <a:ext cx="672561" cy="539168"/>
                <a:chOff x="7981597" y="4455735"/>
                <a:chExt cx="672561" cy="539168"/>
              </a:xfrm>
            </p:grpSpPr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319EB7AE-3B92-4490-8F7A-426907D9BCD4}"/>
                    </a:ext>
                  </a:extLst>
                </p:cNvPr>
                <p:cNvSpPr txBox="1"/>
                <p:nvPr/>
              </p:nvSpPr>
              <p:spPr>
                <a:xfrm>
                  <a:off x="7981597" y="4625571"/>
                  <a:ext cx="653143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E8287D95-3857-4B75-91A6-2643D738F472}"/>
                    </a:ext>
                  </a:extLst>
                </p:cNvPr>
                <p:cNvSpPr txBox="1"/>
                <p:nvPr/>
              </p:nvSpPr>
              <p:spPr>
                <a:xfrm>
                  <a:off x="8010219" y="4455735"/>
                  <a:ext cx="643939" cy="23417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9E308-57A1-4B85-B9F2-CF8B3B0F4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30</a:t>
            </a:fld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4CEE3F2-A197-4559-8C91-E093E783996D}"/>
              </a:ext>
            </a:extLst>
          </p:cNvPr>
          <p:cNvSpPr/>
          <p:nvPr/>
        </p:nvSpPr>
        <p:spPr>
          <a:xfrm>
            <a:off x="1769055" y="3554327"/>
            <a:ext cx="140338" cy="31545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2B096-38E1-4615-979C-9CE2E5CFE48D}"/>
              </a:ext>
            </a:extLst>
          </p:cNvPr>
          <p:cNvSpPr txBox="1"/>
          <p:nvPr/>
        </p:nvSpPr>
        <p:spPr>
          <a:xfrm>
            <a:off x="405501" y="3493094"/>
            <a:ext cx="1324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Part_size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888E71-39FD-4889-8BB6-3854D33B20EC}"/>
              </a:ext>
            </a:extLst>
          </p:cNvPr>
          <p:cNvSpPr txBox="1"/>
          <p:nvPr/>
        </p:nvSpPr>
        <p:spPr>
          <a:xfrm>
            <a:off x="1792319" y="5842660"/>
            <a:ext cx="3052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Active_core_bv</a:t>
            </a:r>
            <a:r>
              <a:rPr lang="en-US" sz="2400" dirty="0"/>
              <a:t> = “1111…”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9809C61-823E-4458-9330-279AF9D8A34C}"/>
              </a:ext>
            </a:extLst>
          </p:cNvPr>
          <p:cNvSpPr txBox="1"/>
          <p:nvPr/>
        </p:nvSpPr>
        <p:spPr>
          <a:xfrm>
            <a:off x="5730489" y="5792517"/>
            <a:ext cx="3052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Active_core_bv</a:t>
            </a:r>
            <a:r>
              <a:rPr lang="en-US" sz="2400" dirty="0"/>
              <a:t> = “001100…”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3372F-81DB-4785-AE84-56580EBA7224}"/>
              </a:ext>
            </a:extLst>
          </p:cNvPr>
          <p:cNvSpPr txBox="1"/>
          <p:nvPr/>
        </p:nvSpPr>
        <p:spPr>
          <a:xfrm>
            <a:off x="9025247" y="3505002"/>
            <a:ext cx="2761251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Currently, </a:t>
            </a:r>
            <a:r>
              <a:rPr lang="en-US" sz="2400" i="1" dirty="0" err="1"/>
              <a:t>map_type</a:t>
            </a:r>
            <a:r>
              <a:rPr lang="en-US" sz="2400" dirty="0"/>
              <a:t> is default </a:t>
            </a:r>
            <a:r>
              <a:rPr lang="en-US" sz="2400" dirty="0">
                <a:solidFill>
                  <a:srgbClr val="FF0000"/>
                </a:solidFill>
              </a:rPr>
              <a:t>cyclic </a:t>
            </a:r>
            <a:r>
              <a:rPr lang="en-US" sz="2400" dirty="0"/>
              <a:t>but we would like to study </a:t>
            </a:r>
            <a:r>
              <a:rPr lang="en-US" sz="2400" dirty="0">
                <a:solidFill>
                  <a:srgbClr val="FF0000"/>
                </a:solidFill>
              </a:rPr>
              <a:t>replication.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9386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B9BAFC-F8FF-4B09-84BF-7BDF48DB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33314" cy="1325563"/>
          </a:xfrm>
        </p:spPr>
        <p:txBody>
          <a:bodyPr/>
          <a:lstStyle/>
          <a:p>
            <a:r>
              <a:rPr lang="en-US" dirty="0"/>
              <a:t>Example </a:t>
            </a:r>
            <a:r>
              <a:rPr lang="en-US"/>
              <a:t>4</a:t>
            </a:r>
            <a:r>
              <a:rPr lang="en-US" dirty="0"/>
              <a:t>: </a:t>
            </a:r>
            <a:r>
              <a:rPr lang="en-US" err="1"/>
              <a:t>SpMSpV</a:t>
            </a:r>
            <a:r>
              <a:rPr lang="en-US" dirty="0"/>
              <a:t> multicore implementation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3C09BA45-B9A5-49E6-89C5-FC01779CE7AD}"/>
              </a:ext>
            </a:extLst>
          </p:cNvPr>
          <p:cNvSpPr txBox="1">
            <a:spLocks/>
          </p:cNvSpPr>
          <p:nvPr/>
        </p:nvSpPr>
        <p:spPr>
          <a:xfrm>
            <a:off x="119664" y="1513414"/>
            <a:ext cx="7891042" cy="4687361"/>
          </a:xfrm>
          <a:prstGeom prst="rect">
            <a:avLst/>
          </a:prstGeom>
          <a:ln w="6350">
            <a:solidFill>
              <a:sysClr val="windowText" lastClr="00000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onsolas"/>
              </a:rPr>
              <a:t>// manual/</a:t>
            </a:r>
            <a:r>
              <a:rPr lang="en-US" sz="2200" dirty="0">
                <a:solidFill>
                  <a:srgbClr val="70AD47"/>
                </a:solidFill>
                <a:latin typeface="Consolas"/>
              </a:rPr>
              <a:t>07_spmv_multicore/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onsolas"/>
              </a:rPr>
              <a:t>main.cc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if(</a:t>
            </a:r>
            <a:r>
              <a:rPr lang="en-US" sz="2200" dirty="0" err="1">
                <a:latin typeface="Consolas" panose="020B0609020204030204" pitchFamily="49" charset="0"/>
              </a:rPr>
              <a:t>tid</a:t>
            </a:r>
            <a:r>
              <a:rPr lang="en-US" sz="2200" dirty="0">
                <a:latin typeface="Consolas" panose="020B0609020204030204" pitchFamily="49" charset="0"/>
              </a:rPr>
              <a:t>==0) {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  SS_DMA_READ(&amp;</a:t>
            </a:r>
            <a:r>
              <a:rPr lang="en-US" sz="2200" dirty="0" err="1">
                <a:latin typeface="Consolas" panose="020B0609020204030204" pitchFamily="49" charset="0"/>
              </a:rPr>
              <a:t>indA</a:t>
            </a:r>
            <a:r>
              <a:rPr lang="en-US" sz="2200" dirty="0">
                <a:latin typeface="Consolas" panose="020B0609020204030204" pitchFamily="49" charset="0"/>
              </a:rPr>
              <a:t>[0], 0, an, 1, P_IND_1);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  uint64_t </a:t>
            </a:r>
            <a:r>
              <a:rPr lang="en-US" sz="2200" dirty="0" err="1">
                <a:latin typeface="Consolas" panose="020B0609020204030204" pitchFamily="49" charset="0"/>
              </a:rPr>
              <a:t>bdcast_mask</a:t>
            </a:r>
            <a:r>
              <a:rPr lang="en-US" sz="2200" dirty="0">
                <a:latin typeface="Consolas" panose="020B0609020204030204" pitchFamily="49" charset="0"/>
              </a:rPr>
              <a:t>=pow(2,num_cores)-1;  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  </a:t>
            </a:r>
            <a:r>
              <a:rPr lang="en-US" sz="2200" dirty="0">
                <a:highlight>
                  <a:srgbClr val="FFFF00"/>
                </a:highlight>
                <a:latin typeface="Consolas" panose="020B0609020204030204" pitchFamily="49" charset="0"/>
              </a:rPr>
              <a:t>SS_REM_PORT(P_IND_1, an*8, </a:t>
            </a:r>
            <a:r>
              <a:rPr lang="en-US" sz="2200" dirty="0" err="1">
                <a:highlight>
                  <a:srgbClr val="FFFF00"/>
                </a:highlight>
                <a:latin typeface="Consolas" panose="020B0609020204030204" pitchFamily="49" charset="0"/>
              </a:rPr>
              <a:t>bdcast_mask</a:t>
            </a:r>
            <a:r>
              <a:rPr lang="en-US" sz="22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2200" dirty="0" err="1">
                <a:highlight>
                  <a:srgbClr val="FFFF00"/>
                </a:highlight>
                <a:latin typeface="Consolas" panose="020B0609020204030204" pitchFamily="49" charset="0"/>
              </a:rPr>
              <a:t>P_dotp_indA</a:t>
            </a:r>
            <a:r>
              <a:rPr lang="en-US" sz="22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200" dirty="0" err="1">
                <a:latin typeface="Consolas" panose="020B0609020204030204" pitchFamily="49" charset="0"/>
              </a:rPr>
              <a:t>dotp_impl</a:t>
            </a:r>
            <a:r>
              <a:rPr lang="en-US" sz="2200" dirty="0">
                <a:latin typeface="Consolas" panose="020B0609020204030204" pitchFamily="49" charset="0"/>
              </a:rPr>
              <a:t>(); // no need to load vector here</a:t>
            </a:r>
          </a:p>
          <a:p>
            <a:pPr marL="0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SS_GLOBAL_WAIT(16);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6E7DA1F-9ACC-4C06-B0EA-1958A60B14DD}"/>
              </a:ext>
            </a:extLst>
          </p:cNvPr>
          <p:cNvGrpSpPr/>
          <p:nvPr/>
        </p:nvGrpSpPr>
        <p:grpSpPr>
          <a:xfrm>
            <a:off x="8722411" y="2950264"/>
            <a:ext cx="2023454" cy="1856337"/>
            <a:chOff x="6510946" y="3469812"/>
            <a:chExt cx="2023454" cy="1434525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52164F6-AAC9-4239-A634-C94655F2F898}"/>
                </a:ext>
              </a:extLst>
            </p:cNvPr>
            <p:cNvCxnSpPr>
              <a:cxnSpLocks/>
            </p:cNvCxnSpPr>
            <p:nvPr/>
          </p:nvCxnSpPr>
          <p:spPr>
            <a:xfrm>
              <a:off x="6510946" y="3469812"/>
              <a:ext cx="0" cy="1428116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3C00BC1-B49A-4317-9F27-8F62DB29CED1}"/>
                </a:ext>
              </a:extLst>
            </p:cNvPr>
            <p:cNvCxnSpPr>
              <a:cxnSpLocks/>
            </p:cNvCxnSpPr>
            <p:nvPr/>
          </p:nvCxnSpPr>
          <p:spPr>
            <a:xfrm>
              <a:off x="7332706" y="3764238"/>
              <a:ext cx="0" cy="1140099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9397AC2-0FFF-4BBF-998A-BE3BD00C8FA2}"/>
                </a:ext>
              </a:extLst>
            </p:cNvPr>
            <p:cNvCxnSpPr/>
            <p:nvPr/>
          </p:nvCxnSpPr>
          <p:spPr>
            <a:xfrm>
              <a:off x="8534400" y="3469812"/>
              <a:ext cx="0" cy="14281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3FB406C-172D-47E6-9366-F990E6913C76}"/>
              </a:ext>
            </a:extLst>
          </p:cNvPr>
          <p:cNvCxnSpPr>
            <a:cxnSpLocks/>
          </p:cNvCxnSpPr>
          <p:nvPr/>
        </p:nvCxnSpPr>
        <p:spPr>
          <a:xfrm flipH="1">
            <a:off x="8726565" y="3372077"/>
            <a:ext cx="2019300" cy="0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B13F325-DCBB-45BC-A4FF-0256DEE19B5E}"/>
              </a:ext>
            </a:extLst>
          </p:cNvPr>
          <p:cNvCxnSpPr>
            <a:cxnSpLocks/>
          </p:cNvCxnSpPr>
          <p:nvPr/>
        </p:nvCxnSpPr>
        <p:spPr>
          <a:xfrm flipH="1">
            <a:off x="8736701" y="3996176"/>
            <a:ext cx="2000189" cy="0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F5CACF4-BC86-48F3-B913-B5E825404C4C}"/>
              </a:ext>
            </a:extLst>
          </p:cNvPr>
          <p:cNvCxnSpPr>
            <a:cxnSpLocks/>
          </p:cNvCxnSpPr>
          <p:nvPr/>
        </p:nvCxnSpPr>
        <p:spPr>
          <a:xfrm flipH="1">
            <a:off x="8745677" y="4797800"/>
            <a:ext cx="2000189" cy="0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3AAC673-2C1B-4749-AA78-7BF49A830281}"/>
              </a:ext>
            </a:extLst>
          </p:cNvPr>
          <p:cNvCxnSpPr/>
          <p:nvPr/>
        </p:nvCxnSpPr>
        <p:spPr>
          <a:xfrm>
            <a:off x="8764665" y="2493063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5D79BEB-1930-4EF5-BAE6-789A499FDE19}"/>
              </a:ext>
            </a:extLst>
          </p:cNvPr>
          <p:cNvCxnSpPr/>
          <p:nvPr/>
        </p:nvCxnSpPr>
        <p:spPr>
          <a:xfrm>
            <a:off x="9036808" y="2493063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8FF79CB-EADA-4BA4-8ABC-D7972866D442}"/>
              </a:ext>
            </a:extLst>
          </p:cNvPr>
          <p:cNvCxnSpPr/>
          <p:nvPr/>
        </p:nvCxnSpPr>
        <p:spPr>
          <a:xfrm>
            <a:off x="9308951" y="2493063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10E243E-1748-4F70-8E68-F66776441C24}"/>
              </a:ext>
            </a:extLst>
          </p:cNvPr>
          <p:cNvCxnSpPr/>
          <p:nvPr/>
        </p:nvCxnSpPr>
        <p:spPr>
          <a:xfrm>
            <a:off x="9581094" y="2493063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08A2140-9A82-4022-9140-534DFDCA6AA9}"/>
              </a:ext>
            </a:extLst>
          </p:cNvPr>
          <p:cNvCxnSpPr/>
          <p:nvPr/>
        </p:nvCxnSpPr>
        <p:spPr>
          <a:xfrm>
            <a:off x="9853237" y="2493063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550D32A-045F-496E-85AF-5CA90812F2DB}"/>
              </a:ext>
            </a:extLst>
          </p:cNvPr>
          <p:cNvCxnSpPr/>
          <p:nvPr/>
        </p:nvCxnSpPr>
        <p:spPr>
          <a:xfrm>
            <a:off x="10125380" y="2493063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1EB4C56-53B1-4788-939B-6960979D4D2A}"/>
              </a:ext>
            </a:extLst>
          </p:cNvPr>
          <p:cNvCxnSpPr/>
          <p:nvPr/>
        </p:nvCxnSpPr>
        <p:spPr>
          <a:xfrm>
            <a:off x="10397523" y="2493063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B9D0ECC-AFF7-4DF0-93B9-DAA8C0B58ADF}"/>
              </a:ext>
            </a:extLst>
          </p:cNvPr>
          <p:cNvCxnSpPr/>
          <p:nvPr/>
        </p:nvCxnSpPr>
        <p:spPr>
          <a:xfrm>
            <a:off x="10669665" y="2493063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0508CFE-B3EA-4A5C-A6A2-5A879E8CD899}"/>
              </a:ext>
            </a:extLst>
          </p:cNvPr>
          <p:cNvSpPr/>
          <p:nvPr/>
        </p:nvSpPr>
        <p:spPr>
          <a:xfrm>
            <a:off x="8383665" y="2112063"/>
            <a:ext cx="26670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 Memory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5063685-0FE3-4BE8-BF25-D0C3FD54C156}"/>
              </a:ext>
            </a:extLst>
          </p:cNvPr>
          <p:cNvSpPr/>
          <p:nvPr/>
        </p:nvSpPr>
        <p:spPr>
          <a:xfrm>
            <a:off x="8383665" y="2645463"/>
            <a:ext cx="2667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Global Stream Engine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ECCA386-BFA9-446F-B9B2-C8FBE8510C4E}"/>
              </a:ext>
            </a:extLst>
          </p:cNvPr>
          <p:cNvSpPr/>
          <p:nvPr/>
        </p:nvSpPr>
        <p:spPr>
          <a:xfrm>
            <a:off x="8383666" y="3110283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DSA Core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F1375BA-DCBB-4541-A005-28C974458AD3}"/>
              </a:ext>
            </a:extLst>
          </p:cNvPr>
          <p:cNvSpPr/>
          <p:nvPr/>
        </p:nvSpPr>
        <p:spPr>
          <a:xfrm>
            <a:off x="10397524" y="3110283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DSA Core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B9C2AA7-20FB-4083-9C29-AF137B302409}"/>
              </a:ext>
            </a:extLst>
          </p:cNvPr>
          <p:cNvSpPr/>
          <p:nvPr/>
        </p:nvSpPr>
        <p:spPr>
          <a:xfrm>
            <a:off x="9200095" y="3110283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DSA Core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85B8659-D0E5-48D7-9F66-7B95DEE4270B}"/>
              </a:ext>
            </a:extLst>
          </p:cNvPr>
          <p:cNvSpPr txBox="1"/>
          <p:nvPr/>
        </p:nvSpPr>
        <p:spPr>
          <a:xfrm>
            <a:off x="9926447" y="3056626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4F89C5D-512E-4946-9733-E0EE4C7F37AF}"/>
              </a:ext>
            </a:extLst>
          </p:cNvPr>
          <p:cNvSpPr/>
          <p:nvPr/>
        </p:nvSpPr>
        <p:spPr>
          <a:xfrm>
            <a:off x="8383665" y="3742916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DSA Core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E680E6C-2678-49D2-846A-97A7233376F8}"/>
              </a:ext>
            </a:extLst>
          </p:cNvPr>
          <p:cNvSpPr/>
          <p:nvPr/>
        </p:nvSpPr>
        <p:spPr>
          <a:xfrm>
            <a:off x="10397523" y="3742916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DSA Core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7A80188-0AC7-493B-AC12-237BAA59B408}"/>
              </a:ext>
            </a:extLst>
          </p:cNvPr>
          <p:cNvSpPr/>
          <p:nvPr/>
        </p:nvSpPr>
        <p:spPr>
          <a:xfrm>
            <a:off x="9200094" y="3742916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DSA Core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D88A955-C77D-4D6B-96E6-3281794B05F4}"/>
              </a:ext>
            </a:extLst>
          </p:cNvPr>
          <p:cNvSpPr/>
          <p:nvPr/>
        </p:nvSpPr>
        <p:spPr>
          <a:xfrm>
            <a:off x="8383665" y="4524745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DSA Core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CFDB7DD-7FBC-4CEA-ACC3-2467FBF46800}"/>
              </a:ext>
            </a:extLst>
          </p:cNvPr>
          <p:cNvSpPr/>
          <p:nvPr/>
        </p:nvSpPr>
        <p:spPr>
          <a:xfrm>
            <a:off x="10397523" y="4524745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DSA Core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10DA6C1-FCDA-441F-A224-8022EBE1461B}"/>
              </a:ext>
            </a:extLst>
          </p:cNvPr>
          <p:cNvSpPr/>
          <p:nvPr/>
        </p:nvSpPr>
        <p:spPr>
          <a:xfrm>
            <a:off x="9200094" y="4524745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DSA Core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1FDF24A-33F6-429A-AF3C-1DD3677B6F3A}"/>
              </a:ext>
            </a:extLst>
          </p:cNvPr>
          <p:cNvSpPr txBox="1"/>
          <p:nvPr/>
        </p:nvSpPr>
        <p:spPr>
          <a:xfrm>
            <a:off x="9926715" y="4488849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3305A8-E435-4BC8-92F4-B5F0A47F36A4}"/>
              </a:ext>
            </a:extLst>
          </p:cNvPr>
          <p:cNvSpPr txBox="1"/>
          <p:nvPr/>
        </p:nvSpPr>
        <p:spPr>
          <a:xfrm rot="16200000">
            <a:off x="8443000" y="416150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089FE71-35CB-46CD-964E-090BAB7C8794}"/>
              </a:ext>
            </a:extLst>
          </p:cNvPr>
          <p:cNvSpPr txBox="1"/>
          <p:nvPr/>
        </p:nvSpPr>
        <p:spPr>
          <a:xfrm rot="16200000">
            <a:off x="10465474" y="416150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1AA8B72-6519-48BA-BBB4-9366F06AE895}"/>
              </a:ext>
            </a:extLst>
          </p:cNvPr>
          <p:cNvSpPr txBox="1"/>
          <p:nvPr/>
        </p:nvSpPr>
        <p:spPr>
          <a:xfrm rot="16200000">
            <a:off x="9262151" y="4175795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75A779D-68C7-43B1-B65A-8AC77A5B6283}"/>
              </a:ext>
            </a:extLst>
          </p:cNvPr>
          <p:cNvSpPr txBox="1"/>
          <p:nvPr/>
        </p:nvSpPr>
        <p:spPr>
          <a:xfrm>
            <a:off x="9926447" y="3681031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3E23549-3B81-4351-81E7-61149126FE70}"/>
              </a:ext>
            </a:extLst>
          </p:cNvPr>
          <p:cNvGrpSpPr/>
          <p:nvPr/>
        </p:nvGrpSpPr>
        <p:grpSpPr>
          <a:xfrm>
            <a:off x="8421585" y="2210489"/>
            <a:ext cx="2029809" cy="2555875"/>
            <a:chOff x="266519" y="2079625"/>
            <a:chExt cx="2029809" cy="2555875"/>
          </a:xfrm>
        </p:grpSpPr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257DFDD9-B5E5-414F-99D3-5E3C1BB1A30C}"/>
                </a:ext>
              </a:extLst>
            </p:cNvPr>
            <p:cNvCxnSpPr>
              <a:cxnSpLocks/>
            </p:cNvCxnSpPr>
            <p:nvPr/>
          </p:nvCxnSpPr>
          <p:spPr>
            <a:xfrm>
              <a:off x="287806" y="2079625"/>
              <a:ext cx="0" cy="2555875"/>
            </a:xfrm>
            <a:prstGeom prst="straightConnector1">
              <a:avLst/>
            </a:prstGeom>
            <a:ln w="4762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FD120BA-4525-41CA-B896-F30D461673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519" y="3184790"/>
              <a:ext cx="2029809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D348C01A-84C5-4CDE-919F-FCE83764E1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519" y="3826601"/>
              <a:ext cx="2029809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9BDECE47-D815-45A6-8B7A-FA69BDB8F6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519" y="4629876"/>
              <a:ext cx="2029809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DF7DFA2-628F-41C4-8943-5E2901BE2CC9}"/>
              </a:ext>
            </a:extLst>
          </p:cNvPr>
          <p:cNvGrpSpPr/>
          <p:nvPr/>
        </p:nvGrpSpPr>
        <p:grpSpPr>
          <a:xfrm>
            <a:off x="8719993" y="3303617"/>
            <a:ext cx="1722530" cy="1296852"/>
            <a:chOff x="573422" y="3173840"/>
            <a:chExt cx="1722530" cy="1296852"/>
          </a:xfrm>
        </p:grpSpPr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6A69F560-D417-45D2-B583-F6F9F22D7D84}"/>
                </a:ext>
              </a:extLst>
            </p:cNvPr>
            <p:cNvCxnSpPr>
              <a:cxnSpLocks/>
            </p:cNvCxnSpPr>
            <p:nvPr/>
          </p:nvCxnSpPr>
          <p:spPr>
            <a:xfrm>
              <a:off x="1448391" y="3186286"/>
              <a:ext cx="847561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9A394105-D0F4-475B-8D86-8B4EA6ACD7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47800" y="3173840"/>
              <a:ext cx="1" cy="646256"/>
            </a:xfrm>
            <a:prstGeom prst="straightConnector1">
              <a:avLst/>
            </a:prstGeom>
            <a:ln w="4762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5D648F8F-3B5D-451B-AE00-A54B475DDE0F}"/>
                </a:ext>
              </a:extLst>
            </p:cNvPr>
            <p:cNvCxnSpPr>
              <a:cxnSpLocks/>
            </p:cNvCxnSpPr>
            <p:nvPr/>
          </p:nvCxnSpPr>
          <p:spPr>
            <a:xfrm>
              <a:off x="573422" y="4451768"/>
              <a:ext cx="847561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FA86473D-734F-4B44-977A-6B9D0FED7AA7}"/>
                </a:ext>
              </a:extLst>
            </p:cNvPr>
            <p:cNvCxnSpPr>
              <a:cxnSpLocks/>
            </p:cNvCxnSpPr>
            <p:nvPr/>
          </p:nvCxnSpPr>
          <p:spPr>
            <a:xfrm>
              <a:off x="574118" y="4061736"/>
              <a:ext cx="0" cy="408956"/>
            </a:xfrm>
            <a:prstGeom prst="straightConnector1">
              <a:avLst/>
            </a:prstGeom>
            <a:ln w="4762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46924CC-8F2D-4A07-BCC3-9DF964EB1D8D}"/>
              </a:ext>
            </a:extLst>
          </p:cNvPr>
          <p:cNvSpPr txBox="1"/>
          <p:nvPr/>
        </p:nvSpPr>
        <p:spPr>
          <a:xfrm>
            <a:off x="4256314" y="4950513"/>
            <a:ext cx="3731648" cy="1569660"/>
          </a:xfrm>
          <a:prstGeom prst="rect">
            <a:avLst/>
          </a:prstGeom>
          <a:solidFill>
            <a:schemeClr val="bg1"/>
          </a:solidFill>
          <a:ln w="635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/>
              <a:t>Read at core 1 (</a:t>
            </a:r>
            <a:r>
              <a:rPr lang="en-US" sz="3200" dirty="0" err="1"/>
              <a:t>ie</a:t>
            </a:r>
            <a:r>
              <a:rPr lang="en-US" sz="3200" dirty="0"/>
              <a:t>. </a:t>
            </a:r>
            <a:r>
              <a:rPr lang="en-US" sz="3200" dirty="0" err="1"/>
              <a:t>tid</a:t>
            </a:r>
            <a:r>
              <a:rPr lang="en-US" sz="3200" dirty="0"/>
              <a:t>=0) and broadcast to all cores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FE8E2A-7D1C-4DD1-B4A4-96D98F32B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9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B041-C746-4CBA-872E-594765AA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Results with Basic </a:t>
            </a:r>
            <a:r>
              <a:rPr lang="en-US" err="1">
                <a:ea typeface="+mj-lt"/>
                <a:cs typeface="+mj-lt"/>
              </a:rPr>
              <a:t>pthread</a:t>
            </a:r>
            <a:r>
              <a:rPr lang="en-US">
                <a:ea typeface="+mj-lt"/>
                <a:cs typeface="+mj-lt"/>
              </a:rPr>
              <a:t> Support (</a:t>
            </a:r>
            <a:r>
              <a:rPr lang="en-US" err="1">
                <a:ea typeface="+mj-lt"/>
                <a:cs typeface="+mj-lt"/>
              </a:rPr>
              <a:t>num_threads</a:t>
            </a:r>
            <a:r>
              <a:rPr lang="en-US">
                <a:ea typeface="+mj-lt"/>
                <a:cs typeface="+mj-lt"/>
              </a:rPr>
              <a:t>=4 density=0.1 N=8192)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2E7852-869F-4708-B778-409CCE72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32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3607B2-B0F2-4DBB-A3FD-48A34EC7A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9398"/>
          </a:xfr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ea typeface="+mn-lt"/>
                <a:cs typeface="+mn-lt"/>
              </a:rPr>
              <a:t>*** ROI STATISTICS for CORE ID: 1 ***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ea typeface="+mn-lt"/>
                <a:cs typeface="+mn-lt"/>
              </a:rPr>
              <a:t>Cycles: 7312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ea typeface="+mn-lt"/>
                <a:cs typeface="+mn-lt"/>
              </a:rPr>
              <a:t>GRA Instances: 647 -- Activity Ratio: 0.4546, DFGs / Cycle: 0.08848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ea typeface="+mn-lt"/>
                <a:cs typeface="+mn-lt"/>
              </a:rPr>
              <a:t>Mapped DFG utilization: 0.25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ea typeface="+mn-lt"/>
                <a:cs typeface="+mn-lt"/>
              </a:rPr>
              <a:t>*** ROI STATISTICS for CORE ID: 2 ***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ea typeface="+mn-lt"/>
                <a:cs typeface="+mn-lt"/>
              </a:rPr>
              <a:t>Cycles: 7328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ea typeface="+mn-lt"/>
                <a:cs typeface="+mn-lt"/>
              </a:rPr>
              <a:t>CGRA Instances: 661 -- Activity Ratio: 0.4615, DFGs / Cycle: 0.0902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ea typeface="+mn-lt"/>
                <a:cs typeface="+mn-lt"/>
              </a:rPr>
              <a:t>Mapped DFG utilization: 0.2493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ea typeface="+mn-lt"/>
                <a:cs typeface="+mn-lt"/>
              </a:rPr>
              <a:t>*** ROI STATISTICS for CORE ID: 4 ***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ea typeface="+mn-lt"/>
                <a:cs typeface="+mn-lt"/>
              </a:rPr>
              <a:t>Cycles: 7286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ea typeface="+mn-lt"/>
                <a:cs typeface="+mn-lt"/>
              </a:rPr>
              <a:t>CGRA Instances: 641 -- Activity Ratio: 0.4547, DFGs / Cycle: 0.08798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ea typeface="+mn-lt"/>
                <a:cs typeface="+mn-lt"/>
              </a:rPr>
              <a:t>Mapped DFG utilization: 0.251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ea typeface="+mn-lt"/>
                <a:cs typeface="+mn-lt"/>
              </a:rPr>
              <a:t>*** ROI STATISTICS for CORE ID: 3 ***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ea typeface="+mn-lt"/>
                <a:cs typeface="+mn-lt"/>
              </a:rPr>
              <a:t>Cycles: 7346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ea typeface="+mn-lt"/>
                <a:cs typeface="+mn-lt"/>
              </a:rPr>
              <a:t>CGRA Instances: 635 -- Activity Ratio: 0.4597, DFGs / Cycle: 0.08644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ea typeface="+mn-lt"/>
                <a:cs typeface="+mn-lt"/>
              </a:rPr>
              <a:t>Mapped DFG utilization: 0.249</a:t>
            </a:r>
            <a:endParaRPr lang="en-US" sz="1800" b="1"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853DE6-203F-45D1-804D-A22813383EF4}"/>
              </a:ext>
            </a:extLst>
          </p:cNvPr>
          <p:cNvSpPr txBox="1"/>
          <p:nvPr/>
        </p:nvSpPr>
        <p:spPr>
          <a:xfrm>
            <a:off x="7261275" y="2035629"/>
            <a:ext cx="3844750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Lower DFG utilization due to network traffic (25% vs 45% for a single core)</a:t>
            </a:r>
          </a:p>
        </p:txBody>
      </p:sp>
    </p:spTree>
    <p:extLst>
      <p:ext uri="{BB962C8B-B14F-4D97-AF65-F5344CB8AC3E}">
        <p14:creationId xmlns:p14="http://schemas.microsoft.com/office/powerpoint/2010/main" val="26482474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B041-C746-4CBA-872E-594765AA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Results: </a:t>
            </a:r>
            <a:r>
              <a:rPr lang="en-US">
                <a:latin typeface="Consolas" panose="020B0609020204030204" pitchFamily="49" charset="0"/>
                <a:ea typeface="+mj-lt"/>
                <a:cs typeface="+mj-lt"/>
              </a:rPr>
              <a:t>manual/07_spmv_multicore/</a:t>
            </a:r>
            <a:r>
              <a:rPr lang="en-US" dirty="0">
                <a:ea typeface="+mj-lt"/>
                <a:cs typeface="+mj-lt"/>
              </a:rPr>
              <a:t> (</a:t>
            </a:r>
            <a:r>
              <a:rPr lang="en-US" err="1">
                <a:ea typeface="+mj-lt"/>
                <a:cs typeface="+mj-lt"/>
              </a:rPr>
              <a:t>num_threads</a:t>
            </a:r>
            <a:r>
              <a:rPr lang="en-US">
                <a:ea typeface="+mj-lt"/>
                <a:cs typeface="+mj-lt"/>
              </a:rPr>
              <a:t>=4 </a:t>
            </a:r>
            <a:r>
              <a:rPr lang="en-US" dirty="0">
                <a:ea typeface="+mj-lt"/>
                <a:cs typeface="+mj-lt"/>
              </a:rPr>
              <a:t>density=0.1 N=8192)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2E7852-869F-4708-B778-409CCE72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33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3607B2-B0F2-4DBB-A3FD-48A34EC7A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9398"/>
          </a:xfr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a typeface="+mn-lt"/>
                <a:cs typeface="+mn-lt"/>
              </a:rPr>
              <a:t>*** ROI STATISTICS for CORE ID: 1 ***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a typeface="+mn-lt"/>
                <a:cs typeface="+mn-lt"/>
              </a:rPr>
              <a:t>Cycles: 5316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a typeface="+mn-lt"/>
                <a:cs typeface="+mn-lt"/>
              </a:rPr>
              <a:t>CGRA Instances: 647 -- Activity Ratio: 0.585, DFGs / Cycle: 0.1217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ea typeface="+mn-lt"/>
                <a:cs typeface="+mn-lt"/>
              </a:rPr>
              <a:t>Mapped DFG utilization: 0.3439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a typeface="+mn-lt"/>
                <a:cs typeface="+mn-lt"/>
              </a:rPr>
              <a:t>*** ROI STATISTICS for CORE ID: 2 ***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a typeface="+mn-lt"/>
                <a:cs typeface="+mn-lt"/>
              </a:rPr>
              <a:t>Cycles: 5384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a typeface="+mn-lt"/>
                <a:cs typeface="+mn-lt"/>
              </a:rPr>
              <a:t>CGRA Instances: 661 -- Activity Ratio: 0.5914, DFGs / Cycle: 0.1228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ea typeface="+mn-lt"/>
                <a:cs typeface="+mn-lt"/>
              </a:rPr>
              <a:t>Mapped DFG utilization: 0.3393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a typeface="+mn-lt"/>
                <a:cs typeface="+mn-lt"/>
              </a:rPr>
              <a:t>*** ROI STATISTICS for CORE ID: 4 ***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a typeface="+mn-lt"/>
                <a:cs typeface="+mn-lt"/>
              </a:rPr>
              <a:t>Cycles: 5286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a typeface="+mn-lt"/>
                <a:cs typeface="+mn-lt"/>
              </a:rPr>
              <a:t>CGRA Instances: 641 -- Activity Ratio: 0.6035, DFGs / Cycle: 0.1213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ea typeface="+mn-lt"/>
                <a:cs typeface="+mn-lt"/>
              </a:rPr>
              <a:t>Mapped DFG utilization: 0.3459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a typeface="+mn-lt"/>
                <a:cs typeface="+mn-lt"/>
              </a:rPr>
              <a:t>*** ROI STATISTICS for CORE ID: 3 ***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a typeface="+mn-lt"/>
                <a:cs typeface="+mn-lt"/>
              </a:rPr>
              <a:t>Cycles: 5281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ea typeface="+mn-lt"/>
                <a:cs typeface="+mn-lt"/>
              </a:rPr>
              <a:t>CGRA Instances: 635 -- Activity Ratio: 0.6095, DFGs / Cycle: 0.1202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ea typeface="+mn-lt"/>
                <a:cs typeface="+mn-lt"/>
              </a:rPr>
              <a:t>Mapped DFG utilization: 0.3463</a:t>
            </a:r>
            <a:endParaRPr lang="en-US" sz="1800" b="1" dirty="0"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853DE6-203F-45D1-804D-A22813383EF4}"/>
              </a:ext>
            </a:extLst>
          </p:cNvPr>
          <p:cNvSpPr txBox="1"/>
          <p:nvPr/>
        </p:nvSpPr>
        <p:spPr>
          <a:xfrm>
            <a:off x="7261275" y="2035629"/>
            <a:ext cx="3844750" cy="20621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DFG utilization improves with multicast (34% vs 25%)</a:t>
            </a:r>
          </a:p>
        </p:txBody>
      </p:sp>
    </p:spTree>
    <p:extLst>
      <p:ext uri="{BB962C8B-B14F-4D97-AF65-F5344CB8AC3E}">
        <p14:creationId xmlns:p14="http://schemas.microsoft.com/office/powerpoint/2010/main" val="2493763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55335-9EB9-4C63-B16F-2B8F8EF00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34BFA-4A6D-4B4B-A322-3251D3A06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B03AE-0E7F-468A-974A-437522DB8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727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F9E5-165D-405F-B80D-0CAF687FA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664"/>
            <a:ext cx="10515600" cy="1325563"/>
          </a:xfrm>
        </p:spPr>
        <p:txBody>
          <a:bodyPr/>
          <a:lstStyle/>
          <a:p>
            <a:r>
              <a:rPr lang="en-US"/>
              <a:t>Example 3: </a:t>
            </a:r>
            <a:r>
              <a:rPr lang="en-US" err="1"/>
              <a:t>SpMV</a:t>
            </a:r>
            <a:r>
              <a:rPr lang="en-US"/>
              <a:t> (Dot product kernel)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5808EEF8-DEEA-4D5B-AB21-1F1C1A45773D}"/>
              </a:ext>
            </a:extLst>
          </p:cNvPr>
          <p:cNvSpPr txBox="1">
            <a:spLocks/>
          </p:cNvSpPr>
          <p:nvPr/>
        </p:nvSpPr>
        <p:spPr>
          <a:xfrm>
            <a:off x="5880095" y="1418993"/>
            <a:ext cx="6261832" cy="516388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>
                <a:solidFill>
                  <a:schemeClr val="accent6">
                    <a:lumMod val="75000"/>
                  </a:schemeClr>
                </a:solidFill>
                <a:latin typeface="Consolas"/>
              </a:rPr>
              <a:t>// 05_spmv/</a:t>
            </a:r>
            <a:r>
              <a:rPr lang="en-US" sz="2200" err="1">
                <a:solidFill>
                  <a:schemeClr val="accent6">
                    <a:lumMod val="75000"/>
                  </a:schemeClr>
                </a:solidFill>
                <a:latin typeface="Consolas"/>
              </a:rPr>
              <a:t>merge.dfg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>
                <a:solidFill>
                  <a:srgbClr val="000000"/>
                </a:solidFill>
                <a:latin typeface="Consolas" panose="020B0609020204030204" pitchFamily="49" charset="0"/>
              </a:rPr>
              <a:t>Input: </a:t>
            </a:r>
            <a:r>
              <a:rPr lang="en-US" altLang="en-US" sz="2200" err="1">
                <a:solidFill>
                  <a:srgbClr val="000000"/>
                </a:solidFill>
                <a:latin typeface="Consolas" panose="020B0609020204030204" pitchFamily="49" charset="0"/>
              </a:rPr>
              <a:t>indA</a:t>
            </a:r>
            <a:r>
              <a:rPr lang="en-US" altLang="en-US" sz="22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err="1">
                <a:solidFill>
                  <a:srgbClr val="000000"/>
                </a:solidFill>
                <a:latin typeface="Consolas" panose="020B0609020204030204" pitchFamily="49" charset="0"/>
              </a:rPr>
              <a:t>indB</a:t>
            </a:r>
            <a:r>
              <a:rPr lang="en-US" altLang="en-US" sz="22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err="1">
                <a:solidFill>
                  <a:srgbClr val="000000"/>
                </a:solidFill>
                <a:latin typeface="Consolas" panose="020B0609020204030204" pitchFamily="49" charset="0"/>
              </a:rPr>
              <a:t>matchValA</a:t>
            </a:r>
            <a:r>
              <a:rPr lang="en-US" altLang="en-US" sz="22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err="1">
                <a:solidFill>
                  <a:srgbClr val="000000"/>
                </a:solidFill>
                <a:latin typeface="Consolas" panose="020B0609020204030204" pitchFamily="49" charset="0"/>
              </a:rPr>
              <a:t>matchValB</a:t>
            </a:r>
            <a:endParaRPr lang="en-US" altLang="en-US" sz="22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2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err="1">
                <a:latin typeface="Consolas" panose="020B0609020204030204" pitchFamily="49" charset="0"/>
              </a:rPr>
              <a:t>pred</a:t>
            </a:r>
            <a:r>
              <a:rPr lang="en-US" sz="2200">
                <a:latin typeface="Consolas" panose="020B0609020204030204" pitchFamily="49" charset="0"/>
              </a:rPr>
              <a:t> = Compare64(</a:t>
            </a:r>
            <a:r>
              <a:rPr lang="en-US" sz="2200" err="1">
                <a:latin typeface="Consolas" panose="020B0609020204030204" pitchFamily="49" charset="0"/>
              </a:rPr>
              <a:t>indA</a:t>
            </a:r>
            <a:r>
              <a:rPr lang="en-US" sz="2200">
                <a:latin typeface="Consolas" panose="020B0609020204030204" pitchFamily="49" charset="0"/>
              </a:rPr>
              <a:t>, </a:t>
            </a:r>
            <a:r>
              <a:rPr lang="en-US" sz="2200" err="1">
                <a:latin typeface="Consolas" panose="020B0609020204030204" pitchFamily="49" charset="0"/>
              </a:rPr>
              <a:t>indB</a:t>
            </a:r>
            <a:r>
              <a:rPr lang="en-US" sz="2200">
                <a:latin typeface="Consolas" panose="020B0609020204030204" pitchFamily="49" charset="0"/>
              </a:rPr>
              <a:t>, self={1:b1, 2:b2})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err="1">
                <a:highlight>
                  <a:srgbClr val="FFFF00"/>
                </a:highlight>
                <a:latin typeface="Consolas" panose="020B0609020204030204" pitchFamily="49" charset="0"/>
              </a:rPr>
              <a:t>cntIndA</a:t>
            </a:r>
            <a:r>
              <a:rPr lang="en-US" sz="2200">
                <a:highlight>
                  <a:srgbClr val="FFFF00"/>
                </a:highlight>
                <a:latin typeface="Consolas" panose="020B0609020204030204" pitchFamily="49" charset="0"/>
              </a:rPr>
              <a:t> = Acc64(1, 0, ctrl=</a:t>
            </a:r>
            <a:r>
              <a:rPr lang="en-US" sz="2200" err="1">
                <a:highlight>
                  <a:srgbClr val="FFFF00"/>
                </a:highlight>
                <a:latin typeface="Consolas" panose="020B0609020204030204" pitchFamily="49" charset="0"/>
              </a:rPr>
              <a:t>pred</a:t>
            </a:r>
            <a:r>
              <a:rPr lang="en-US" sz="2200">
                <a:highlight>
                  <a:srgbClr val="FFFF00"/>
                </a:highlight>
                <a:latin typeface="Consolas" panose="020B0609020204030204" pitchFamily="49" charset="0"/>
              </a:rPr>
              <a:t>{1:a})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err="1">
                <a:highlight>
                  <a:srgbClr val="FFFF00"/>
                </a:highlight>
                <a:latin typeface="Consolas" panose="020B0609020204030204" pitchFamily="49" charset="0"/>
              </a:rPr>
              <a:t>cntIndB</a:t>
            </a:r>
            <a:r>
              <a:rPr lang="en-US" sz="2200">
                <a:highlight>
                  <a:srgbClr val="FFFF00"/>
                </a:highlight>
                <a:latin typeface="Consolas" panose="020B0609020204030204" pitchFamily="49" charset="0"/>
              </a:rPr>
              <a:t> = Acc64(1, 0, ctrl=</a:t>
            </a:r>
            <a:r>
              <a:rPr lang="en-US" sz="2200" err="1">
                <a:highlight>
                  <a:srgbClr val="FFFF00"/>
                </a:highlight>
                <a:latin typeface="Consolas" panose="020B0609020204030204" pitchFamily="49" charset="0"/>
              </a:rPr>
              <a:t>pred</a:t>
            </a:r>
            <a:r>
              <a:rPr lang="en-US" sz="2200">
                <a:highlight>
                  <a:srgbClr val="FFFF00"/>
                </a:highlight>
                <a:latin typeface="Consolas" panose="020B0609020204030204" pitchFamily="49" charset="0"/>
              </a:rPr>
              <a:t>{2:a})</a:t>
            </a:r>
            <a:endParaRPr lang="en-US" altLang="en-US" sz="220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err="1">
                <a:latin typeface="Consolas" panose="020B0609020204030204" pitchFamily="49" charset="0"/>
              </a:rPr>
              <a:t>matchInd</a:t>
            </a:r>
            <a:r>
              <a:rPr lang="en-US" sz="2200">
                <a:latin typeface="Consolas" panose="020B0609020204030204" pitchFamily="49" charset="0"/>
              </a:rPr>
              <a:t> = Min64(</a:t>
            </a:r>
            <a:r>
              <a:rPr lang="en-US" sz="2200" err="1">
                <a:latin typeface="Consolas" panose="020B0609020204030204" pitchFamily="49" charset="0"/>
              </a:rPr>
              <a:t>cntIndA</a:t>
            </a:r>
            <a:r>
              <a:rPr lang="en-US" sz="2200">
                <a:latin typeface="Consolas" panose="020B0609020204030204" pitchFamily="49" charset="0"/>
              </a:rPr>
              <a:t>, </a:t>
            </a:r>
            <a:r>
              <a:rPr lang="en-US" sz="2200" err="1">
                <a:latin typeface="Consolas" panose="020B0609020204030204" pitchFamily="49" charset="0"/>
              </a:rPr>
              <a:t>cntIndB</a:t>
            </a:r>
            <a:r>
              <a:rPr lang="en-US" sz="2200">
                <a:latin typeface="Consolas" panose="020B0609020204030204" pitchFamily="49" charset="0"/>
              </a:rPr>
              <a:t>, ctrl=</a:t>
            </a:r>
            <a:r>
              <a:rPr lang="en-US" sz="2200" err="1">
                <a:latin typeface="Consolas" panose="020B0609020204030204" pitchFamily="49" charset="0"/>
              </a:rPr>
              <a:t>pred</a:t>
            </a:r>
            <a:r>
              <a:rPr lang="en-US" sz="2200">
                <a:latin typeface="Consolas" panose="020B0609020204030204" pitchFamily="49" charset="0"/>
              </a:rPr>
              <a:t>{1:b1|d, 2:b2|d, 3:d})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mult</a:t>
            </a:r>
            <a:r>
              <a:rPr lang="en-US" altLang="en-US" sz="220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Mul64(</a:t>
            </a:r>
            <a:r>
              <a:rPr lang="en-US" altLang="en-US" sz="220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matchValA</a:t>
            </a:r>
            <a:r>
              <a:rPr lang="en-US" altLang="en-US" sz="220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en-US" sz="220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matchValB</a:t>
            </a:r>
            <a:r>
              <a:rPr lang="en-US" altLang="en-US" sz="220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>
                <a:latin typeface="Consolas" panose="020B0609020204030204" pitchFamily="49" charset="0"/>
              </a:rPr>
              <a:t>done</a:t>
            </a:r>
            <a:r>
              <a:rPr lang="en-US" sz="2200">
                <a:latin typeface="Consolas" panose="020B0609020204030204" pitchFamily="49" charset="0"/>
              </a:rPr>
              <a:t> = Keep(</a:t>
            </a:r>
            <a:r>
              <a:rPr lang="en-US" sz="2200" err="1">
                <a:latin typeface="Consolas" panose="020B0609020204030204" pitchFamily="49" charset="0"/>
              </a:rPr>
              <a:t>pred</a:t>
            </a:r>
            <a:r>
              <a:rPr lang="en-US" sz="2200">
                <a:latin typeface="Consolas" panose="020B0609020204030204" pitchFamily="49" charset="0"/>
              </a:rPr>
              <a:t>, 1, ctrl=</a:t>
            </a:r>
            <a:r>
              <a:rPr lang="en-US" sz="2200" err="1">
                <a:latin typeface="Consolas" panose="020B0609020204030204" pitchFamily="49" charset="0"/>
              </a:rPr>
              <a:t>pred</a:t>
            </a:r>
            <a:r>
              <a:rPr lang="en-US" sz="2200">
                <a:latin typeface="Consolas" panose="020B0609020204030204" pitchFamily="49" charset="0"/>
              </a:rPr>
              <a:t>{1:d,2:d})</a:t>
            </a:r>
            <a:endParaRPr lang="en-US" altLang="en-US" sz="22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>
                <a:solidFill>
                  <a:srgbClr val="000000"/>
                </a:solidFill>
                <a:latin typeface="Consolas" panose="020B0609020204030204" pitchFamily="49" charset="0"/>
              </a:rPr>
              <a:t>O</a:t>
            </a:r>
            <a:r>
              <a:rPr lang="en-US" altLang="en-US" sz="2200">
                <a:solidFill>
                  <a:srgbClr val="000000"/>
                </a:solidFill>
                <a:latin typeface="Consolas" panose="020B0609020204030204" pitchFamily="49" charset="0"/>
              </a:rPr>
              <a:t> = Acc64(</a:t>
            </a:r>
            <a:r>
              <a:rPr lang="en-US" altLang="en-US" sz="2200" err="1">
                <a:solidFill>
                  <a:srgbClr val="000000"/>
                </a:solidFill>
                <a:latin typeface="Consolas" panose="020B0609020204030204" pitchFamily="49" charset="0"/>
              </a:rPr>
              <a:t>mult</a:t>
            </a:r>
            <a:r>
              <a:rPr lang="en-US" altLang="en-US" sz="2200">
                <a:solidFill>
                  <a:srgbClr val="000000"/>
                </a:solidFill>
                <a:latin typeface="Consolas" panose="020B0609020204030204" pitchFamily="49" charset="0"/>
              </a:rPr>
              <a:t>, ctrl=done{0:d,3:r})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>
                <a:solidFill>
                  <a:srgbClr val="000000"/>
                </a:solidFill>
                <a:latin typeface="Consolas" panose="020B0609020204030204" pitchFamily="49" charset="0"/>
              </a:rPr>
              <a:t>Output: </a:t>
            </a:r>
            <a:r>
              <a:rPr lang="en-US" altLang="en-US" sz="2200" err="1">
                <a:solidFill>
                  <a:srgbClr val="000000"/>
                </a:solidFill>
                <a:latin typeface="Consolas" panose="020B0609020204030204" pitchFamily="49" charset="0"/>
              </a:rPr>
              <a:t>matchIndA</a:t>
            </a:r>
            <a:r>
              <a:rPr lang="en-US" altLang="en-US" sz="22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2200" err="1">
                <a:solidFill>
                  <a:srgbClr val="000000"/>
                </a:solidFill>
                <a:latin typeface="Consolas" panose="020B0609020204030204" pitchFamily="49" charset="0"/>
              </a:rPr>
              <a:t>matchIndB</a:t>
            </a:r>
            <a:r>
              <a:rPr lang="en-US" altLang="en-US" sz="2200">
                <a:solidFill>
                  <a:srgbClr val="000000"/>
                </a:solidFill>
                <a:latin typeface="Consolas" panose="020B0609020204030204" pitchFamily="49" charset="0"/>
              </a:rPr>
              <a:t>, O</a:t>
            </a:r>
            <a:r>
              <a:rPr lang="en-US" altLang="en-US" sz="2200"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9F9F9D-B740-470B-B19F-9CCEC36F1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35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6423921-7A84-4BA7-BB62-7162A931B07B}"/>
              </a:ext>
            </a:extLst>
          </p:cNvPr>
          <p:cNvSpPr/>
          <p:nvPr/>
        </p:nvSpPr>
        <p:spPr>
          <a:xfrm>
            <a:off x="2273512" y="6479839"/>
            <a:ext cx="1509299" cy="33177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err="1">
                <a:solidFill>
                  <a:schemeClr val="tx1"/>
                </a:solidFill>
              </a:rPr>
              <a:t>Recv</a:t>
            </a:r>
            <a:r>
              <a:rPr lang="en-US" sz="2400">
                <a:solidFill>
                  <a:schemeClr val="tx1"/>
                </a:solidFill>
              </a:rPr>
              <a:t> (out)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3489860-94F1-44E7-A404-3D867B8D7D81}"/>
              </a:ext>
            </a:extLst>
          </p:cNvPr>
          <p:cNvGrpSpPr/>
          <p:nvPr/>
        </p:nvGrpSpPr>
        <p:grpSpPr>
          <a:xfrm>
            <a:off x="116502" y="1418993"/>
            <a:ext cx="5696246" cy="5392622"/>
            <a:chOff x="6438579" y="1362912"/>
            <a:chExt cx="5696246" cy="5392622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2B4F867-68C3-4823-AD84-6BB44EE5FC7D}"/>
                </a:ext>
              </a:extLst>
            </p:cNvPr>
            <p:cNvSpPr/>
            <p:nvPr/>
          </p:nvSpPr>
          <p:spPr>
            <a:xfrm>
              <a:off x="8595589" y="6423758"/>
              <a:ext cx="1509299" cy="33177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Recv</a:t>
              </a:r>
              <a:r>
                <a:rPr lang="en-US" sz="2400">
                  <a:solidFill>
                    <a:schemeClr val="tx1"/>
                  </a:solidFill>
                </a:rPr>
                <a:t> (O)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1DD4CE3-1112-4D00-8356-06B51FF5EB73}"/>
                </a:ext>
              </a:extLst>
            </p:cNvPr>
            <p:cNvSpPr/>
            <p:nvPr/>
          </p:nvSpPr>
          <p:spPr>
            <a:xfrm>
              <a:off x="7389797" y="3490099"/>
              <a:ext cx="411480" cy="41148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&lt;</a:t>
              </a: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A33E508-4B75-4162-97D3-8BF1B3FA666A}"/>
                </a:ext>
              </a:extLst>
            </p:cNvPr>
            <p:cNvSpPr/>
            <p:nvPr/>
          </p:nvSpPr>
          <p:spPr>
            <a:xfrm>
              <a:off x="6438579" y="2454931"/>
              <a:ext cx="1362698" cy="6816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indA</a:t>
              </a:r>
              <a:endParaRPr lang="en-US" sz="2400">
                <a:solidFill>
                  <a:schemeClr val="tx1"/>
                </a:solidFill>
              </a:endParaRPr>
            </a:p>
            <a:p>
              <a:pPr algn="ctr"/>
              <a:r>
                <a:rPr lang="en-US" sz="2400">
                  <a:solidFill>
                    <a:schemeClr val="tx1"/>
                  </a:solidFill>
                </a:rPr>
                <a:t>[0:an]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94F8816E-D4A5-4E9D-A0E3-F794F10A75D0}"/>
                </a:ext>
              </a:extLst>
            </p:cNvPr>
            <p:cNvCxnSpPr>
              <a:cxnSpLocks/>
              <a:stCxn id="56" idx="2"/>
              <a:endCxn id="55" idx="1"/>
            </p:cNvCxnSpPr>
            <p:nvPr/>
          </p:nvCxnSpPr>
          <p:spPr>
            <a:xfrm>
              <a:off x="7119928" y="3136621"/>
              <a:ext cx="330129" cy="4137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769C45BB-5E76-473F-A1CA-62D5596947B7}"/>
                </a:ext>
              </a:extLst>
            </p:cNvPr>
            <p:cNvCxnSpPr>
              <a:cxnSpLocks/>
              <a:endCxn id="55" idx="7"/>
            </p:cNvCxnSpPr>
            <p:nvPr/>
          </p:nvCxnSpPr>
          <p:spPr>
            <a:xfrm flipH="1">
              <a:off x="7741017" y="2917396"/>
              <a:ext cx="433655" cy="63296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BB5A1F6-745B-488B-8285-87FF42CAF078}"/>
                </a:ext>
              </a:extLst>
            </p:cNvPr>
            <p:cNvCxnSpPr>
              <a:cxnSpLocks/>
              <a:stCxn id="55" idx="6"/>
            </p:cNvCxnSpPr>
            <p:nvPr/>
          </p:nvCxnSpPr>
          <p:spPr>
            <a:xfrm flipV="1">
              <a:off x="7801277" y="3132367"/>
              <a:ext cx="574073" cy="563472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1CED0DA-5BEB-4919-B871-935E6670E3E6}"/>
                </a:ext>
              </a:extLst>
            </p:cNvPr>
            <p:cNvCxnSpPr>
              <a:cxnSpLocks/>
              <a:stCxn id="55" idx="2"/>
            </p:cNvCxnSpPr>
            <p:nvPr/>
          </p:nvCxnSpPr>
          <p:spPr>
            <a:xfrm flipH="1" flipV="1">
              <a:off x="6912816" y="3135425"/>
              <a:ext cx="476981" cy="560414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BB4CE9E-AF5B-4DA2-9AE1-79B5D82654B6}"/>
                </a:ext>
              </a:extLst>
            </p:cNvPr>
            <p:cNvSpPr/>
            <p:nvPr/>
          </p:nvSpPr>
          <p:spPr>
            <a:xfrm>
              <a:off x="6912815" y="4054249"/>
              <a:ext cx="2163451" cy="411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matchIndA</a:t>
              </a:r>
              <a:r>
                <a:rPr lang="en-US" sz="2400">
                  <a:solidFill>
                    <a:schemeClr val="tx1"/>
                  </a:solidFill>
                </a:rPr>
                <a:t>[0:</a:t>
              </a:r>
              <a:r>
                <a:rPr lang="en-US" sz="2400">
                  <a:solidFill>
                    <a:srgbClr val="FF0000"/>
                  </a:solidFill>
                </a:rPr>
                <a:t>N</a:t>
              </a:r>
              <a:r>
                <a:rPr lang="en-US" sz="2400">
                  <a:solidFill>
                    <a:schemeClr val="tx1"/>
                  </a:solidFill>
                </a:rPr>
                <a:t>]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9BB11B30-9432-4DF6-BAAF-9FDD2DD62EA7}"/>
                </a:ext>
              </a:extLst>
            </p:cNvPr>
            <p:cNvCxnSpPr>
              <a:cxnSpLocks/>
              <a:stCxn id="69" idx="4"/>
              <a:endCxn id="61" idx="0"/>
            </p:cNvCxnSpPr>
            <p:nvPr/>
          </p:nvCxnSpPr>
          <p:spPr>
            <a:xfrm flipH="1">
              <a:off x="7994541" y="3873682"/>
              <a:ext cx="2517360" cy="1805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EC57AB6-FB08-452A-BB88-EFA95E233425}"/>
                </a:ext>
              </a:extLst>
            </p:cNvPr>
            <p:cNvCxnSpPr>
              <a:cxnSpLocks/>
              <a:stCxn id="55" idx="6"/>
              <a:endCxn id="69" idx="2"/>
            </p:cNvCxnSpPr>
            <p:nvPr/>
          </p:nvCxnSpPr>
          <p:spPr>
            <a:xfrm flipV="1">
              <a:off x="7801277" y="3667942"/>
              <a:ext cx="2521511" cy="2789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9DFC7CA2-045E-407C-BF2E-E833A04E3330}"/>
                </a:ext>
              </a:extLst>
            </p:cNvPr>
            <p:cNvCxnSpPr>
              <a:cxnSpLocks/>
              <a:stCxn id="78" idx="2"/>
              <a:endCxn id="56" idx="0"/>
            </p:cNvCxnSpPr>
            <p:nvPr/>
          </p:nvCxnSpPr>
          <p:spPr>
            <a:xfrm flipH="1">
              <a:off x="7119928" y="1719671"/>
              <a:ext cx="621089" cy="7352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9C5086F6-466B-4E8C-9978-5422176B0F51}"/>
                </a:ext>
              </a:extLst>
            </p:cNvPr>
            <p:cNvCxnSpPr>
              <a:cxnSpLocks/>
              <a:stCxn id="76" idx="2"/>
            </p:cNvCxnSpPr>
            <p:nvPr/>
          </p:nvCxnSpPr>
          <p:spPr>
            <a:xfrm flipH="1">
              <a:off x="8275398" y="1724092"/>
              <a:ext cx="2548603" cy="6987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0029B79-B98A-4C40-AA3F-2FC129138FC9}"/>
                </a:ext>
              </a:extLst>
            </p:cNvPr>
            <p:cNvSpPr/>
            <p:nvPr/>
          </p:nvSpPr>
          <p:spPr>
            <a:xfrm>
              <a:off x="7891906" y="2453735"/>
              <a:ext cx="1362698" cy="6816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indB</a:t>
              </a:r>
              <a:endParaRPr lang="en-US" sz="2400">
                <a:solidFill>
                  <a:schemeClr val="tx1"/>
                </a:solidFill>
              </a:endParaRPr>
            </a:p>
            <a:p>
              <a:pPr algn="ctr"/>
              <a:r>
                <a:rPr lang="en-US" sz="2400">
                  <a:solidFill>
                    <a:schemeClr val="tx1"/>
                  </a:solidFill>
                </a:rPr>
                <a:t>[0:bn]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CE38145-FB56-40FE-9E7D-D1D39E61625F}"/>
                </a:ext>
              </a:extLst>
            </p:cNvPr>
            <p:cNvSpPr/>
            <p:nvPr/>
          </p:nvSpPr>
          <p:spPr>
            <a:xfrm>
              <a:off x="9126033" y="5387856"/>
              <a:ext cx="411480" cy="41148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x</a:t>
              </a: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EF0519C-862C-44B5-9E91-04AC73624FD1}"/>
                </a:ext>
              </a:extLst>
            </p:cNvPr>
            <p:cNvSpPr/>
            <p:nvPr/>
          </p:nvSpPr>
          <p:spPr>
            <a:xfrm>
              <a:off x="7205074" y="4727904"/>
              <a:ext cx="1589466" cy="33177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valA</a:t>
              </a:r>
              <a:r>
                <a:rPr lang="en-US" sz="2400">
                  <a:solidFill>
                    <a:schemeClr val="tx1"/>
                  </a:solidFill>
                </a:rPr>
                <a:t> [0:</a:t>
              </a:r>
              <a:r>
                <a:rPr lang="en-US" sz="2400">
                  <a:solidFill>
                    <a:srgbClr val="FF0000"/>
                  </a:solidFill>
                </a:rPr>
                <a:t>N</a:t>
              </a:r>
              <a:r>
                <a:rPr lang="en-US" sz="2400">
                  <a:solidFill>
                    <a:schemeClr val="tx1"/>
                  </a:solidFill>
                </a:rPr>
                <a:t>]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A8EF4E9-3F57-4CF2-8ED0-30FB16F1FB37}"/>
                </a:ext>
              </a:extLst>
            </p:cNvPr>
            <p:cNvSpPr/>
            <p:nvPr/>
          </p:nvSpPr>
          <p:spPr>
            <a:xfrm>
              <a:off x="10322788" y="3462202"/>
              <a:ext cx="378225" cy="41148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m</a:t>
              </a: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24B9618-AFEA-4615-8CFC-F44E0B3629EE}"/>
                </a:ext>
              </a:extLst>
            </p:cNvPr>
            <p:cNvSpPr/>
            <p:nvPr/>
          </p:nvSpPr>
          <p:spPr>
            <a:xfrm>
              <a:off x="9370601" y="2331271"/>
              <a:ext cx="1362698" cy="6816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cntIndA</a:t>
              </a:r>
              <a:endParaRPr lang="en-US" sz="2400">
                <a:solidFill>
                  <a:schemeClr val="tx1"/>
                </a:solidFill>
              </a:endParaRPr>
            </a:p>
            <a:p>
              <a:pPr algn="ctr"/>
              <a:r>
                <a:rPr lang="en-US" sz="2400">
                  <a:solidFill>
                    <a:schemeClr val="tx1"/>
                  </a:solidFill>
                </a:rPr>
                <a:t>[0:an]</a:t>
              </a: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B3E634A8-1843-4C4F-BC88-4FB9909A1022}"/>
                </a:ext>
              </a:extLst>
            </p:cNvPr>
            <p:cNvCxnSpPr>
              <a:cxnSpLocks/>
              <a:stCxn id="141" idx="4"/>
              <a:endCxn id="70" idx="0"/>
            </p:cNvCxnSpPr>
            <p:nvPr/>
          </p:nvCxnSpPr>
          <p:spPr>
            <a:xfrm>
              <a:off x="10051950" y="2211094"/>
              <a:ext cx="0" cy="12017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DA3D8BE2-C36B-4797-9796-EE65BE8D29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01013" y="2995106"/>
              <a:ext cx="920076" cy="619687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609631E5-ACB8-4B6E-8374-81F672D7F54B}"/>
                </a:ext>
              </a:extLst>
            </p:cNvPr>
            <p:cNvCxnSpPr>
              <a:cxnSpLocks/>
              <a:stCxn id="69" idx="1"/>
              <a:endCxn id="70" idx="2"/>
            </p:cNvCxnSpPr>
            <p:nvPr/>
          </p:nvCxnSpPr>
          <p:spPr>
            <a:xfrm flipH="1" flipV="1">
              <a:off x="10051950" y="3012961"/>
              <a:ext cx="326228" cy="509501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B665F07-B1E8-4AD2-8556-4CF65A31A982}"/>
                </a:ext>
              </a:extLst>
            </p:cNvPr>
            <p:cNvSpPr/>
            <p:nvPr/>
          </p:nvSpPr>
          <p:spPr>
            <a:xfrm>
              <a:off x="10772127" y="2313417"/>
              <a:ext cx="1362698" cy="6816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cntIndB</a:t>
              </a:r>
              <a:endParaRPr lang="en-US" sz="2400">
                <a:solidFill>
                  <a:schemeClr val="tx1"/>
                </a:solidFill>
              </a:endParaRPr>
            </a:p>
            <a:p>
              <a:pPr algn="ctr"/>
              <a:r>
                <a:rPr lang="en-US" sz="2400">
                  <a:solidFill>
                    <a:schemeClr val="tx1"/>
                  </a:solidFill>
                </a:rPr>
                <a:t>[0:an]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F595508-F2FE-4C88-950B-BFC503037D98}"/>
                </a:ext>
              </a:extLst>
            </p:cNvPr>
            <p:cNvCxnSpPr>
              <a:cxnSpLocks/>
              <a:stCxn id="78" idx="2"/>
              <a:endCxn id="141" idx="0"/>
            </p:cNvCxnSpPr>
            <p:nvPr/>
          </p:nvCxnSpPr>
          <p:spPr>
            <a:xfrm>
              <a:off x="7741017" y="1719671"/>
              <a:ext cx="2310933" cy="1895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4F4607F-9071-490F-8746-260D14761962}"/>
                </a:ext>
              </a:extLst>
            </p:cNvPr>
            <p:cNvSpPr/>
            <p:nvPr/>
          </p:nvSpPr>
          <p:spPr>
            <a:xfrm>
              <a:off x="9726934" y="1367333"/>
              <a:ext cx="2194134" cy="35675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indB</a:t>
              </a:r>
              <a:r>
                <a:rPr lang="en-US" sz="2400">
                  <a:solidFill>
                    <a:schemeClr val="tx1"/>
                  </a:solidFill>
                </a:rPr>
                <a:t> [0:bn]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9502D07A-9360-4879-BF78-BD4716E3006D}"/>
                </a:ext>
              </a:extLst>
            </p:cNvPr>
            <p:cNvCxnSpPr>
              <a:cxnSpLocks/>
              <a:stCxn id="76" idx="2"/>
              <a:endCxn id="142" idx="0"/>
            </p:cNvCxnSpPr>
            <p:nvPr/>
          </p:nvCxnSpPr>
          <p:spPr>
            <a:xfrm>
              <a:off x="10824001" y="1724092"/>
              <a:ext cx="531065" cy="16676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A152562-194F-4975-AD03-3C95156313BF}"/>
                </a:ext>
              </a:extLst>
            </p:cNvPr>
            <p:cNvSpPr/>
            <p:nvPr/>
          </p:nvSpPr>
          <p:spPr>
            <a:xfrm>
              <a:off x="6643950" y="1362912"/>
              <a:ext cx="2194134" cy="35675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indA</a:t>
              </a:r>
              <a:r>
                <a:rPr lang="en-US" sz="2400">
                  <a:solidFill>
                    <a:schemeClr val="tx1"/>
                  </a:solidFill>
                </a:rPr>
                <a:t> [0:an]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D27FE0F-C1D1-4EE6-B67F-3F5CD5887B33}"/>
                </a:ext>
              </a:extLst>
            </p:cNvPr>
            <p:cNvSpPr/>
            <p:nvPr/>
          </p:nvSpPr>
          <p:spPr>
            <a:xfrm>
              <a:off x="9211256" y="4054248"/>
              <a:ext cx="2163451" cy="411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matchIndB</a:t>
              </a:r>
              <a:r>
                <a:rPr lang="en-US" sz="2400">
                  <a:solidFill>
                    <a:schemeClr val="tx1"/>
                  </a:solidFill>
                </a:rPr>
                <a:t>[0:</a:t>
              </a:r>
              <a:r>
                <a:rPr lang="en-US" sz="2400">
                  <a:solidFill>
                    <a:srgbClr val="FF0000"/>
                  </a:solidFill>
                </a:rPr>
                <a:t>N</a:t>
              </a:r>
              <a:r>
                <a:rPr lang="en-US" sz="2400">
                  <a:solidFill>
                    <a:schemeClr val="tx1"/>
                  </a:solidFill>
                </a:rPr>
                <a:t>]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DD8D901E-2540-48A3-A400-BA603C6DC169}"/>
                </a:ext>
              </a:extLst>
            </p:cNvPr>
            <p:cNvCxnSpPr>
              <a:cxnSpLocks/>
              <a:stCxn id="69" idx="4"/>
              <a:endCxn id="79" idx="0"/>
            </p:cNvCxnSpPr>
            <p:nvPr/>
          </p:nvCxnSpPr>
          <p:spPr>
            <a:xfrm flipH="1">
              <a:off x="10292982" y="3873682"/>
              <a:ext cx="218919" cy="1805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21A845F-094A-418A-9309-132480F015BF}"/>
                </a:ext>
              </a:extLst>
            </p:cNvPr>
            <p:cNvSpPr/>
            <p:nvPr/>
          </p:nvSpPr>
          <p:spPr>
            <a:xfrm>
              <a:off x="9504855" y="4712097"/>
              <a:ext cx="1589466" cy="33177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valB</a:t>
              </a:r>
              <a:r>
                <a:rPr lang="en-US" sz="2400">
                  <a:solidFill>
                    <a:schemeClr val="tx1"/>
                  </a:solidFill>
                </a:rPr>
                <a:t> [0:</a:t>
              </a:r>
              <a:r>
                <a:rPr lang="en-US" sz="2400">
                  <a:solidFill>
                    <a:srgbClr val="FF0000"/>
                  </a:solidFill>
                </a:rPr>
                <a:t>N</a:t>
              </a:r>
              <a:r>
                <a:rPr lang="en-US" sz="2400">
                  <a:solidFill>
                    <a:schemeClr val="tx1"/>
                  </a:solidFill>
                </a:rPr>
                <a:t>]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21F49744-7F7C-493F-A6B6-636B860EA47C}"/>
                </a:ext>
              </a:extLst>
            </p:cNvPr>
            <p:cNvCxnSpPr>
              <a:cxnSpLocks/>
              <a:stCxn id="61" idx="2"/>
              <a:endCxn id="68" idx="0"/>
            </p:cNvCxnSpPr>
            <p:nvPr/>
          </p:nvCxnSpPr>
          <p:spPr>
            <a:xfrm>
              <a:off x="7994541" y="4465650"/>
              <a:ext cx="5266" cy="26225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20CFCD66-C344-4E74-9C78-AEC1E60BBFC6}"/>
                </a:ext>
              </a:extLst>
            </p:cNvPr>
            <p:cNvCxnSpPr>
              <a:cxnSpLocks/>
              <a:stCxn id="79" idx="2"/>
              <a:endCxn id="81" idx="0"/>
            </p:cNvCxnSpPr>
            <p:nvPr/>
          </p:nvCxnSpPr>
          <p:spPr>
            <a:xfrm>
              <a:off x="10292982" y="4465649"/>
              <a:ext cx="6606" cy="24644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048F1065-10D0-4905-ADCA-45E704D65E37}"/>
                </a:ext>
              </a:extLst>
            </p:cNvPr>
            <p:cNvCxnSpPr>
              <a:cxnSpLocks/>
              <a:stCxn id="68" idx="2"/>
              <a:endCxn id="67" idx="1"/>
            </p:cNvCxnSpPr>
            <p:nvPr/>
          </p:nvCxnSpPr>
          <p:spPr>
            <a:xfrm>
              <a:off x="7999807" y="5059680"/>
              <a:ext cx="1186486" cy="38843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E341BFAB-DE71-40FC-BE41-F304D185C845}"/>
                </a:ext>
              </a:extLst>
            </p:cNvPr>
            <p:cNvCxnSpPr>
              <a:cxnSpLocks/>
              <a:stCxn id="81" idx="2"/>
              <a:endCxn id="67" idx="7"/>
            </p:cNvCxnSpPr>
            <p:nvPr/>
          </p:nvCxnSpPr>
          <p:spPr>
            <a:xfrm flipH="1">
              <a:off x="9477253" y="5043873"/>
              <a:ext cx="822335" cy="4042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07EE58F-CAE4-4FCD-AE92-F682DB12152E}"/>
                </a:ext>
              </a:extLst>
            </p:cNvPr>
            <p:cNvSpPr/>
            <p:nvPr/>
          </p:nvSpPr>
          <p:spPr>
            <a:xfrm>
              <a:off x="9153125" y="5903905"/>
              <a:ext cx="378225" cy="41148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+</a:t>
              </a:r>
              <a:endParaRPr lang="en-US" b="1">
                <a:solidFill>
                  <a:schemeClr val="tx1"/>
                </a:solidFill>
              </a:endParaRP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12975051-E4C9-40D5-8B12-C65DE83C7029}"/>
                </a:ext>
              </a:extLst>
            </p:cNvPr>
            <p:cNvCxnSpPr>
              <a:cxnSpLocks/>
              <a:stCxn id="67" idx="4"/>
              <a:endCxn id="86" idx="0"/>
            </p:cNvCxnSpPr>
            <p:nvPr/>
          </p:nvCxnSpPr>
          <p:spPr>
            <a:xfrm>
              <a:off x="9331773" y="5799336"/>
              <a:ext cx="10465" cy="10456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6FE7DD3C-DB35-4AE8-9919-7C69D859B485}"/>
                </a:ext>
              </a:extLst>
            </p:cNvPr>
            <p:cNvCxnSpPr>
              <a:cxnSpLocks/>
              <a:stCxn id="86" idx="4"/>
              <a:endCxn id="54" idx="0"/>
            </p:cNvCxnSpPr>
            <p:nvPr/>
          </p:nvCxnSpPr>
          <p:spPr>
            <a:xfrm>
              <a:off x="9342238" y="6315385"/>
              <a:ext cx="8001" cy="10837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881DE68E-4D9F-48AF-A3CC-73BF3B99CCA9}"/>
                </a:ext>
              </a:extLst>
            </p:cNvPr>
            <p:cNvSpPr/>
            <p:nvPr/>
          </p:nvSpPr>
          <p:spPr>
            <a:xfrm>
              <a:off x="7686166" y="5886456"/>
              <a:ext cx="411480" cy="41148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f</a:t>
              </a:r>
              <a:endParaRPr lang="en-US" b="1">
                <a:solidFill>
                  <a:schemeClr val="tx1"/>
                </a:solidFill>
              </a:endParaRPr>
            </a:p>
          </p:txBody>
        </p:sp>
        <p:cxnSp>
          <p:nvCxnSpPr>
            <p:cNvPr id="90" name="Connector: Curved 89">
              <a:extLst>
                <a:ext uri="{FF2B5EF4-FFF2-40B4-BE49-F238E27FC236}">
                  <a16:creationId xmlns:a16="http://schemas.microsoft.com/office/drawing/2014/main" id="{99185E03-28A0-44FB-9C92-9EF27AB194A3}"/>
                </a:ext>
              </a:extLst>
            </p:cNvPr>
            <p:cNvCxnSpPr>
              <a:stCxn id="55" idx="2"/>
              <a:endCxn id="89" idx="2"/>
            </p:cNvCxnSpPr>
            <p:nvPr/>
          </p:nvCxnSpPr>
          <p:spPr>
            <a:xfrm rot="10800000" flipH="1" flipV="1">
              <a:off x="7389796" y="3695838"/>
              <a:ext cx="296369" cy="2396357"/>
            </a:xfrm>
            <a:prstGeom prst="curvedConnector3">
              <a:avLst>
                <a:gd name="adj1" fmla="val -257112"/>
              </a:avLst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6A91EDD8-A5E0-4037-B134-D4A0D22E6B8E}"/>
                </a:ext>
              </a:extLst>
            </p:cNvPr>
            <p:cNvCxnSpPr>
              <a:cxnSpLocks/>
              <a:stCxn id="89" idx="6"/>
              <a:endCxn id="86" idx="2"/>
            </p:cNvCxnSpPr>
            <p:nvPr/>
          </p:nvCxnSpPr>
          <p:spPr>
            <a:xfrm>
              <a:off x="8097646" y="6092196"/>
              <a:ext cx="1055479" cy="1744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or: Curved 138">
              <a:extLst>
                <a:ext uri="{FF2B5EF4-FFF2-40B4-BE49-F238E27FC236}">
                  <a16:creationId xmlns:a16="http://schemas.microsoft.com/office/drawing/2014/main" id="{507DDFD2-C2AF-42F7-A407-470EEE938B22}"/>
                </a:ext>
              </a:extLst>
            </p:cNvPr>
            <p:cNvCxnSpPr>
              <a:stCxn id="86" idx="7"/>
              <a:endCxn id="86" idx="5"/>
            </p:cNvCxnSpPr>
            <p:nvPr/>
          </p:nvCxnSpPr>
          <p:spPr>
            <a:xfrm rot="16200000" flipH="1">
              <a:off x="9330480" y="6109645"/>
              <a:ext cx="290960" cy="12700"/>
            </a:xfrm>
            <a:prstGeom prst="curvedConnector5">
              <a:avLst>
                <a:gd name="adj1" fmla="val -78568"/>
                <a:gd name="adj2" fmla="val 2284866"/>
                <a:gd name="adj3" fmla="val 96259"/>
              </a:avLst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9BD0EC5-8827-4F6D-805C-5EF3F777791B}"/>
                </a:ext>
              </a:extLst>
            </p:cNvPr>
            <p:cNvSpPr txBox="1"/>
            <p:nvPr/>
          </p:nvSpPr>
          <p:spPr>
            <a:xfrm>
              <a:off x="9815182" y="5682343"/>
              <a:ext cx="1008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discard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46FEC807-89A0-4AFC-99D3-DA3DEBE27A61}"/>
                </a:ext>
              </a:extLst>
            </p:cNvPr>
            <p:cNvSpPr/>
            <p:nvPr/>
          </p:nvSpPr>
          <p:spPr>
            <a:xfrm>
              <a:off x="9862837" y="1909267"/>
              <a:ext cx="378225" cy="30182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+</a:t>
              </a: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48961050-30FD-4DBC-8E32-28887A2FD90E}"/>
                </a:ext>
              </a:extLst>
            </p:cNvPr>
            <p:cNvSpPr/>
            <p:nvPr/>
          </p:nvSpPr>
          <p:spPr>
            <a:xfrm>
              <a:off x="11165953" y="1890854"/>
              <a:ext cx="378225" cy="27582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+</a:t>
              </a:r>
              <a:endParaRPr lang="en-US" b="1">
                <a:solidFill>
                  <a:schemeClr val="tx1"/>
                </a:solidFill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4A271D9C-23FD-4CC3-B9DC-F5A841E7F0B7}"/>
                </a:ext>
              </a:extLst>
            </p:cNvPr>
            <p:cNvCxnSpPr>
              <a:cxnSpLocks/>
              <a:stCxn id="74" idx="2"/>
              <a:endCxn id="69" idx="7"/>
            </p:cNvCxnSpPr>
            <p:nvPr/>
          </p:nvCxnSpPr>
          <p:spPr>
            <a:xfrm flipH="1">
              <a:off x="10645623" y="2995107"/>
              <a:ext cx="807853" cy="52735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0F2407A7-812C-4634-90B5-1C2E48C186DD}"/>
                </a:ext>
              </a:extLst>
            </p:cNvPr>
            <p:cNvCxnSpPr>
              <a:cxnSpLocks/>
              <a:endCxn id="69" idx="0"/>
            </p:cNvCxnSpPr>
            <p:nvPr/>
          </p:nvCxnSpPr>
          <p:spPr>
            <a:xfrm>
              <a:off x="10183015" y="3010749"/>
              <a:ext cx="328886" cy="4514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30DC9246-FEC9-4A2E-9910-75B4E5691DF7}"/>
              </a:ext>
            </a:extLst>
          </p:cNvPr>
          <p:cNvCxnSpPr>
            <a:cxnSpLocks/>
            <a:stCxn id="142" idx="4"/>
          </p:cNvCxnSpPr>
          <p:nvPr/>
        </p:nvCxnSpPr>
        <p:spPr>
          <a:xfrm flipH="1">
            <a:off x="5031723" y="2222760"/>
            <a:ext cx="1266" cy="1296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15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F9E5-165D-405F-B80D-0CAF687FA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</a:t>
            </a:r>
            <a:r>
              <a:rPr lang="en-US" err="1"/>
              <a:t>SpMV</a:t>
            </a:r>
            <a:r>
              <a:rPr lang="en-US"/>
              <a:t> (Dot product kernel)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5808EEF8-DEEA-4D5B-AB21-1F1C1A45773D}"/>
              </a:ext>
            </a:extLst>
          </p:cNvPr>
          <p:cNvSpPr txBox="1">
            <a:spLocks/>
          </p:cNvSpPr>
          <p:nvPr/>
        </p:nvSpPr>
        <p:spPr>
          <a:xfrm>
            <a:off x="5790039" y="1328995"/>
            <a:ext cx="6245110" cy="516388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accent6">
                    <a:lumMod val="75000"/>
                  </a:schemeClr>
                </a:solidFill>
                <a:latin typeface="Consolas"/>
              </a:rPr>
              <a:t>// 05_spmv/main.cc</a:t>
            </a:r>
          </a:p>
          <a:p>
            <a:pPr marL="0" indent="0">
              <a:buNone/>
            </a:pPr>
            <a:r>
              <a:rPr lang="en-US" sz="2000"/>
              <a:t>SS_LINEAR_READ(</a:t>
            </a:r>
            <a:r>
              <a:rPr lang="en-US" sz="2000" err="1"/>
              <a:t>indA</a:t>
            </a:r>
            <a:r>
              <a:rPr lang="en-US" sz="2000"/>
              <a:t>, an*8, </a:t>
            </a:r>
            <a:r>
              <a:rPr lang="en-US" sz="2000" err="1"/>
              <a:t>P_dotp_indA</a:t>
            </a:r>
            <a:r>
              <a:rPr lang="en-US" sz="2000"/>
              <a:t>);</a:t>
            </a:r>
          </a:p>
          <a:p>
            <a:pPr marL="0" indent="0">
              <a:buNone/>
            </a:pPr>
            <a:r>
              <a:rPr lang="en-US" sz="2000"/>
              <a:t>SS_CONST(</a:t>
            </a:r>
            <a:r>
              <a:rPr lang="en-US" sz="2000" err="1"/>
              <a:t>P_dotp_indA</a:t>
            </a:r>
            <a:r>
              <a:rPr lang="en-US" sz="2000"/>
              <a:t>, sentinel, 1);</a:t>
            </a:r>
          </a:p>
          <a:p>
            <a:pPr marL="0" indent="0">
              <a:buNone/>
            </a:pPr>
            <a:r>
              <a:rPr lang="en-US" sz="2000"/>
              <a:t>SS_LINEAR_READ(</a:t>
            </a:r>
            <a:r>
              <a:rPr lang="en-US" sz="2000" err="1"/>
              <a:t>indB</a:t>
            </a:r>
            <a:r>
              <a:rPr lang="en-US" sz="2000"/>
              <a:t>, bn* 8, </a:t>
            </a:r>
            <a:r>
              <a:rPr lang="en-US" sz="2000" err="1"/>
              <a:t>P_dotp_indB</a:t>
            </a:r>
            <a:r>
              <a:rPr lang="en-US" sz="2000"/>
              <a:t>);</a:t>
            </a:r>
          </a:p>
          <a:p>
            <a:pPr marL="0" indent="0">
              <a:buNone/>
            </a:pPr>
            <a:r>
              <a:rPr lang="en-US" sz="2000"/>
              <a:t>SS_CONST(</a:t>
            </a:r>
            <a:r>
              <a:rPr lang="en-US" sz="2000" err="1"/>
              <a:t>P_dotp_indB</a:t>
            </a:r>
            <a:r>
              <a:rPr lang="en-US" sz="2000"/>
              <a:t>, sentinel, 1);</a:t>
            </a:r>
          </a:p>
          <a:p>
            <a:pPr marL="0" indent="0">
              <a:buNone/>
            </a:pPr>
            <a:r>
              <a:rPr lang="en-US" sz="2000">
                <a:highlight>
                  <a:srgbClr val="FFFF00"/>
                </a:highlight>
              </a:rPr>
              <a:t>SS_INDIRECT(</a:t>
            </a:r>
            <a:r>
              <a:rPr lang="en-US" sz="2000" err="1">
                <a:highlight>
                  <a:srgbClr val="FFFF00"/>
                </a:highlight>
              </a:rPr>
              <a:t>P_dotp_matchIndA</a:t>
            </a:r>
            <a:r>
              <a:rPr lang="en-US" sz="2000">
                <a:highlight>
                  <a:srgbClr val="FFFF00"/>
                </a:highlight>
              </a:rPr>
              <a:t>, </a:t>
            </a:r>
            <a:r>
              <a:rPr lang="en-US" sz="2000" err="1">
                <a:highlight>
                  <a:srgbClr val="FFFF00"/>
                </a:highlight>
              </a:rPr>
              <a:t>valA</a:t>
            </a:r>
            <a:r>
              <a:rPr lang="en-US" sz="2000">
                <a:highlight>
                  <a:srgbClr val="FFFF00"/>
                </a:highlight>
              </a:rPr>
              <a:t>, N, </a:t>
            </a:r>
            <a:r>
              <a:rPr lang="en-US" sz="2000" err="1">
                <a:highlight>
                  <a:srgbClr val="FFFF00"/>
                </a:highlight>
              </a:rPr>
              <a:t>P_dotp_valA</a:t>
            </a:r>
            <a:r>
              <a:rPr lang="en-US" sz="2000">
                <a:highlight>
                  <a:srgbClr val="FFFF00"/>
                </a:highlight>
              </a:rPr>
              <a:t>); </a:t>
            </a:r>
          </a:p>
          <a:p>
            <a:pPr marL="0" indent="0">
              <a:buNone/>
            </a:pPr>
            <a:r>
              <a:rPr lang="en-US" sz="2000">
                <a:highlight>
                  <a:srgbClr val="FFFF00"/>
                </a:highlight>
              </a:rPr>
              <a:t>SS_INDIRECT(</a:t>
            </a:r>
            <a:r>
              <a:rPr lang="en-US" sz="2000" err="1">
                <a:highlight>
                  <a:srgbClr val="FFFF00"/>
                </a:highlight>
              </a:rPr>
              <a:t>P_dotp_matchIndB</a:t>
            </a:r>
            <a:r>
              <a:rPr lang="en-US" sz="2000">
                <a:highlight>
                  <a:srgbClr val="FFFF00"/>
                </a:highlight>
              </a:rPr>
              <a:t>, </a:t>
            </a:r>
            <a:r>
              <a:rPr lang="en-US" sz="2000" err="1">
                <a:highlight>
                  <a:srgbClr val="FFFF00"/>
                </a:highlight>
              </a:rPr>
              <a:t>valB</a:t>
            </a:r>
            <a:r>
              <a:rPr lang="en-US" sz="2000">
                <a:highlight>
                  <a:srgbClr val="FFFF00"/>
                </a:highlight>
              </a:rPr>
              <a:t>, N, </a:t>
            </a:r>
            <a:r>
              <a:rPr lang="en-US" sz="2000" err="1">
                <a:highlight>
                  <a:srgbClr val="FFFF00"/>
                </a:highlight>
              </a:rPr>
              <a:t>P_dotp_valB</a:t>
            </a:r>
            <a:r>
              <a:rPr lang="en-US" sz="2000">
                <a:highlight>
                  <a:srgbClr val="FFFF00"/>
                </a:highlight>
              </a:rPr>
              <a:t>); </a:t>
            </a:r>
          </a:p>
          <a:p>
            <a:pPr marL="0" indent="0">
              <a:buNone/>
            </a:pPr>
            <a:r>
              <a:rPr lang="en-US" sz="2000"/>
              <a:t>SS_RECV(</a:t>
            </a:r>
            <a:r>
              <a:rPr lang="en-US" sz="2000" err="1"/>
              <a:t>P_dotp_O</a:t>
            </a:r>
            <a:r>
              <a:rPr lang="en-US" sz="2000"/>
              <a:t>, output[row]);</a:t>
            </a:r>
          </a:p>
          <a:p>
            <a:pPr marL="0" indent="0">
              <a:buNone/>
            </a:pPr>
            <a:r>
              <a:rPr lang="en-US" sz="2000"/>
              <a:t>SS_RESET(); </a:t>
            </a:r>
          </a:p>
          <a:p>
            <a:pPr marL="0" indent="0">
              <a:buNone/>
            </a:pPr>
            <a:r>
              <a:rPr lang="en-US" sz="2000"/>
              <a:t>SS_WAIT_ALL();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C015AD-8E91-44BE-9024-10BFCA3C6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36</a:t>
            </a:fld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C56207D-AC93-4961-A462-C213A906B3E7}"/>
              </a:ext>
            </a:extLst>
          </p:cNvPr>
          <p:cNvGrpSpPr/>
          <p:nvPr/>
        </p:nvGrpSpPr>
        <p:grpSpPr>
          <a:xfrm>
            <a:off x="116502" y="1418993"/>
            <a:ext cx="5696246" cy="5392622"/>
            <a:chOff x="6438579" y="1362912"/>
            <a:chExt cx="5696246" cy="5392622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4A39955-3B49-40FC-8607-0A44D07CA212}"/>
                </a:ext>
              </a:extLst>
            </p:cNvPr>
            <p:cNvSpPr/>
            <p:nvPr/>
          </p:nvSpPr>
          <p:spPr>
            <a:xfrm>
              <a:off x="8595589" y="6423758"/>
              <a:ext cx="1509299" cy="33177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Recv</a:t>
              </a:r>
              <a:r>
                <a:rPr lang="en-US" sz="2400">
                  <a:solidFill>
                    <a:schemeClr val="tx1"/>
                  </a:solidFill>
                </a:rPr>
                <a:t> (O)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142AE38-3042-461F-A771-B45C11175EA4}"/>
                </a:ext>
              </a:extLst>
            </p:cNvPr>
            <p:cNvSpPr/>
            <p:nvPr/>
          </p:nvSpPr>
          <p:spPr>
            <a:xfrm>
              <a:off x="7389797" y="3490099"/>
              <a:ext cx="411480" cy="41148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&lt;</a:t>
              </a: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9605A71D-B93E-490E-9CEE-71D4F6371493}"/>
                </a:ext>
              </a:extLst>
            </p:cNvPr>
            <p:cNvSpPr/>
            <p:nvPr/>
          </p:nvSpPr>
          <p:spPr>
            <a:xfrm>
              <a:off x="6438579" y="2454931"/>
              <a:ext cx="1362698" cy="6816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indA</a:t>
              </a:r>
              <a:endParaRPr lang="en-US" sz="2400">
                <a:solidFill>
                  <a:schemeClr val="tx1"/>
                </a:solidFill>
              </a:endParaRPr>
            </a:p>
            <a:p>
              <a:pPr algn="ctr"/>
              <a:r>
                <a:rPr lang="en-US" sz="2400">
                  <a:solidFill>
                    <a:schemeClr val="tx1"/>
                  </a:solidFill>
                </a:rPr>
                <a:t>[0:an]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A340121E-E574-4A14-9F57-58DAE8599CA2}"/>
                </a:ext>
              </a:extLst>
            </p:cNvPr>
            <p:cNvCxnSpPr>
              <a:cxnSpLocks/>
              <a:stCxn id="73" idx="2"/>
              <a:endCxn id="61" idx="1"/>
            </p:cNvCxnSpPr>
            <p:nvPr/>
          </p:nvCxnSpPr>
          <p:spPr>
            <a:xfrm>
              <a:off x="7119928" y="3136621"/>
              <a:ext cx="330129" cy="4137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FC320FF-6D1A-47F3-80FD-4491B7D156C1}"/>
                </a:ext>
              </a:extLst>
            </p:cNvPr>
            <p:cNvCxnSpPr>
              <a:cxnSpLocks/>
              <a:endCxn id="61" idx="7"/>
            </p:cNvCxnSpPr>
            <p:nvPr/>
          </p:nvCxnSpPr>
          <p:spPr>
            <a:xfrm flipH="1">
              <a:off x="7741017" y="2917396"/>
              <a:ext cx="433655" cy="63296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3E955BED-8C92-4F99-83B4-DCFA92F43A8F}"/>
                </a:ext>
              </a:extLst>
            </p:cNvPr>
            <p:cNvCxnSpPr>
              <a:cxnSpLocks/>
              <a:stCxn id="61" idx="6"/>
            </p:cNvCxnSpPr>
            <p:nvPr/>
          </p:nvCxnSpPr>
          <p:spPr>
            <a:xfrm flipV="1">
              <a:off x="7801277" y="3132367"/>
              <a:ext cx="574073" cy="563472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0DAE1AFF-020C-4DFF-9131-9FC1A1B7F549}"/>
                </a:ext>
              </a:extLst>
            </p:cNvPr>
            <p:cNvCxnSpPr>
              <a:cxnSpLocks/>
              <a:stCxn id="61" idx="2"/>
            </p:cNvCxnSpPr>
            <p:nvPr/>
          </p:nvCxnSpPr>
          <p:spPr>
            <a:xfrm flipH="1" flipV="1">
              <a:off x="6912816" y="3135425"/>
              <a:ext cx="476981" cy="560414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AFC602B-EFCC-4A05-A523-752D4B7B8CA3}"/>
                </a:ext>
              </a:extLst>
            </p:cNvPr>
            <p:cNvSpPr/>
            <p:nvPr/>
          </p:nvSpPr>
          <p:spPr>
            <a:xfrm>
              <a:off x="6912815" y="4054249"/>
              <a:ext cx="2163451" cy="411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matchIndA</a:t>
              </a:r>
              <a:r>
                <a:rPr lang="en-US" sz="2400">
                  <a:solidFill>
                    <a:schemeClr val="tx1"/>
                  </a:solidFill>
                </a:rPr>
                <a:t>[0:</a:t>
              </a:r>
              <a:r>
                <a:rPr lang="en-US" sz="2400">
                  <a:solidFill>
                    <a:srgbClr val="FF0000"/>
                  </a:solidFill>
                </a:rPr>
                <a:t>N</a:t>
              </a:r>
              <a:r>
                <a:rPr lang="en-US" sz="2400">
                  <a:solidFill>
                    <a:schemeClr val="tx1"/>
                  </a:solidFill>
                </a:rPr>
                <a:t>]</a:t>
              </a: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D96135E1-139D-4C1F-BDC0-834E8445C347}"/>
                </a:ext>
              </a:extLst>
            </p:cNvPr>
            <p:cNvCxnSpPr>
              <a:cxnSpLocks/>
              <a:stCxn id="100" idx="4"/>
              <a:endCxn id="78" idx="0"/>
            </p:cNvCxnSpPr>
            <p:nvPr/>
          </p:nvCxnSpPr>
          <p:spPr>
            <a:xfrm flipH="1">
              <a:off x="7994541" y="3873682"/>
              <a:ext cx="2517360" cy="1805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21D63A63-A8AC-457B-A74F-3986331BD1B1}"/>
                </a:ext>
              </a:extLst>
            </p:cNvPr>
            <p:cNvCxnSpPr>
              <a:cxnSpLocks/>
              <a:stCxn id="61" idx="6"/>
              <a:endCxn id="100" idx="2"/>
            </p:cNvCxnSpPr>
            <p:nvPr/>
          </p:nvCxnSpPr>
          <p:spPr>
            <a:xfrm flipV="1">
              <a:off x="7801277" y="3667942"/>
              <a:ext cx="2521511" cy="2789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F86643A4-AF80-456A-9287-59D6739328FF}"/>
                </a:ext>
              </a:extLst>
            </p:cNvPr>
            <p:cNvCxnSpPr>
              <a:cxnSpLocks/>
              <a:stCxn id="109" idx="2"/>
              <a:endCxn id="73" idx="0"/>
            </p:cNvCxnSpPr>
            <p:nvPr/>
          </p:nvCxnSpPr>
          <p:spPr>
            <a:xfrm flipH="1">
              <a:off x="7119928" y="1719671"/>
              <a:ext cx="621089" cy="7352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AFB9B40D-9D20-42FD-8C00-FE69752AD420}"/>
                </a:ext>
              </a:extLst>
            </p:cNvPr>
            <p:cNvCxnSpPr>
              <a:cxnSpLocks/>
              <a:stCxn id="107" idx="2"/>
            </p:cNvCxnSpPr>
            <p:nvPr/>
          </p:nvCxnSpPr>
          <p:spPr>
            <a:xfrm flipH="1">
              <a:off x="8275398" y="1724092"/>
              <a:ext cx="2548603" cy="6987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C02866D5-A886-419A-A021-9AB5CE7AF141}"/>
                </a:ext>
              </a:extLst>
            </p:cNvPr>
            <p:cNvSpPr/>
            <p:nvPr/>
          </p:nvSpPr>
          <p:spPr>
            <a:xfrm>
              <a:off x="7891906" y="2453735"/>
              <a:ext cx="1362698" cy="6816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indB</a:t>
              </a:r>
              <a:endParaRPr lang="en-US" sz="2400">
                <a:solidFill>
                  <a:schemeClr val="tx1"/>
                </a:solidFill>
              </a:endParaRPr>
            </a:p>
            <a:p>
              <a:pPr algn="ctr"/>
              <a:r>
                <a:rPr lang="en-US" sz="2400">
                  <a:solidFill>
                    <a:schemeClr val="tx1"/>
                  </a:solidFill>
                </a:rPr>
                <a:t>[0:bn]</a:t>
              </a: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5322D6D0-89C3-4139-99B8-830AC7C83FD6}"/>
                </a:ext>
              </a:extLst>
            </p:cNvPr>
            <p:cNvSpPr/>
            <p:nvPr/>
          </p:nvSpPr>
          <p:spPr>
            <a:xfrm>
              <a:off x="9126033" y="5387856"/>
              <a:ext cx="411480" cy="41148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x</a:t>
              </a: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ED4953A-5ED2-476A-A7B2-CA7D0962FB30}"/>
                </a:ext>
              </a:extLst>
            </p:cNvPr>
            <p:cNvSpPr/>
            <p:nvPr/>
          </p:nvSpPr>
          <p:spPr>
            <a:xfrm>
              <a:off x="7205074" y="4727904"/>
              <a:ext cx="1589466" cy="33177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valA</a:t>
              </a:r>
              <a:r>
                <a:rPr lang="en-US" sz="2400">
                  <a:solidFill>
                    <a:schemeClr val="tx1"/>
                  </a:solidFill>
                </a:rPr>
                <a:t> [0:</a:t>
              </a:r>
              <a:r>
                <a:rPr lang="en-US" sz="2400">
                  <a:solidFill>
                    <a:srgbClr val="FF0000"/>
                  </a:solidFill>
                </a:rPr>
                <a:t>N</a:t>
              </a:r>
              <a:r>
                <a:rPr lang="en-US" sz="2400">
                  <a:solidFill>
                    <a:schemeClr val="tx1"/>
                  </a:solidFill>
                </a:rPr>
                <a:t>]</a:t>
              </a: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C35CAFD4-9B13-47F6-B5D3-7F8B8C12C0C4}"/>
                </a:ext>
              </a:extLst>
            </p:cNvPr>
            <p:cNvSpPr/>
            <p:nvPr/>
          </p:nvSpPr>
          <p:spPr>
            <a:xfrm>
              <a:off x="10322788" y="3462202"/>
              <a:ext cx="378225" cy="41148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m</a:t>
              </a: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0F0C23D-7DC3-4E38-B799-CCB9C565FCAA}"/>
                </a:ext>
              </a:extLst>
            </p:cNvPr>
            <p:cNvSpPr/>
            <p:nvPr/>
          </p:nvSpPr>
          <p:spPr>
            <a:xfrm>
              <a:off x="9370601" y="2331271"/>
              <a:ext cx="1362698" cy="6816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cntIndA</a:t>
              </a:r>
              <a:endParaRPr lang="en-US" sz="2400">
                <a:solidFill>
                  <a:schemeClr val="tx1"/>
                </a:solidFill>
              </a:endParaRPr>
            </a:p>
            <a:p>
              <a:pPr algn="ctr"/>
              <a:r>
                <a:rPr lang="en-US" sz="2400">
                  <a:solidFill>
                    <a:schemeClr val="tx1"/>
                  </a:solidFill>
                </a:rPr>
                <a:t>[0:an]</a:t>
              </a:r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EC66989D-B87B-447F-813B-AA169FA64D30}"/>
                </a:ext>
              </a:extLst>
            </p:cNvPr>
            <p:cNvCxnSpPr>
              <a:cxnSpLocks/>
              <a:stCxn id="125" idx="4"/>
              <a:endCxn id="101" idx="0"/>
            </p:cNvCxnSpPr>
            <p:nvPr/>
          </p:nvCxnSpPr>
          <p:spPr>
            <a:xfrm>
              <a:off x="10051950" y="2211094"/>
              <a:ext cx="0" cy="12017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7EEDCFB7-AB56-47E7-9395-AFE77BF0D1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01013" y="2995106"/>
              <a:ext cx="920076" cy="619687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ED4FB70D-B3A3-4A41-9258-C57660BBBF62}"/>
                </a:ext>
              </a:extLst>
            </p:cNvPr>
            <p:cNvCxnSpPr>
              <a:cxnSpLocks/>
              <a:stCxn id="100" idx="1"/>
              <a:endCxn id="101" idx="2"/>
            </p:cNvCxnSpPr>
            <p:nvPr/>
          </p:nvCxnSpPr>
          <p:spPr>
            <a:xfrm flipH="1" flipV="1">
              <a:off x="10051950" y="3012961"/>
              <a:ext cx="326228" cy="509501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0B3D8BF-902D-4AD9-82AA-732796FAEC41}"/>
                </a:ext>
              </a:extLst>
            </p:cNvPr>
            <p:cNvSpPr/>
            <p:nvPr/>
          </p:nvSpPr>
          <p:spPr>
            <a:xfrm>
              <a:off x="10772127" y="2313417"/>
              <a:ext cx="1362698" cy="6816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cntIndB</a:t>
              </a:r>
              <a:endParaRPr lang="en-US" sz="2400">
                <a:solidFill>
                  <a:schemeClr val="tx1"/>
                </a:solidFill>
              </a:endParaRPr>
            </a:p>
            <a:p>
              <a:pPr algn="ctr"/>
              <a:r>
                <a:rPr lang="en-US" sz="2400">
                  <a:solidFill>
                    <a:schemeClr val="tx1"/>
                  </a:solidFill>
                </a:rPr>
                <a:t>[0:an]</a:t>
              </a:r>
            </a:p>
          </p:txBody>
        </p: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A599CC6A-1008-431B-AA13-E217E00A0B78}"/>
                </a:ext>
              </a:extLst>
            </p:cNvPr>
            <p:cNvCxnSpPr>
              <a:cxnSpLocks/>
              <a:stCxn id="109" idx="2"/>
              <a:endCxn id="125" idx="0"/>
            </p:cNvCxnSpPr>
            <p:nvPr/>
          </p:nvCxnSpPr>
          <p:spPr>
            <a:xfrm>
              <a:off x="7741017" y="1719671"/>
              <a:ext cx="2310933" cy="1895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177F3E9-3EF2-4C1F-AAE4-882FA662A15F}"/>
                </a:ext>
              </a:extLst>
            </p:cNvPr>
            <p:cNvSpPr/>
            <p:nvPr/>
          </p:nvSpPr>
          <p:spPr>
            <a:xfrm>
              <a:off x="9726934" y="1367333"/>
              <a:ext cx="2194134" cy="35675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indB</a:t>
              </a:r>
              <a:r>
                <a:rPr lang="en-US" sz="2400">
                  <a:solidFill>
                    <a:schemeClr val="tx1"/>
                  </a:solidFill>
                </a:rPr>
                <a:t> [0:bn]</a:t>
              </a:r>
            </a:p>
          </p:txBody>
        </p: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0C70DC02-C1D5-4E2E-B901-2A41DD081A0E}"/>
                </a:ext>
              </a:extLst>
            </p:cNvPr>
            <p:cNvCxnSpPr>
              <a:cxnSpLocks/>
              <a:stCxn id="107" idx="2"/>
              <a:endCxn id="126" idx="0"/>
            </p:cNvCxnSpPr>
            <p:nvPr/>
          </p:nvCxnSpPr>
          <p:spPr>
            <a:xfrm>
              <a:off x="10824001" y="1724092"/>
              <a:ext cx="531065" cy="16676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8A1B995-BD52-46D9-952B-F4DD353C285F}"/>
                </a:ext>
              </a:extLst>
            </p:cNvPr>
            <p:cNvSpPr/>
            <p:nvPr/>
          </p:nvSpPr>
          <p:spPr>
            <a:xfrm>
              <a:off x="6643950" y="1362912"/>
              <a:ext cx="2194134" cy="35675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indA</a:t>
              </a:r>
              <a:r>
                <a:rPr lang="en-US" sz="2400">
                  <a:solidFill>
                    <a:schemeClr val="tx1"/>
                  </a:solidFill>
                </a:rPr>
                <a:t> [0:an]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14959F60-BBDD-41F0-A4EA-9D93ED9D931B}"/>
                </a:ext>
              </a:extLst>
            </p:cNvPr>
            <p:cNvSpPr/>
            <p:nvPr/>
          </p:nvSpPr>
          <p:spPr>
            <a:xfrm>
              <a:off x="9211256" y="4054248"/>
              <a:ext cx="2163451" cy="41140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matchIndB</a:t>
              </a:r>
              <a:r>
                <a:rPr lang="en-US" sz="2400">
                  <a:solidFill>
                    <a:schemeClr val="tx1"/>
                  </a:solidFill>
                </a:rPr>
                <a:t>[0:</a:t>
              </a:r>
              <a:r>
                <a:rPr lang="en-US" sz="2400">
                  <a:solidFill>
                    <a:srgbClr val="FF0000"/>
                  </a:solidFill>
                </a:rPr>
                <a:t>N</a:t>
              </a:r>
              <a:r>
                <a:rPr lang="en-US" sz="2400">
                  <a:solidFill>
                    <a:schemeClr val="tx1"/>
                  </a:solidFill>
                </a:rPr>
                <a:t>]</a:t>
              </a: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AE100752-5AD7-4B4A-B33A-F493D70591B2}"/>
                </a:ext>
              </a:extLst>
            </p:cNvPr>
            <p:cNvCxnSpPr>
              <a:cxnSpLocks/>
              <a:stCxn id="100" idx="4"/>
              <a:endCxn id="110" idx="0"/>
            </p:cNvCxnSpPr>
            <p:nvPr/>
          </p:nvCxnSpPr>
          <p:spPr>
            <a:xfrm flipH="1">
              <a:off x="10292982" y="3873682"/>
              <a:ext cx="218919" cy="1805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0C62F29-D5DF-4EC7-B2A7-D7308971DB56}"/>
                </a:ext>
              </a:extLst>
            </p:cNvPr>
            <p:cNvSpPr/>
            <p:nvPr/>
          </p:nvSpPr>
          <p:spPr>
            <a:xfrm>
              <a:off x="9504855" y="4712097"/>
              <a:ext cx="1589466" cy="33177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valB</a:t>
              </a:r>
              <a:r>
                <a:rPr lang="en-US" sz="2400">
                  <a:solidFill>
                    <a:schemeClr val="tx1"/>
                  </a:solidFill>
                </a:rPr>
                <a:t> [0:</a:t>
              </a:r>
              <a:r>
                <a:rPr lang="en-US" sz="2400">
                  <a:solidFill>
                    <a:srgbClr val="FF0000"/>
                  </a:solidFill>
                </a:rPr>
                <a:t>N</a:t>
              </a:r>
              <a:r>
                <a:rPr lang="en-US" sz="2400">
                  <a:solidFill>
                    <a:schemeClr val="tx1"/>
                  </a:solidFill>
                </a:rPr>
                <a:t>]</a:t>
              </a: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A2FD4BA1-D393-482B-8FD3-F994EE1A1E37}"/>
                </a:ext>
              </a:extLst>
            </p:cNvPr>
            <p:cNvCxnSpPr>
              <a:cxnSpLocks/>
              <a:stCxn id="78" idx="2"/>
              <a:endCxn id="99" idx="0"/>
            </p:cNvCxnSpPr>
            <p:nvPr/>
          </p:nvCxnSpPr>
          <p:spPr>
            <a:xfrm>
              <a:off x="7994541" y="4465650"/>
              <a:ext cx="5266" cy="26225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767D517E-21A9-4E78-860A-0C808D8E80B0}"/>
                </a:ext>
              </a:extLst>
            </p:cNvPr>
            <p:cNvCxnSpPr>
              <a:cxnSpLocks/>
              <a:stCxn id="110" idx="2"/>
              <a:endCxn id="112" idx="0"/>
            </p:cNvCxnSpPr>
            <p:nvPr/>
          </p:nvCxnSpPr>
          <p:spPr>
            <a:xfrm>
              <a:off x="10292982" y="4465649"/>
              <a:ext cx="6606" cy="24644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3EC0CF0D-A8A0-4B1A-A4DC-CC414916DE53}"/>
                </a:ext>
              </a:extLst>
            </p:cNvPr>
            <p:cNvCxnSpPr>
              <a:cxnSpLocks/>
              <a:stCxn id="99" idx="2"/>
              <a:endCxn id="98" idx="1"/>
            </p:cNvCxnSpPr>
            <p:nvPr/>
          </p:nvCxnSpPr>
          <p:spPr>
            <a:xfrm>
              <a:off x="7999807" y="5059680"/>
              <a:ext cx="1186486" cy="38843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26F5644F-B67C-4A00-ADC5-43DF82EFD128}"/>
                </a:ext>
              </a:extLst>
            </p:cNvPr>
            <p:cNvCxnSpPr>
              <a:cxnSpLocks/>
              <a:stCxn id="112" idx="2"/>
              <a:endCxn id="98" idx="7"/>
            </p:cNvCxnSpPr>
            <p:nvPr/>
          </p:nvCxnSpPr>
          <p:spPr>
            <a:xfrm flipH="1">
              <a:off x="9477253" y="5043873"/>
              <a:ext cx="822335" cy="4042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D8AA62B8-9D32-4786-9394-81897C19F568}"/>
                </a:ext>
              </a:extLst>
            </p:cNvPr>
            <p:cNvSpPr/>
            <p:nvPr/>
          </p:nvSpPr>
          <p:spPr>
            <a:xfrm>
              <a:off x="9153125" y="5903905"/>
              <a:ext cx="378225" cy="41148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+</a:t>
              </a:r>
              <a:endParaRPr lang="en-US" b="1">
                <a:solidFill>
                  <a:schemeClr val="tx1"/>
                </a:solidFill>
              </a:endParaRPr>
            </a:p>
          </p:txBody>
        </p: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DA88895D-D4CB-4A30-B902-3E02A448616F}"/>
                </a:ext>
              </a:extLst>
            </p:cNvPr>
            <p:cNvCxnSpPr>
              <a:cxnSpLocks/>
              <a:stCxn id="98" idx="4"/>
              <a:endCxn id="117" idx="0"/>
            </p:cNvCxnSpPr>
            <p:nvPr/>
          </p:nvCxnSpPr>
          <p:spPr>
            <a:xfrm>
              <a:off x="9331773" y="5799336"/>
              <a:ext cx="10465" cy="10456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3E59E39B-B5A2-4A9A-B9B8-34BFD955AC5F}"/>
                </a:ext>
              </a:extLst>
            </p:cNvPr>
            <p:cNvCxnSpPr>
              <a:cxnSpLocks/>
              <a:stCxn id="117" idx="4"/>
              <a:endCxn id="54" idx="0"/>
            </p:cNvCxnSpPr>
            <p:nvPr/>
          </p:nvCxnSpPr>
          <p:spPr>
            <a:xfrm>
              <a:off x="9342238" y="6315385"/>
              <a:ext cx="8001" cy="10837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3F7B20CC-8DF8-45A3-B155-DCADEF461C7B}"/>
                </a:ext>
              </a:extLst>
            </p:cNvPr>
            <p:cNvSpPr/>
            <p:nvPr/>
          </p:nvSpPr>
          <p:spPr>
            <a:xfrm>
              <a:off x="7686166" y="5886456"/>
              <a:ext cx="411480" cy="41148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f</a:t>
              </a:r>
              <a:endParaRPr lang="en-US" b="1">
                <a:solidFill>
                  <a:schemeClr val="tx1"/>
                </a:solidFill>
              </a:endParaRPr>
            </a:p>
          </p:txBody>
        </p:sp>
        <p:cxnSp>
          <p:nvCxnSpPr>
            <p:cNvPr id="121" name="Connector: Curved 120">
              <a:extLst>
                <a:ext uri="{FF2B5EF4-FFF2-40B4-BE49-F238E27FC236}">
                  <a16:creationId xmlns:a16="http://schemas.microsoft.com/office/drawing/2014/main" id="{260E998E-0E54-41D1-A4DF-CBE04CA6EBCF}"/>
                </a:ext>
              </a:extLst>
            </p:cNvPr>
            <p:cNvCxnSpPr>
              <a:stCxn id="61" idx="2"/>
              <a:endCxn id="120" idx="2"/>
            </p:cNvCxnSpPr>
            <p:nvPr/>
          </p:nvCxnSpPr>
          <p:spPr>
            <a:xfrm rot="10800000" flipH="1" flipV="1">
              <a:off x="7389796" y="3695838"/>
              <a:ext cx="296369" cy="2396357"/>
            </a:xfrm>
            <a:prstGeom prst="curvedConnector3">
              <a:avLst>
                <a:gd name="adj1" fmla="val -257112"/>
              </a:avLst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83BE5982-3878-4F38-9CD3-98AE26C619DE}"/>
                </a:ext>
              </a:extLst>
            </p:cNvPr>
            <p:cNvCxnSpPr>
              <a:cxnSpLocks/>
              <a:stCxn id="120" idx="6"/>
              <a:endCxn id="117" idx="2"/>
            </p:cNvCxnSpPr>
            <p:nvPr/>
          </p:nvCxnSpPr>
          <p:spPr>
            <a:xfrm>
              <a:off x="8097646" y="6092196"/>
              <a:ext cx="1055479" cy="1744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ctor: Curved 122">
              <a:extLst>
                <a:ext uri="{FF2B5EF4-FFF2-40B4-BE49-F238E27FC236}">
                  <a16:creationId xmlns:a16="http://schemas.microsoft.com/office/drawing/2014/main" id="{C0521991-9C56-4C19-9DA3-85ABA1CC6422}"/>
                </a:ext>
              </a:extLst>
            </p:cNvPr>
            <p:cNvCxnSpPr>
              <a:stCxn id="117" idx="7"/>
              <a:endCxn id="117" idx="5"/>
            </p:cNvCxnSpPr>
            <p:nvPr/>
          </p:nvCxnSpPr>
          <p:spPr>
            <a:xfrm rot="16200000" flipH="1">
              <a:off x="9330480" y="6109645"/>
              <a:ext cx="290960" cy="12700"/>
            </a:xfrm>
            <a:prstGeom prst="curvedConnector5">
              <a:avLst>
                <a:gd name="adj1" fmla="val -78568"/>
                <a:gd name="adj2" fmla="val 2284866"/>
                <a:gd name="adj3" fmla="val 96259"/>
              </a:avLst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8FF7C0F-A55C-41BE-8FAF-27B666E6414E}"/>
                </a:ext>
              </a:extLst>
            </p:cNvPr>
            <p:cNvSpPr txBox="1"/>
            <p:nvPr/>
          </p:nvSpPr>
          <p:spPr>
            <a:xfrm>
              <a:off x="9815182" y="5682343"/>
              <a:ext cx="1008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discard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853B7C7B-F428-49B8-82DB-34508FC4290D}"/>
                </a:ext>
              </a:extLst>
            </p:cNvPr>
            <p:cNvSpPr/>
            <p:nvPr/>
          </p:nvSpPr>
          <p:spPr>
            <a:xfrm>
              <a:off x="9862837" y="1909267"/>
              <a:ext cx="378225" cy="301827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+</a:t>
              </a:r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FF066A8E-0685-47BC-A061-97F8ED66425C}"/>
                </a:ext>
              </a:extLst>
            </p:cNvPr>
            <p:cNvSpPr/>
            <p:nvPr/>
          </p:nvSpPr>
          <p:spPr>
            <a:xfrm>
              <a:off x="11165953" y="1890854"/>
              <a:ext cx="378225" cy="27582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5720" rIns="0" bIns="0" rtlCol="0" anchor="ctr"/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+</a:t>
              </a:r>
              <a:endParaRPr lang="en-US" b="1">
                <a:solidFill>
                  <a:schemeClr val="tx1"/>
                </a:solidFill>
              </a:endParaRP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BE31A687-0944-44CE-95AE-ECD2B26D989D}"/>
                </a:ext>
              </a:extLst>
            </p:cNvPr>
            <p:cNvCxnSpPr>
              <a:cxnSpLocks/>
              <a:stCxn id="105" idx="2"/>
              <a:endCxn id="100" idx="7"/>
            </p:cNvCxnSpPr>
            <p:nvPr/>
          </p:nvCxnSpPr>
          <p:spPr>
            <a:xfrm flipH="1">
              <a:off x="10645623" y="2995107"/>
              <a:ext cx="807853" cy="52735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AF7795CD-90A9-4CEC-BEFE-9B76FDAAA153}"/>
                </a:ext>
              </a:extLst>
            </p:cNvPr>
            <p:cNvCxnSpPr>
              <a:cxnSpLocks/>
              <a:endCxn id="100" idx="0"/>
            </p:cNvCxnSpPr>
            <p:nvPr/>
          </p:nvCxnSpPr>
          <p:spPr>
            <a:xfrm>
              <a:off x="10183015" y="3010749"/>
              <a:ext cx="328886" cy="4514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3827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8689-E471-42A5-A3E8-1674A4584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Example 2: </a:t>
            </a:r>
            <a:r>
              <a:rPr lang="en-US" err="1">
                <a:ea typeface="+mj-lt"/>
                <a:cs typeface="+mj-lt"/>
              </a:rPr>
              <a:t>SpMV</a:t>
            </a:r>
            <a:r>
              <a:rPr lang="en-US">
                <a:ea typeface="+mj-lt"/>
                <a:cs typeface="+mj-lt"/>
              </a:rPr>
              <a:t> ($ ./run.sh </a:t>
            </a:r>
            <a:r>
              <a:rPr lang="en-US" err="1">
                <a:ea typeface="+mj-lt"/>
                <a:cs typeface="+mj-lt"/>
              </a:rPr>
              <a:t>main.out</a:t>
            </a:r>
            <a:br>
              <a:rPr lang="en-US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DENSITY=0.1 N=4096 DT=64)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4C38C-3447-492B-A8E3-0AE6B963A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3816"/>
            <a:ext cx="10515600" cy="4923868"/>
          </a:xfr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Simulator Time: 2.59 sec</a:t>
            </a:r>
            <a:endParaRPr lang="en-US">
              <a:cs typeface="Calibri" panose="020F050202020403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Cycles: 95651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ACCEL 0 STATS ***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Commands Issued: 512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CGRA Instances: 5276 -- Activity Ratio: 0.543, DFGs / Cycle: 0.05516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For </a:t>
            </a:r>
            <a:r>
              <a:rPr lang="en-US" err="1">
                <a:ea typeface="+mn-lt"/>
                <a:cs typeface="+mn-lt"/>
              </a:rPr>
              <a:t>backcgra</a:t>
            </a:r>
            <a:r>
              <a:rPr lang="en-US">
                <a:ea typeface="+mn-lt"/>
                <a:cs typeface="+mn-lt"/>
              </a:rPr>
              <a:t>, Average </a:t>
            </a:r>
            <a:r>
              <a:rPr lang="en-US" err="1">
                <a:ea typeface="+mn-lt"/>
                <a:cs typeface="+mn-lt"/>
              </a:rPr>
              <a:t>thoughput</a:t>
            </a:r>
            <a:r>
              <a:rPr lang="en-US">
                <a:ea typeface="+mn-lt"/>
                <a:cs typeface="+mn-lt"/>
              </a:rPr>
              <a:t> of all ports (overall): 0.01839, CGRA outputs/</a:t>
            </a:r>
            <a:r>
              <a:rPr lang="en-US" err="1">
                <a:ea typeface="+mn-lt"/>
                <a:cs typeface="+mn-lt"/>
              </a:rPr>
              <a:t>cgra</a:t>
            </a:r>
            <a:r>
              <a:rPr lang="en-US">
                <a:ea typeface="+mn-lt"/>
                <a:cs typeface="+mn-lt"/>
              </a:rPr>
              <a:t> busy cycles: 0.1016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CGRA </a:t>
            </a:r>
            <a:r>
              <a:rPr lang="en-US" err="1">
                <a:ea typeface="+mn-lt"/>
                <a:cs typeface="+mn-lt"/>
              </a:rPr>
              <a:t>Insts</a:t>
            </a:r>
            <a:r>
              <a:rPr lang="en-US">
                <a:ea typeface="+mn-lt"/>
                <a:cs typeface="+mn-lt"/>
              </a:rPr>
              <a:t> / Computation Instance: 39.38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CGRA </a:t>
            </a:r>
            <a:r>
              <a:rPr lang="en-US" err="1">
                <a:ea typeface="+mn-lt"/>
                <a:cs typeface="+mn-lt"/>
              </a:rPr>
              <a:t>Insts</a:t>
            </a:r>
            <a:r>
              <a:rPr lang="en-US">
                <a:ea typeface="+mn-lt"/>
                <a:cs typeface="+mn-lt"/>
              </a:rPr>
              <a:t> / Cycle: 2.172 (overall activity factor)</a:t>
            </a:r>
            <a:endParaRPr lang="en-US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Mapped DFG utilization: 0.3103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598A4-F753-464E-B377-D46DAA7D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6C60C-30B6-4108-AD46-A7893EBD9FDB}"/>
              </a:ext>
            </a:extLst>
          </p:cNvPr>
          <p:cNvSpPr txBox="1"/>
          <p:nvPr/>
        </p:nvSpPr>
        <p:spPr>
          <a:xfrm>
            <a:off x="5965370" y="2035629"/>
            <a:ext cx="5278735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Matrix occupies more space, needs double buffer for better hit rate</a:t>
            </a:r>
          </a:p>
        </p:txBody>
      </p:sp>
    </p:spTree>
    <p:extLst>
      <p:ext uri="{BB962C8B-B14F-4D97-AF65-F5344CB8AC3E}">
        <p14:creationId xmlns:p14="http://schemas.microsoft.com/office/powerpoint/2010/main" val="8518409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BB630-73FF-407B-BC49-A72E548F0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Example 2: Dot product ($./run.sh main.out DENSITY=0.1 N=1024 DT=16)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82351-360B-4917-87DD-C8CB28F1A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Simulator Time: 0.04666 sec</a:t>
            </a:r>
          </a:p>
          <a:p>
            <a:pPr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Cycles: 225</a:t>
            </a:r>
          </a:p>
          <a:p>
            <a:pPr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Number of coalesced SPU requests: 0</a:t>
            </a:r>
          </a:p>
          <a:p>
            <a:pPr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Control Core </a:t>
            </a:r>
            <a:r>
              <a:rPr lang="en-US" sz="2000" err="1">
                <a:ea typeface="+mn-lt"/>
                <a:cs typeface="+mn-lt"/>
              </a:rPr>
              <a:t>Insts</a:t>
            </a:r>
            <a:r>
              <a:rPr lang="en-US" sz="2000">
                <a:ea typeface="+mn-lt"/>
                <a:cs typeface="+mn-lt"/>
              </a:rPr>
              <a:t> Issued: 53</a:t>
            </a:r>
          </a:p>
          <a:p>
            <a:pPr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Control Core Discarded </a:t>
            </a:r>
            <a:r>
              <a:rPr lang="en-US" sz="2000" err="1">
                <a:ea typeface="+mn-lt"/>
                <a:cs typeface="+mn-lt"/>
              </a:rPr>
              <a:t>Insts</a:t>
            </a:r>
            <a:r>
              <a:rPr lang="en-US" sz="2000">
                <a:ea typeface="+mn-lt"/>
                <a:cs typeface="+mn-lt"/>
              </a:rPr>
              <a:t> Issued: 18</a:t>
            </a:r>
          </a:p>
          <a:p>
            <a:pPr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Control Core Discarded Inst Stalls: 0.3396</a:t>
            </a:r>
          </a:p>
          <a:p>
            <a:pPr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Control Core Config Stalls: 0.04889</a:t>
            </a:r>
          </a:p>
          <a:p>
            <a:pPr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Control Core Wait Stalls:   </a:t>
            </a:r>
          </a:p>
          <a:p>
            <a:pPr>
              <a:spcBef>
                <a:spcPts val="0"/>
              </a:spcBef>
              <a:buNone/>
            </a:pPr>
            <a:endParaRPr lang="en-US" sz="2000"/>
          </a:p>
          <a:p>
            <a:pPr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ACCEL 0 STATS ***</a:t>
            </a:r>
          </a:p>
          <a:p>
            <a:pPr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Commands Issued: 8</a:t>
            </a:r>
          </a:p>
          <a:p>
            <a:pPr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CGRA Instances: 5 -- Activity Ratio: 0.9244, DFGs / Cycle: 0.02222</a:t>
            </a:r>
          </a:p>
          <a:p>
            <a:pPr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For </a:t>
            </a:r>
            <a:r>
              <a:rPr lang="en-US" sz="2000" err="1">
                <a:ea typeface="+mn-lt"/>
                <a:cs typeface="+mn-lt"/>
              </a:rPr>
              <a:t>backcgra</a:t>
            </a:r>
            <a:r>
              <a:rPr lang="en-US" sz="2000">
                <a:ea typeface="+mn-lt"/>
                <a:cs typeface="+mn-lt"/>
              </a:rPr>
              <a:t>, Average </a:t>
            </a:r>
            <a:r>
              <a:rPr lang="en-US" sz="2000" err="1">
                <a:ea typeface="+mn-lt"/>
                <a:cs typeface="+mn-lt"/>
              </a:rPr>
              <a:t>thoughput</a:t>
            </a:r>
            <a:r>
              <a:rPr lang="en-US" sz="2000">
                <a:ea typeface="+mn-lt"/>
                <a:cs typeface="+mn-lt"/>
              </a:rPr>
              <a:t> of all ports (overall): 0.007407, CGRA outputs/</a:t>
            </a:r>
            <a:r>
              <a:rPr lang="en-US" sz="2000" err="1">
                <a:ea typeface="+mn-lt"/>
                <a:cs typeface="+mn-lt"/>
              </a:rPr>
              <a:t>cgra</a:t>
            </a:r>
            <a:r>
              <a:rPr lang="en-US" sz="2000">
                <a:ea typeface="+mn-lt"/>
                <a:cs typeface="+mn-lt"/>
              </a:rPr>
              <a:t> busy cycles: 0.02404</a:t>
            </a:r>
          </a:p>
          <a:p>
            <a:pPr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CGRA </a:t>
            </a:r>
            <a:r>
              <a:rPr lang="en-US" sz="2000" err="1">
                <a:ea typeface="+mn-lt"/>
                <a:cs typeface="+mn-lt"/>
              </a:rPr>
              <a:t>Insts</a:t>
            </a:r>
            <a:r>
              <a:rPr lang="en-US" sz="2000">
                <a:ea typeface="+mn-lt"/>
                <a:cs typeface="+mn-lt"/>
              </a:rPr>
              <a:t> / Computation Instance: 165.8</a:t>
            </a:r>
          </a:p>
          <a:p>
            <a:pPr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CGRA </a:t>
            </a:r>
            <a:r>
              <a:rPr lang="en-US" sz="2000" err="1">
                <a:ea typeface="+mn-lt"/>
                <a:cs typeface="+mn-lt"/>
              </a:rPr>
              <a:t>Insts</a:t>
            </a:r>
            <a:r>
              <a:rPr lang="en-US" sz="2000">
                <a:ea typeface="+mn-lt"/>
                <a:cs typeface="+mn-lt"/>
              </a:rPr>
              <a:t> / Cycle: 3.684 (overall activity factor)</a:t>
            </a:r>
          </a:p>
          <a:p>
            <a:pPr>
              <a:spcBef>
                <a:spcPts val="0"/>
              </a:spcBef>
              <a:buNone/>
            </a:pPr>
            <a:r>
              <a:rPr lang="en-US" sz="2000">
                <a:ea typeface="+mn-lt"/>
                <a:cs typeface="+mn-lt"/>
              </a:rPr>
              <a:t>Mapped DFG utilization: 0.5263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0CE1A-0737-48F2-9919-40BB9B9C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8A1A6-1D93-4104-B80D-6745A5A47DCE}"/>
              </a:ext>
            </a:extLst>
          </p:cNvPr>
          <p:cNvSpPr txBox="1"/>
          <p:nvPr/>
        </p:nvSpPr>
        <p:spPr>
          <a:xfrm>
            <a:off x="5965370" y="2035629"/>
            <a:ext cx="5278735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Pipelined execution of smaller data-width vectors</a:t>
            </a:r>
          </a:p>
        </p:txBody>
      </p:sp>
    </p:spTree>
    <p:extLst>
      <p:ext uri="{BB962C8B-B14F-4D97-AF65-F5344CB8AC3E}">
        <p14:creationId xmlns:p14="http://schemas.microsoft.com/office/powerpoint/2010/main" val="29318558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B5618B2B-DFE7-430A-99E4-22AFD56CCE58}"/>
              </a:ext>
            </a:extLst>
          </p:cNvPr>
          <p:cNvGrpSpPr/>
          <p:nvPr/>
        </p:nvGrpSpPr>
        <p:grpSpPr>
          <a:xfrm>
            <a:off x="2091346" y="2819401"/>
            <a:ext cx="2023454" cy="1856337"/>
            <a:chOff x="6510946" y="3469812"/>
            <a:chExt cx="2023454" cy="1434525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74BF10D-F812-4554-93F1-72CF65D5DE3D}"/>
                </a:ext>
              </a:extLst>
            </p:cNvPr>
            <p:cNvCxnSpPr>
              <a:cxnSpLocks/>
            </p:cNvCxnSpPr>
            <p:nvPr/>
          </p:nvCxnSpPr>
          <p:spPr>
            <a:xfrm>
              <a:off x="6510946" y="3469812"/>
              <a:ext cx="0" cy="1428116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307034E-E7BA-4A30-BD76-51204E9599FB}"/>
                </a:ext>
              </a:extLst>
            </p:cNvPr>
            <p:cNvCxnSpPr>
              <a:cxnSpLocks/>
            </p:cNvCxnSpPr>
            <p:nvPr/>
          </p:nvCxnSpPr>
          <p:spPr>
            <a:xfrm>
              <a:off x="7332706" y="3764238"/>
              <a:ext cx="0" cy="1140099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9EE0525-0378-4B1B-A0B5-C8781F66AA70}"/>
                </a:ext>
              </a:extLst>
            </p:cNvPr>
            <p:cNvCxnSpPr/>
            <p:nvPr/>
          </p:nvCxnSpPr>
          <p:spPr>
            <a:xfrm>
              <a:off x="8534400" y="3469812"/>
              <a:ext cx="0" cy="14281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DCF8E61-34E8-4A56-98D1-2B22E286EB18}"/>
              </a:ext>
            </a:extLst>
          </p:cNvPr>
          <p:cNvCxnSpPr>
            <a:cxnSpLocks/>
          </p:cNvCxnSpPr>
          <p:nvPr/>
        </p:nvCxnSpPr>
        <p:spPr>
          <a:xfrm flipH="1">
            <a:off x="2095500" y="3241214"/>
            <a:ext cx="2019300" cy="0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06F7B4D-537A-4FC3-87BA-CC8019F9C3B2}"/>
              </a:ext>
            </a:extLst>
          </p:cNvPr>
          <p:cNvCxnSpPr>
            <a:cxnSpLocks/>
          </p:cNvCxnSpPr>
          <p:nvPr/>
        </p:nvCxnSpPr>
        <p:spPr>
          <a:xfrm flipH="1">
            <a:off x="2105636" y="3865313"/>
            <a:ext cx="2000189" cy="0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1BB9D53-BA77-4FA1-8558-7A9086357A3A}"/>
              </a:ext>
            </a:extLst>
          </p:cNvPr>
          <p:cNvCxnSpPr>
            <a:cxnSpLocks/>
          </p:cNvCxnSpPr>
          <p:nvPr/>
        </p:nvCxnSpPr>
        <p:spPr>
          <a:xfrm flipH="1">
            <a:off x="2114612" y="4666937"/>
            <a:ext cx="2000189" cy="0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6E98109-1A91-40F0-9529-D429ECB1BABE}"/>
              </a:ext>
            </a:extLst>
          </p:cNvPr>
          <p:cNvCxnSpPr/>
          <p:nvPr/>
        </p:nvCxnSpPr>
        <p:spPr>
          <a:xfrm>
            <a:off x="2133600" y="2362200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24227F0-E479-4177-817D-0FE00EDD33E9}"/>
              </a:ext>
            </a:extLst>
          </p:cNvPr>
          <p:cNvCxnSpPr/>
          <p:nvPr/>
        </p:nvCxnSpPr>
        <p:spPr>
          <a:xfrm>
            <a:off x="2405743" y="2362200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6DFBD8C-9376-410E-9951-4527FA11D948}"/>
              </a:ext>
            </a:extLst>
          </p:cNvPr>
          <p:cNvCxnSpPr/>
          <p:nvPr/>
        </p:nvCxnSpPr>
        <p:spPr>
          <a:xfrm>
            <a:off x="2677886" y="2362200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8A54BD5-9E5F-4AEE-9CFB-FC876B7B93C9}"/>
              </a:ext>
            </a:extLst>
          </p:cNvPr>
          <p:cNvCxnSpPr/>
          <p:nvPr/>
        </p:nvCxnSpPr>
        <p:spPr>
          <a:xfrm>
            <a:off x="2950029" y="2362200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2364FCA-4BCD-4CA2-B2DF-5668B89CDD77}"/>
              </a:ext>
            </a:extLst>
          </p:cNvPr>
          <p:cNvCxnSpPr/>
          <p:nvPr/>
        </p:nvCxnSpPr>
        <p:spPr>
          <a:xfrm>
            <a:off x="3222172" y="2362200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09DC4F1-8E6C-4873-9E58-32D13E0C5E11}"/>
              </a:ext>
            </a:extLst>
          </p:cNvPr>
          <p:cNvCxnSpPr/>
          <p:nvPr/>
        </p:nvCxnSpPr>
        <p:spPr>
          <a:xfrm>
            <a:off x="3494315" y="2362200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DFF5913-1217-4B5B-8CC6-AC3A0FADFF3F}"/>
              </a:ext>
            </a:extLst>
          </p:cNvPr>
          <p:cNvCxnSpPr/>
          <p:nvPr/>
        </p:nvCxnSpPr>
        <p:spPr>
          <a:xfrm>
            <a:off x="3766458" y="2362200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E9DCDEF-0248-491F-A667-68F815DEF10C}"/>
              </a:ext>
            </a:extLst>
          </p:cNvPr>
          <p:cNvCxnSpPr/>
          <p:nvPr/>
        </p:nvCxnSpPr>
        <p:spPr>
          <a:xfrm>
            <a:off x="4038600" y="2362200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22689290-3653-459E-83BE-CAE5AD92056D}"/>
              </a:ext>
            </a:extLst>
          </p:cNvPr>
          <p:cNvSpPr/>
          <p:nvPr/>
        </p:nvSpPr>
        <p:spPr>
          <a:xfrm>
            <a:off x="1752600" y="1981200"/>
            <a:ext cx="26670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 Memory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D19720B-D386-485E-8CF7-D6510BF6B930}"/>
              </a:ext>
            </a:extLst>
          </p:cNvPr>
          <p:cNvSpPr/>
          <p:nvPr/>
        </p:nvSpPr>
        <p:spPr>
          <a:xfrm>
            <a:off x="1752600" y="2514600"/>
            <a:ext cx="2667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Global Stream Engine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0AF36AB-CBDD-4A28-97C2-52024EF86237}"/>
              </a:ext>
            </a:extLst>
          </p:cNvPr>
          <p:cNvSpPr/>
          <p:nvPr/>
        </p:nvSpPr>
        <p:spPr>
          <a:xfrm>
            <a:off x="1752601" y="2979420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SPU Core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DDC4710-60E6-4D05-9376-6336FC8BB329}"/>
              </a:ext>
            </a:extLst>
          </p:cNvPr>
          <p:cNvSpPr/>
          <p:nvPr/>
        </p:nvSpPr>
        <p:spPr>
          <a:xfrm>
            <a:off x="3766459" y="2979420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SPU Core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553DB3F-F02E-40A9-ACF6-A29BDC5A84BB}"/>
              </a:ext>
            </a:extLst>
          </p:cNvPr>
          <p:cNvSpPr/>
          <p:nvPr/>
        </p:nvSpPr>
        <p:spPr>
          <a:xfrm>
            <a:off x="2569030" y="2979420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SPU Core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E67B114-FEAB-4DEE-8E56-B33AC327AC79}"/>
              </a:ext>
            </a:extLst>
          </p:cNvPr>
          <p:cNvSpPr txBox="1"/>
          <p:nvPr/>
        </p:nvSpPr>
        <p:spPr>
          <a:xfrm>
            <a:off x="3295382" y="2925763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121D271-A119-4346-A988-0846A72B45CE}"/>
              </a:ext>
            </a:extLst>
          </p:cNvPr>
          <p:cNvSpPr/>
          <p:nvPr/>
        </p:nvSpPr>
        <p:spPr>
          <a:xfrm>
            <a:off x="1752600" y="3612053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SPU Core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F5A6A8B-0836-4DE1-9837-E4B01EF4E83E}"/>
              </a:ext>
            </a:extLst>
          </p:cNvPr>
          <p:cNvSpPr/>
          <p:nvPr/>
        </p:nvSpPr>
        <p:spPr>
          <a:xfrm>
            <a:off x="3766458" y="3612053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SPU Core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28FAAFF-4478-4599-9AB1-8BC58F224FA0}"/>
              </a:ext>
            </a:extLst>
          </p:cNvPr>
          <p:cNvSpPr/>
          <p:nvPr/>
        </p:nvSpPr>
        <p:spPr>
          <a:xfrm>
            <a:off x="2569029" y="3612053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SPU Core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0BDB83E-74EB-4FD1-8347-0DDB64B21867}"/>
              </a:ext>
            </a:extLst>
          </p:cNvPr>
          <p:cNvSpPr/>
          <p:nvPr/>
        </p:nvSpPr>
        <p:spPr>
          <a:xfrm>
            <a:off x="1752600" y="4393882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SPU Core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63EAAAF-4552-4A4A-BC14-67E8B3C534BF}"/>
              </a:ext>
            </a:extLst>
          </p:cNvPr>
          <p:cNvSpPr/>
          <p:nvPr/>
        </p:nvSpPr>
        <p:spPr>
          <a:xfrm>
            <a:off x="3766458" y="4393882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SPU Core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7D7BE54-D3E2-4E85-933A-309AC8BFF78E}"/>
              </a:ext>
            </a:extLst>
          </p:cNvPr>
          <p:cNvSpPr/>
          <p:nvPr/>
        </p:nvSpPr>
        <p:spPr>
          <a:xfrm>
            <a:off x="2569029" y="4393882"/>
            <a:ext cx="653143" cy="525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SPU Core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A40C805-5BAC-49DA-845F-5BBE7D4BE2AA}"/>
              </a:ext>
            </a:extLst>
          </p:cNvPr>
          <p:cNvSpPr txBox="1"/>
          <p:nvPr/>
        </p:nvSpPr>
        <p:spPr>
          <a:xfrm>
            <a:off x="3295650" y="4357986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7101C0A-B10E-4B66-9200-94A96ADC8488}"/>
              </a:ext>
            </a:extLst>
          </p:cNvPr>
          <p:cNvSpPr txBox="1"/>
          <p:nvPr/>
        </p:nvSpPr>
        <p:spPr>
          <a:xfrm rot="16200000">
            <a:off x="1811935" y="4030644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1CB2150-1B14-43ED-AF9D-0373822CEF77}"/>
              </a:ext>
            </a:extLst>
          </p:cNvPr>
          <p:cNvSpPr txBox="1"/>
          <p:nvPr/>
        </p:nvSpPr>
        <p:spPr>
          <a:xfrm rot="16200000">
            <a:off x="3834409" y="4030644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7EBD0F-C0EF-47E7-8922-8A85B49333A4}"/>
              </a:ext>
            </a:extLst>
          </p:cNvPr>
          <p:cNvSpPr txBox="1"/>
          <p:nvPr/>
        </p:nvSpPr>
        <p:spPr>
          <a:xfrm rot="16200000">
            <a:off x="2631086" y="4044932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9B29D4-8357-452A-82F4-FF9DA2F96322}"/>
              </a:ext>
            </a:extLst>
          </p:cNvPr>
          <p:cNvSpPr txBox="1"/>
          <p:nvPr/>
        </p:nvSpPr>
        <p:spPr>
          <a:xfrm>
            <a:off x="3295382" y="3550168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93" name="Title 1">
            <a:extLst>
              <a:ext uri="{FF2B5EF4-FFF2-40B4-BE49-F238E27FC236}">
                <a16:creationId xmlns:a16="http://schemas.microsoft.com/office/drawing/2014/main" id="{51BCC345-6EF9-49B7-952E-46E1031D341F}"/>
              </a:ext>
            </a:extLst>
          </p:cNvPr>
          <p:cNvSpPr txBox="1">
            <a:spLocks/>
          </p:cNvSpPr>
          <p:nvPr/>
        </p:nvSpPr>
        <p:spPr>
          <a:xfrm>
            <a:off x="2333749" y="163604"/>
            <a:ext cx="7524502" cy="80188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Useful Communication Patterns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DD626243-882F-4EEF-B922-78C668D094C9}"/>
              </a:ext>
            </a:extLst>
          </p:cNvPr>
          <p:cNvGrpSpPr/>
          <p:nvPr/>
        </p:nvGrpSpPr>
        <p:grpSpPr>
          <a:xfrm>
            <a:off x="4800599" y="1981200"/>
            <a:ext cx="2667002" cy="2938462"/>
            <a:chOff x="3276599" y="1981200"/>
            <a:chExt cx="2667002" cy="2938462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E39B849A-B851-4309-B9C1-1396231601DE}"/>
                </a:ext>
              </a:extLst>
            </p:cNvPr>
            <p:cNvGrpSpPr/>
            <p:nvPr/>
          </p:nvGrpSpPr>
          <p:grpSpPr>
            <a:xfrm>
              <a:off x="3615346" y="2819400"/>
              <a:ext cx="2023454" cy="1856337"/>
              <a:chOff x="6510946" y="3469812"/>
              <a:chExt cx="2023454" cy="1434525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02907CD8-A957-4840-AC90-5A810664E9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0946" y="3469812"/>
                <a:ext cx="0" cy="1428116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36678E70-3EA5-47C3-BED6-E149F0EC60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2706" y="3764238"/>
                <a:ext cx="0" cy="1140099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67C78428-5857-4207-9449-413431943C95}"/>
                  </a:ext>
                </a:extLst>
              </p:cNvPr>
              <p:cNvCxnSpPr/>
              <p:nvPr/>
            </p:nvCxnSpPr>
            <p:spPr>
              <a:xfrm>
                <a:off x="8534400" y="3469812"/>
                <a:ext cx="0" cy="142811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DC6243C-B2AB-43FC-8C7C-D9AB23E1C8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9500" y="3241214"/>
              <a:ext cx="2019300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89BE439-BE4F-4127-BB96-F25D2F0C14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9635" y="3865313"/>
              <a:ext cx="2000189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DC1BD4F-7AA6-4F50-8FBC-BA3B4BF086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8611" y="4666937"/>
              <a:ext cx="2000189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7C47C07-6962-4C7F-99FF-0064992A6236}"/>
                </a:ext>
              </a:extLst>
            </p:cNvPr>
            <p:cNvCxnSpPr/>
            <p:nvPr/>
          </p:nvCxnSpPr>
          <p:spPr>
            <a:xfrm>
              <a:off x="3657600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260FDD9-EB2E-4C5B-98EC-EF28C0926160}"/>
                </a:ext>
              </a:extLst>
            </p:cNvPr>
            <p:cNvCxnSpPr/>
            <p:nvPr/>
          </p:nvCxnSpPr>
          <p:spPr>
            <a:xfrm>
              <a:off x="3929743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42322A7-8A80-4C57-B114-2E516C210DAA}"/>
                </a:ext>
              </a:extLst>
            </p:cNvPr>
            <p:cNvCxnSpPr/>
            <p:nvPr/>
          </p:nvCxnSpPr>
          <p:spPr>
            <a:xfrm>
              <a:off x="4201886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4453491-2CA7-469A-9433-D8D9509C6DA3}"/>
                </a:ext>
              </a:extLst>
            </p:cNvPr>
            <p:cNvCxnSpPr/>
            <p:nvPr/>
          </p:nvCxnSpPr>
          <p:spPr>
            <a:xfrm>
              <a:off x="4474029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40FDC53F-D77B-471D-8D3C-E72AAEF6C090}"/>
                </a:ext>
              </a:extLst>
            </p:cNvPr>
            <p:cNvCxnSpPr/>
            <p:nvPr/>
          </p:nvCxnSpPr>
          <p:spPr>
            <a:xfrm>
              <a:off x="4746172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DEC83FBD-E01B-4104-80B9-09F60EF909E6}"/>
                </a:ext>
              </a:extLst>
            </p:cNvPr>
            <p:cNvCxnSpPr/>
            <p:nvPr/>
          </p:nvCxnSpPr>
          <p:spPr>
            <a:xfrm>
              <a:off x="5018315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6F0D313-3533-457E-A4B6-7C8DBB399A4F}"/>
                </a:ext>
              </a:extLst>
            </p:cNvPr>
            <p:cNvCxnSpPr/>
            <p:nvPr/>
          </p:nvCxnSpPr>
          <p:spPr>
            <a:xfrm>
              <a:off x="5290458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CF4663F-7112-4A32-91E5-3DBE2E9FE114}"/>
                </a:ext>
              </a:extLst>
            </p:cNvPr>
            <p:cNvCxnSpPr/>
            <p:nvPr/>
          </p:nvCxnSpPr>
          <p:spPr>
            <a:xfrm>
              <a:off x="5562600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311B354-C6F5-4AAF-B08F-AABFB28EFB45}"/>
                </a:ext>
              </a:extLst>
            </p:cNvPr>
            <p:cNvSpPr/>
            <p:nvPr/>
          </p:nvSpPr>
          <p:spPr>
            <a:xfrm>
              <a:off x="3276600" y="1981200"/>
              <a:ext cx="26670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Main Memory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8F99DEBB-8C9B-4302-AF34-53E52561FD51}"/>
                </a:ext>
              </a:extLst>
            </p:cNvPr>
            <p:cNvSpPr/>
            <p:nvPr/>
          </p:nvSpPr>
          <p:spPr>
            <a:xfrm>
              <a:off x="3276600" y="2514600"/>
              <a:ext cx="2667000" cy="304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Global Stream Engine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0200C64-CD4F-4BA9-B943-980FEC55C7C2}"/>
                </a:ext>
              </a:extLst>
            </p:cNvPr>
            <p:cNvSpPr/>
            <p:nvPr/>
          </p:nvSpPr>
          <p:spPr>
            <a:xfrm>
              <a:off x="3276600" y="2979420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5F7E2CAD-085C-4DCC-8138-11ACCF377C1F}"/>
                </a:ext>
              </a:extLst>
            </p:cNvPr>
            <p:cNvSpPr/>
            <p:nvPr/>
          </p:nvSpPr>
          <p:spPr>
            <a:xfrm>
              <a:off x="5290458" y="2979420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35BD646-CEB7-41C6-B20D-7CD6FBB46F52}"/>
                </a:ext>
              </a:extLst>
            </p:cNvPr>
            <p:cNvSpPr/>
            <p:nvPr/>
          </p:nvSpPr>
          <p:spPr>
            <a:xfrm>
              <a:off x="4093029" y="2979420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F5E431A-4BAD-45C4-AAAC-3A7D0AD68552}"/>
                </a:ext>
              </a:extLst>
            </p:cNvPr>
            <p:cNvSpPr txBox="1"/>
            <p:nvPr/>
          </p:nvSpPr>
          <p:spPr>
            <a:xfrm>
              <a:off x="4819382" y="2925762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76E105B-4E7F-4F5D-A221-076D4DD0145E}"/>
                </a:ext>
              </a:extLst>
            </p:cNvPr>
            <p:cNvSpPr/>
            <p:nvPr/>
          </p:nvSpPr>
          <p:spPr>
            <a:xfrm>
              <a:off x="3276599" y="3612053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07C7BCAD-63DB-4777-B5CD-25890A7D4652}"/>
                </a:ext>
              </a:extLst>
            </p:cNvPr>
            <p:cNvSpPr/>
            <p:nvPr/>
          </p:nvSpPr>
          <p:spPr>
            <a:xfrm>
              <a:off x="5290457" y="3612053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878F38F-2F20-4311-9D90-67034280CAF3}"/>
                </a:ext>
              </a:extLst>
            </p:cNvPr>
            <p:cNvSpPr/>
            <p:nvPr/>
          </p:nvSpPr>
          <p:spPr>
            <a:xfrm>
              <a:off x="4093028" y="3612053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7EDD630-A80B-4472-AC20-CDED89630E9E}"/>
                </a:ext>
              </a:extLst>
            </p:cNvPr>
            <p:cNvSpPr/>
            <p:nvPr/>
          </p:nvSpPr>
          <p:spPr>
            <a:xfrm>
              <a:off x="3276599" y="4393882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0AC80BD-0FA0-4F56-80D2-A2480DCFDA86}"/>
                </a:ext>
              </a:extLst>
            </p:cNvPr>
            <p:cNvSpPr/>
            <p:nvPr/>
          </p:nvSpPr>
          <p:spPr>
            <a:xfrm>
              <a:off x="5290457" y="4393882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08A2F1CB-C6B9-46EE-B387-77FF0502025D}"/>
                </a:ext>
              </a:extLst>
            </p:cNvPr>
            <p:cNvSpPr/>
            <p:nvPr/>
          </p:nvSpPr>
          <p:spPr>
            <a:xfrm>
              <a:off x="4093028" y="4393882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AE5F75EC-C155-4BD5-81A2-44D6928DB1F4}"/>
                </a:ext>
              </a:extLst>
            </p:cNvPr>
            <p:cNvSpPr txBox="1"/>
            <p:nvPr/>
          </p:nvSpPr>
          <p:spPr>
            <a:xfrm>
              <a:off x="4819650" y="4357985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510CE1D5-5BB6-4D17-B797-5A15728DBF91}"/>
                </a:ext>
              </a:extLst>
            </p:cNvPr>
            <p:cNvSpPr txBox="1"/>
            <p:nvPr/>
          </p:nvSpPr>
          <p:spPr>
            <a:xfrm rot="16200000">
              <a:off x="3335935" y="4030643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A6730557-4E89-4BF4-B360-3494FFB99D07}"/>
                </a:ext>
              </a:extLst>
            </p:cNvPr>
            <p:cNvSpPr txBox="1"/>
            <p:nvPr/>
          </p:nvSpPr>
          <p:spPr>
            <a:xfrm rot="16200000">
              <a:off x="5358409" y="4030643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6994137-28CB-4E02-B33E-356B0D377E00}"/>
                </a:ext>
              </a:extLst>
            </p:cNvPr>
            <p:cNvSpPr txBox="1"/>
            <p:nvPr/>
          </p:nvSpPr>
          <p:spPr>
            <a:xfrm rot="16200000">
              <a:off x="4155086" y="4044931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6E7AA0A6-9C67-41AA-BAA1-A725E736C78B}"/>
                </a:ext>
              </a:extLst>
            </p:cNvPr>
            <p:cNvSpPr txBox="1"/>
            <p:nvPr/>
          </p:nvSpPr>
          <p:spPr>
            <a:xfrm>
              <a:off x="4819382" y="3550167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0AA33312-0984-485A-9D4D-DE1BEA876287}"/>
              </a:ext>
            </a:extLst>
          </p:cNvPr>
          <p:cNvGrpSpPr/>
          <p:nvPr/>
        </p:nvGrpSpPr>
        <p:grpSpPr>
          <a:xfrm>
            <a:off x="7727598" y="1981200"/>
            <a:ext cx="2667002" cy="2938462"/>
            <a:chOff x="6203598" y="1981200"/>
            <a:chExt cx="2667002" cy="2938462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7253F69E-B808-4151-B5FC-357C81FF447A}"/>
                </a:ext>
              </a:extLst>
            </p:cNvPr>
            <p:cNvGrpSpPr/>
            <p:nvPr/>
          </p:nvGrpSpPr>
          <p:grpSpPr>
            <a:xfrm>
              <a:off x="6542345" y="2819400"/>
              <a:ext cx="2023454" cy="1856337"/>
              <a:chOff x="6510946" y="3469812"/>
              <a:chExt cx="2023454" cy="1434525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86F0BE4C-A476-4B4A-B67E-437FEBF34B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0946" y="3469812"/>
                <a:ext cx="0" cy="1428116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348E166C-1BC5-4325-9FE9-8458D1D57A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2706" y="3764238"/>
                <a:ext cx="0" cy="1140099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52EAB79B-02D4-4670-A06E-901009082860}"/>
                  </a:ext>
                </a:extLst>
              </p:cNvPr>
              <p:cNvCxnSpPr/>
              <p:nvPr/>
            </p:nvCxnSpPr>
            <p:spPr>
              <a:xfrm>
                <a:off x="8534400" y="3469812"/>
                <a:ext cx="0" cy="142811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DA1AB2E5-9F2C-4CD4-BAB0-1BAA4E6CF1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6499" y="3241214"/>
              <a:ext cx="2019300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D74AE45E-4428-4AF1-BE99-2A048E88EB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6634" y="3865313"/>
              <a:ext cx="2000189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86D53EB-41F0-43F8-8A75-804B02F006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65610" y="4666937"/>
              <a:ext cx="2000189" cy="0"/>
            </a:xfrm>
            <a:prstGeom prst="line">
              <a:avLst/>
            </a:prstGeom>
            <a:ln w="285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9D4108F9-6BF7-4EF4-AD37-BE16FD089558}"/>
                </a:ext>
              </a:extLst>
            </p:cNvPr>
            <p:cNvCxnSpPr/>
            <p:nvPr/>
          </p:nvCxnSpPr>
          <p:spPr>
            <a:xfrm>
              <a:off x="6584599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E0B55A7-4E69-4875-AEA5-E1DC94458D45}"/>
                </a:ext>
              </a:extLst>
            </p:cNvPr>
            <p:cNvCxnSpPr/>
            <p:nvPr/>
          </p:nvCxnSpPr>
          <p:spPr>
            <a:xfrm>
              <a:off x="6856742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06F8F62-6565-40B5-A3E4-295FA63DB86E}"/>
                </a:ext>
              </a:extLst>
            </p:cNvPr>
            <p:cNvCxnSpPr/>
            <p:nvPr/>
          </p:nvCxnSpPr>
          <p:spPr>
            <a:xfrm>
              <a:off x="7128885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BA071AF4-5287-4023-BCFC-7523388FE526}"/>
                </a:ext>
              </a:extLst>
            </p:cNvPr>
            <p:cNvCxnSpPr/>
            <p:nvPr/>
          </p:nvCxnSpPr>
          <p:spPr>
            <a:xfrm>
              <a:off x="7401028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896405F-35C6-45FE-B90D-2C52DB887565}"/>
                </a:ext>
              </a:extLst>
            </p:cNvPr>
            <p:cNvCxnSpPr/>
            <p:nvPr/>
          </p:nvCxnSpPr>
          <p:spPr>
            <a:xfrm>
              <a:off x="7673171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420A1018-24EF-4DB8-8460-5E3850E1F678}"/>
                </a:ext>
              </a:extLst>
            </p:cNvPr>
            <p:cNvCxnSpPr/>
            <p:nvPr/>
          </p:nvCxnSpPr>
          <p:spPr>
            <a:xfrm>
              <a:off x="7945314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6783F03-38F1-493D-B589-950C4CF502EB}"/>
                </a:ext>
              </a:extLst>
            </p:cNvPr>
            <p:cNvCxnSpPr/>
            <p:nvPr/>
          </p:nvCxnSpPr>
          <p:spPr>
            <a:xfrm>
              <a:off x="8217457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4723D73-5B79-4E39-BA83-B7A69243FF48}"/>
                </a:ext>
              </a:extLst>
            </p:cNvPr>
            <p:cNvCxnSpPr/>
            <p:nvPr/>
          </p:nvCxnSpPr>
          <p:spPr>
            <a:xfrm>
              <a:off x="8489599" y="2362200"/>
              <a:ext cx="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D5FC3F81-0E33-4B8D-B756-BAEBDC679F85}"/>
                </a:ext>
              </a:extLst>
            </p:cNvPr>
            <p:cNvSpPr/>
            <p:nvPr/>
          </p:nvSpPr>
          <p:spPr>
            <a:xfrm>
              <a:off x="6203599" y="1981200"/>
              <a:ext cx="26670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Main Memory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1134ED16-BCD1-474A-8B4D-4B6FC2EDBA14}"/>
                </a:ext>
              </a:extLst>
            </p:cNvPr>
            <p:cNvSpPr/>
            <p:nvPr/>
          </p:nvSpPr>
          <p:spPr>
            <a:xfrm>
              <a:off x="6203599" y="2514600"/>
              <a:ext cx="2667000" cy="304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Global Stream Engine</a:t>
              </a: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8F49D01D-FD3D-43FA-8739-6B54B47061BD}"/>
                </a:ext>
              </a:extLst>
            </p:cNvPr>
            <p:cNvSpPr/>
            <p:nvPr/>
          </p:nvSpPr>
          <p:spPr>
            <a:xfrm>
              <a:off x="6203599" y="2979420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AC6A77CE-47EF-4D28-83E1-40DC3BB3D239}"/>
                </a:ext>
              </a:extLst>
            </p:cNvPr>
            <p:cNvSpPr/>
            <p:nvPr/>
          </p:nvSpPr>
          <p:spPr>
            <a:xfrm>
              <a:off x="8217457" y="2979420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ACC1F22-1C4C-4C69-8F64-B2A152CC3AFE}"/>
                </a:ext>
              </a:extLst>
            </p:cNvPr>
            <p:cNvSpPr/>
            <p:nvPr/>
          </p:nvSpPr>
          <p:spPr>
            <a:xfrm>
              <a:off x="7020028" y="2979420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BAB26343-95EC-40BE-8542-52B2C144AAC4}"/>
                </a:ext>
              </a:extLst>
            </p:cNvPr>
            <p:cNvSpPr txBox="1"/>
            <p:nvPr/>
          </p:nvSpPr>
          <p:spPr>
            <a:xfrm>
              <a:off x="7746381" y="2925762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C8D7CE5E-A7D8-4210-A3BA-AC4AA523C233}"/>
                </a:ext>
              </a:extLst>
            </p:cNvPr>
            <p:cNvSpPr/>
            <p:nvPr/>
          </p:nvSpPr>
          <p:spPr>
            <a:xfrm>
              <a:off x="6203598" y="3612053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88BFEF93-174D-45E5-AFD5-123BE3443FAA}"/>
                </a:ext>
              </a:extLst>
            </p:cNvPr>
            <p:cNvSpPr/>
            <p:nvPr/>
          </p:nvSpPr>
          <p:spPr>
            <a:xfrm>
              <a:off x="8217456" y="3612053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0F51740-570D-462A-89E7-8A345A06F0E9}"/>
                </a:ext>
              </a:extLst>
            </p:cNvPr>
            <p:cNvSpPr/>
            <p:nvPr/>
          </p:nvSpPr>
          <p:spPr>
            <a:xfrm>
              <a:off x="7020027" y="3612053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6EB703C-A851-4651-BADC-A53C8509A811}"/>
                </a:ext>
              </a:extLst>
            </p:cNvPr>
            <p:cNvSpPr/>
            <p:nvPr/>
          </p:nvSpPr>
          <p:spPr>
            <a:xfrm>
              <a:off x="6203598" y="4393882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E51AC443-E088-42AC-A26D-98AD1DF6B963}"/>
                </a:ext>
              </a:extLst>
            </p:cNvPr>
            <p:cNvSpPr/>
            <p:nvPr/>
          </p:nvSpPr>
          <p:spPr>
            <a:xfrm>
              <a:off x="8217456" y="4393882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A56AE621-15F8-4166-B1E4-72B32EB6E54F}"/>
                </a:ext>
              </a:extLst>
            </p:cNvPr>
            <p:cNvSpPr/>
            <p:nvPr/>
          </p:nvSpPr>
          <p:spPr>
            <a:xfrm>
              <a:off x="7020027" y="4393882"/>
              <a:ext cx="653143" cy="525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SPU Core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3520E323-88D8-47DE-B130-D91E9DAF3DC7}"/>
                </a:ext>
              </a:extLst>
            </p:cNvPr>
            <p:cNvSpPr txBox="1"/>
            <p:nvPr/>
          </p:nvSpPr>
          <p:spPr>
            <a:xfrm>
              <a:off x="7746649" y="4357985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03EDE217-573C-4D9C-A925-88814B3981A4}"/>
                </a:ext>
              </a:extLst>
            </p:cNvPr>
            <p:cNvSpPr txBox="1"/>
            <p:nvPr/>
          </p:nvSpPr>
          <p:spPr>
            <a:xfrm rot="16200000">
              <a:off x="6262934" y="4030643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E1613F58-6535-4DC8-A70A-A22CC56D6B89}"/>
                </a:ext>
              </a:extLst>
            </p:cNvPr>
            <p:cNvSpPr txBox="1"/>
            <p:nvPr/>
          </p:nvSpPr>
          <p:spPr>
            <a:xfrm rot="16200000">
              <a:off x="8285408" y="4030643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CFD5B8D8-ECC5-47F8-9637-8E4003AC90CB}"/>
                </a:ext>
              </a:extLst>
            </p:cNvPr>
            <p:cNvSpPr txBox="1"/>
            <p:nvPr/>
          </p:nvSpPr>
          <p:spPr>
            <a:xfrm rot="16200000">
              <a:off x="7082085" y="4044931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55240E46-60CD-4662-98DC-9CAAF468DC64}"/>
                </a:ext>
              </a:extLst>
            </p:cNvPr>
            <p:cNvSpPr txBox="1"/>
            <p:nvPr/>
          </p:nvSpPr>
          <p:spPr>
            <a:xfrm>
              <a:off x="7746381" y="3550167"/>
              <a:ext cx="397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…</a:t>
              </a:r>
            </a:p>
          </p:txBody>
        </p: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1AF8A342-22A4-40D4-A570-B4B9555A4A0F}"/>
              </a:ext>
            </a:extLst>
          </p:cNvPr>
          <p:cNvSpPr txBox="1"/>
          <p:nvPr/>
        </p:nvSpPr>
        <p:spPr>
          <a:xfrm>
            <a:off x="1828568" y="5243320"/>
            <a:ext cx="2242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 Connected Layer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(broadcast row)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B309601-0114-4413-ADDC-3AA403172E5C}"/>
              </a:ext>
            </a:extLst>
          </p:cNvPr>
          <p:cNvSpPr/>
          <p:nvPr/>
        </p:nvSpPr>
        <p:spPr>
          <a:xfrm>
            <a:off x="4495785" y="5330842"/>
            <a:ext cx="28163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Sparse Convolution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(communication with neighbors for halos)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D0B4CA47-7263-4B08-8131-D134551E7982}"/>
              </a:ext>
            </a:extLst>
          </p:cNvPr>
          <p:cNvSpPr/>
          <p:nvPr/>
        </p:nvSpPr>
        <p:spPr>
          <a:xfrm>
            <a:off x="1332635" y="1262935"/>
            <a:ext cx="34564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Independent Lanes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(with/without Communication) 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D0B5B37-C01E-47B1-9559-BBE7B52A199B}"/>
              </a:ext>
            </a:extLst>
          </p:cNvPr>
          <p:cNvSpPr/>
          <p:nvPr/>
        </p:nvSpPr>
        <p:spPr>
          <a:xfrm>
            <a:off x="4652512" y="1401433"/>
            <a:ext cx="29374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Spatial Communication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8CFEA3AD-44F0-46BA-93DD-65C8CE3288D5}"/>
              </a:ext>
            </a:extLst>
          </p:cNvPr>
          <p:cNvSpPr/>
          <p:nvPr/>
        </p:nvSpPr>
        <p:spPr>
          <a:xfrm>
            <a:off x="7714149" y="1401433"/>
            <a:ext cx="26434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Pipelined Communication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3EEE64C-98EB-4348-84DF-E9B21C9F726E}"/>
              </a:ext>
            </a:extLst>
          </p:cNvPr>
          <p:cNvSpPr/>
          <p:nvPr/>
        </p:nvSpPr>
        <p:spPr>
          <a:xfrm>
            <a:off x="7364407" y="5288384"/>
            <a:ext cx="29374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Arithmetic Circuits – Pipelined DAG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Traveral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(pipeline node updates)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3E19F07-1053-4F5A-B4F7-63A83FC3412E}"/>
              </a:ext>
            </a:extLst>
          </p:cNvPr>
          <p:cNvSpPr txBox="1"/>
          <p:nvPr/>
        </p:nvSpPr>
        <p:spPr>
          <a:xfrm>
            <a:off x="1790421" y="5917297"/>
            <a:ext cx="2730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Graph Processing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(core-core communication)</a:t>
            </a: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C929837-2129-4F9F-A3C2-A5CB4E90A8C7}"/>
              </a:ext>
            </a:extLst>
          </p:cNvPr>
          <p:cNvGrpSpPr/>
          <p:nvPr/>
        </p:nvGrpSpPr>
        <p:grpSpPr>
          <a:xfrm>
            <a:off x="1790520" y="2079626"/>
            <a:ext cx="2029809" cy="2555875"/>
            <a:chOff x="266519" y="2079625"/>
            <a:chExt cx="2029809" cy="2555875"/>
          </a:xfrm>
        </p:grpSpPr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802CAEF2-4747-4D5D-9415-BE6A94D6C71C}"/>
                </a:ext>
              </a:extLst>
            </p:cNvPr>
            <p:cNvCxnSpPr>
              <a:cxnSpLocks/>
            </p:cNvCxnSpPr>
            <p:nvPr/>
          </p:nvCxnSpPr>
          <p:spPr>
            <a:xfrm>
              <a:off x="287806" y="2079625"/>
              <a:ext cx="0" cy="2555875"/>
            </a:xfrm>
            <a:prstGeom prst="straightConnector1">
              <a:avLst/>
            </a:prstGeom>
            <a:ln w="4762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52D31B5C-657F-4735-B518-7AF7700BF9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519" y="3184790"/>
              <a:ext cx="2029809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65DB4D27-3BFE-473B-BF2A-B23B6FAEA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519" y="3826601"/>
              <a:ext cx="2029809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49B89BDC-CA88-456C-B290-091BC68E10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519" y="4629876"/>
              <a:ext cx="2029809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AF4D04CF-4AF8-43CD-8754-E87A56C309CD}"/>
              </a:ext>
            </a:extLst>
          </p:cNvPr>
          <p:cNvGrpSpPr/>
          <p:nvPr/>
        </p:nvGrpSpPr>
        <p:grpSpPr>
          <a:xfrm>
            <a:off x="2088928" y="3172754"/>
            <a:ext cx="1722530" cy="1296852"/>
            <a:chOff x="573422" y="3173840"/>
            <a:chExt cx="1722530" cy="1296852"/>
          </a:xfrm>
        </p:grpSpPr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240C29FB-3595-40AB-85B9-D18CFF94F8AD}"/>
                </a:ext>
              </a:extLst>
            </p:cNvPr>
            <p:cNvCxnSpPr>
              <a:cxnSpLocks/>
            </p:cNvCxnSpPr>
            <p:nvPr/>
          </p:nvCxnSpPr>
          <p:spPr>
            <a:xfrm>
              <a:off x="1448391" y="3186286"/>
              <a:ext cx="847561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5C6EC5C6-6EF3-4675-9B74-9469E46478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47800" y="3173840"/>
              <a:ext cx="1" cy="646256"/>
            </a:xfrm>
            <a:prstGeom prst="straightConnector1">
              <a:avLst/>
            </a:prstGeom>
            <a:ln w="4762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850F3709-C40A-4295-85B2-DDDFE7A8D3DD}"/>
                </a:ext>
              </a:extLst>
            </p:cNvPr>
            <p:cNvCxnSpPr>
              <a:cxnSpLocks/>
            </p:cNvCxnSpPr>
            <p:nvPr/>
          </p:nvCxnSpPr>
          <p:spPr>
            <a:xfrm>
              <a:off x="573422" y="4451768"/>
              <a:ext cx="847561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CBD1174E-FC6C-417D-B62D-261EA51AB03E}"/>
                </a:ext>
              </a:extLst>
            </p:cNvPr>
            <p:cNvCxnSpPr>
              <a:cxnSpLocks/>
            </p:cNvCxnSpPr>
            <p:nvPr/>
          </p:nvCxnSpPr>
          <p:spPr>
            <a:xfrm>
              <a:off x="574118" y="4061736"/>
              <a:ext cx="0" cy="408956"/>
            </a:xfrm>
            <a:prstGeom prst="straightConnector1">
              <a:avLst/>
            </a:prstGeom>
            <a:ln w="47625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086C73EA-FEA0-40A4-8F26-2977C2F5FAA1}"/>
              </a:ext>
            </a:extLst>
          </p:cNvPr>
          <p:cNvGrpSpPr/>
          <p:nvPr/>
        </p:nvGrpSpPr>
        <p:grpSpPr>
          <a:xfrm>
            <a:off x="5326857" y="3408568"/>
            <a:ext cx="1616705" cy="1059001"/>
            <a:chOff x="3802856" y="3419008"/>
            <a:chExt cx="1616705" cy="1059001"/>
          </a:xfrm>
        </p:grpSpPr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575384CA-B266-4346-B3B8-B9FCC4951D8C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00" y="3822806"/>
              <a:ext cx="733261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3A067DCE-F1FE-4BB2-92B6-7C448F4594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2856" y="3822806"/>
              <a:ext cx="399030" cy="0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D6A41DA1-DED9-4ECE-8C77-8B23FD5A3623}"/>
                </a:ext>
              </a:extLst>
            </p:cNvPr>
            <p:cNvGrpSpPr/>
            <p:nvPr/>
          </p:nvGrpSpPr>
          <p:grpSpPr>
            <a:xfrm rot="5400000">
              <a:off x="3966299" y="3948509"/>
              <a:ext cx="1059001" cy="0"/>
              <a:chOff x="3955256" y="3975206"/>
              <a:chExt cx="1616704" cy="0"/>
            </a:xfrm>
          </p:grpSpPr>
          <p:cxnSp>
            <p:nvCxnSpPr>
              <p:cNvPr id="195" name="Straight Arrow Connector 194">
                <a:extLst>
                  <a:ext uri="{FF2B5EF4-FFF2-40B4-BE49-F238E27FC236}">
                    <a16:creationId xmlns:a16="http://schemas.microsoft.com/office/drawing/2014/main" id="{78D637C7-9A23-4154-92C3-BDEB71F984B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281993" y="3685238"/>
                <a:ext cx="0" cy="579935"/>
              </a:xfrm>
              <a:prstGeom prst="straightConnector1">
                <a:avLst/>
              </a:prstGeom>
              <a:ln w="4762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Arrow Connector 195">
                <a:extLst>
                  <a:ext uri="{FF2B5EF4-FFF2-40B4-BE49-F238E27FC236}">
                    <a16:creationId xmlns:a16="http://schemas.microsoft.com/office/drawing/2014/main" id="{14EC9197-D439-4050-A692-F9BB3DFBFF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55256" y="3975206"/>
                <a:ext cx="399030" cy="0"/>
              </a:xfrm>
              <a:prstGeom prst="straightConnector1">
                <a:avLst/>
              </a:prstGeom>
              <a:ln w="4762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FCF481E-0DF9-451D-98E6-BA1A60B0260B}"/>
              </a:ext>
            </a:extLst>
          </p:cNvPr>
          <p:cNvGrpSpPr/>
          <p:nvPr/>
        </p:nvGrpSpPr>
        <p:grpSpPr>
          <a:xfrm>
            <a:off x="7812729" y="2795459"/>
            <a:ext cx="2045523" cy="1814957"/>
            <a:chOff x="6288728" y="2801230"/>
            <a:chExt cx="2045523" cy="1814957"/>
          </a:xfrm>
        </p:grpSpPr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D48C0584-FD8A-43F4-80B9-A91B08D79F76}"/>
                </a:ext>
              </a:extLst>
            </p:cNvPr>
            <p:cNvCxnSpPr>
              <a:cxnSpLocks/>
            </p:cNvCxnSpPr>
            <p:nvPr/>
          </p:nvCxnSpPr>
          <p:spPr>
            <a:xfrm>
              <a:off x="8298718" y="3449686"/>
              <a:ext cx="0" cy="293735"/>
            </a:xfrm>
            <a:prstGeom prst="straightConnector1">
              <a:avLst/>
            </a:prstGeom>
            <a:ln w="476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1E959D3A-DCFB-44B7-BFE2-9B626B82362C}"/>
                </a:ext>
              </a:extLst>
            </p:cNvPr>
            <p:cNvGrpSpPr/>
            <p:nvPr/>
          </p:nvGrpSpPr>
          <p:grpSpPr>
            <a:xfrm>
              <a:off x="6288728" y="2801230"/>
              <a:ext cx="2045523" cy="1814957"/>
              <a:chOff x="6288728" y="2801230"/>
              <a:chExt cx="2045523" cy="1814957"/>
            </a:xfrm>
          </p:grpSpPr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D9974A9C-ECB4-46A9-BCD4-27FAC9E9DB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41319" y="3188827"/>
                <a:ext cx="387566" cy="0"/>
              </a:xfrm>
              <a:prstGeom prst="straightConnector1">
                <a:avLst/>
              </a:prstGeom>
              <a:ln w="4762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Arrow Connector 202">
                <a:extLst>
                  <a:ext uri="{FF2B5EF4-FFF2-40B4-BE49-F238E27FC236}">
                    <a16:creationId xmlns:a16="http://schemas.microsoft.com/office/drawing/2014/main" id="{3F384865-3C50-4BAE-8D60-E45F294370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5704" y="3188827"/>
                <a:ext cx="768547" cy="0"/>
              </a:xfrm>
              <a:prstGeom prst="straightConnector1">
                <a:avLst/>
              </a:prstGeom>
              <a:ln w="4762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Arrow Connector 206">
                <a:extLst>
                  <a:ext uri="{FF2B5EF4-FFF2-40B4-BE49-F238E27FC236}">
                    <a16:creationId xmlns:a16="http://schemas.microsoft.com/office/drawing/2014/main" id="{807285C3-F80B-44F5-A2FA-C9279CA06C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17125" y="3814558"/>
                <a:ext cx="660716" cy="0"/>
              </a:xfrm>
              <a:prstGeom prst="straightConnector1">
                <a:avLst/>
              </a:prstGeom>
              <a:ln w="4762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Arrow Connector 210">
                <a:extLst>
                  <a:ext uri="{FF2B5EF4-FFF2-40B4-BE49-F238E27FC236}">
                    <a16:creationId xmlns:a16="http://schemas.microsoft.com/office/drawing/2014/main" id="{AF50A99B-E49D-4E50-879B-9F0C7B9567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71736" y="3812362"/>
                <a:ext cx="350847" cy="0"/>
              </a:xfrm>
              <a:prstGeom prst="straightConnector1">
                <a:avLst/>
              </a:prstGeom>
              <a:ln w="4762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Arrow Connector 212">
                <a:extLst>
                  <a:ext uri="{FF2B5EF4-FFF2-40B4-BE49-F238E27FC236}">
                    <a16:creationId xmlns:a16="http://schemas.microsoft.com/office/drawing/2014/main" id="{31921137-F8F2-4B31-A777-BEDCD4107E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09807" y="4093667"/>
                <a:ext cx="8799" cy="365264"/>
              </a:xfrm>
              <a:prstGeom prst="straightConnector1">
                <a:avLst/>
              </a:prstGeom>
              <a:ln w="4762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Arrow Connector 215">
                <a:extLst>
                  <a:ext uri="{FF2B5EF4-FFF2-40B4-BE49-F238E27FC236}">
                    <a16:creationId xmlns:a16="http://schemas.microsoft.com/office/drawing/2014/main" id="{B8317A7C-BDE4-43CE-A134-D2007664B8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62750" y="4600575"/>
                <a:ext cx="377145" cy="2009"/>
              </a:xfrm>
              <a:prstGeom prst="straightConnector1">
                <a:avLst/>
              </a:prstGeom>
              <a:ln w="4762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Arrow Connector 220">
                <a:extLst>
                  <a:ext uri="{FF2B5EF4-FFF2-40B4-BE49-F238E27FC236}">
                    <a16:creationId xmlns:a16="http://schemas.microsoft.com/office/drawing/2014/main" id="{DB69D00E-3038-4126-B402-23DD46234E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4855" y="4616187"/>
                <a:ext cx="739396" cy="0"/>
              </a:xfrm>
              <a:prstGeom prst="straightConnector1">
                <a:avLst/>
              </a:prstGeom>
              <a:ln w="4762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Arrow Connector 222">
                <a:extLst>
                  <a:ext uri="{FF2B5EF4-FFF2-40B4-BE49-F238E27FC236}">
                    <a16:creationId xmlns:a16="http://schemas.microsoft.com/office/drawing/2014/main" id="{00438F62-F1C2-4D0E-8FE0-480FEB52E1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88728" y="2801230"/>
                <a:ext cx="3741" cy="333400"/>
              </a:xfrm>
              <a:prstGeom prst="straightConnector1">
                <a:avLst/>
              </a:prstGeom>
              <a:ln w="4762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064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/>
      <p:bldP spid="159" grpId="0"/>
      <p:bldP spid="161" grpId="0"/>
      <p:bldP spid="162" grpId="0"/>
      <p:bldP spid="163" grpId="0"/>
      <p:bldP spid="16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CEEB0-AD7A-4625-8B2D-5BFE906AC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2: Data-dependent length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B6626-023E-4046-9C3E-7CE9DB6FD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57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latin typeface="Consolas" panose="020B0609020204030204" pitchFamily="49" charset="0"/>
              </a:rPr>
              <a:t>SS_RECV</a:t>
            </a:r>
            <a:r>
              <a:rPr lang="en-US">
                <a:latin typeface="Consolas" panose="020B0609020204030204" pitchFamily="49" charset="0"/>
              </a:rPr>
              <a:t>(port, </a:t>
            </a:r>
            <a:r>
              <a:rPr lang="en-US" err="1">
                <a:latin typeface="Consolas" panose="020B0609020204030204" pitchFamily="49" charset="0"/>
              </a:rPr>
              <a:t>mem_addr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i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6A27A-C6F7-4CF6-AAF5-3976E75D7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40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2D79E1-DBC3-4608-953A-3537D78B1FF2}"/>
              </a:ext>
            </a:extLst>
          </p:cNvPr>
          <p:cNvGrpSpPr/>
          <p:nvPr/>
        </p:nvGrpSpPr>
        <p:grpSpPr>
          <a:xfrm>
            <a:off x="2091592" y="2622933"/>
            <a:ext cx="3255108" cy="360294"/>
            <a:chOff x="2976158" y="3197027"/>
            <a:chExt cx="3255108" cy="3602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9B3131-707D-457C-A3FD-9C3E791795B3}"/>
                </a:ext>
              </a:extLst>
            </p:cNvPr>
            <p:cNvSpPr/>
            <p:nvPr/>
          </p:nvSpPr>
          <p:spPr>
            <a:xfrm>
              <a:off x="2976158" y="3197027"/>
              <a:ext cx="1059346" cy="347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</a:rPr>
                <a:t>Port 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A29C43-26AE-4EE4-BE15-962E1B1827B6}"/>
                </a:ext>
              </a:extLst>
            </p:cNvPr>
            <p:cNvSpPr/>
            <p:nvPr/>
          </p:nvSpPr>
          <p:spPr>
            <a:xfrm>
              <a:off x="4681445" y="3203527"/>
              <a:ext cx="1549821" cy="347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400" err="1">
                  <a:solidFill>
                    <a:schemeClr val="tx1"/>
                  </a:solidFill>
                </a:rPr>
                <a:t>mem_addr</a:t>
              </a:r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210C0B4-C719-48BD-A758-BB05C7D8F182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4035504" y="3370749"/>
              <a:ext cx="645941" cy="65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2BEE1766-01E9-4CB0-8E36-C62248965BBB}"/>
                </a:ext>
              </a:extLst>
            </p:cNvPr>
            <p:cNvCxnSpPr>
              <a:cxnSpLocks/>
              <a:stCxn id="7" idx="0"/>
              <a:endCxn id="7" idx="2"/>
            </p:cNvCxnSpPr>
            <p:nvPr/>
          </p:nvCxnSpPr>
          <p:spPr>
            <a:xfrm rot="16200000" flipH="1">
              <a:off x="5282634" y="3377249"/>
              <a:ext cx="347444" cy="12700"/>
            </a:xfrm>
            <a:prstGeom prst="curvedConnector5">
              <a:avLst>
                <a:gd name="adj1" fmla="val -65795"/>
                <a:gd name="adj2" fmla="val 7901661"/>
                <a:gd name="adj3" fmla="val 165795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6FA8DCD-B66F-4118-B330-BC38D9E24010}"/>
              </a:ext>
            </a:extLst>
          </p:cNvPr>
          <p:cNvSpPr txBox="1"/>
          <p:nvPr/>
        </p:nvSpPr>
        <p:spPr>
          <a:xfrm>
            <a:off x="5870023" y="2145880"/>
            <a:ext cx="5534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Acts as a barrier until a value from a </a:t>
            </a:r>
            <a:r>
              <a:rPr lang="en-US" sz="2800" i="1"/>
              <a:t>port </a:t>
            </a:r>
            <a:r>
              <a:rPr lang="en-US" sz="2800"/>
              <a:t>is written to a </a:t>
            </a:r>
            <a:r>
              <a:rPr lang="en-US" sz="2800" i="1"/>
              <a:t>memory location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CED4316-A3F6-4FA6-B14C-82B027069286}"/>
              </a:ext>
            </a:extLst>
          </p:cNvPr>
          <p:cNvSpPr txBox="1">
            <a:spLocks/>
          </p:cNvSpPr>
          <p:nvPr/>
        </p:nvSpPr>
        <p:spPr>
          <a:xfrm>
            <a:off x="838200" y="3453806"/>
            <a:ext cx="10515600" cy="1157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latin typeface="Consolas" panose="020B0609020204030204" pitchFamily="49" charset="0"/>
              </a:rPr>
              <a:t>SS_RESET</a:t>
            </a:r>
            <a:r>
              <a:rPr lang="en-US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D312B6-5FB7-4369-A450-6901FFD5AAC4}"/>
              </a:ext>
            </a:extLst>
          </p:cNvPr>
          <p:cNvSpPr txBox="1"/>
          <p:nvPr/>
        </p:nvSpPr>
        <p:spPr>
          <a:xfrm>
            <a:off x="1005840" y="4009502"/>
            <a:ext cx="3858177" cy="255454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/>
              <a:t>Memory</a:t>
            </a:r>
          </a:p>
          <a:p>
            <a:r>
              <a:rPr lang="en-US" sz="3200"/>
              <a:t>Controller</a:t>
            </a:r>
          </a:p>
          <a:p>
            <a:endParaRPr lang="en-US" sz="3200"/>
          </a:p>
          <a:p>
            <a:endParaRPr lang="en-US" sz="3200"/>
          </a:p>
          <a:p>
            <a:endParaRPr lang="en-US" sz="3200"/>
          </a:p>
        </p:txBody>
      </p: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8A994AA6-B506-4C12-9C57-7FB31B2A0690}"/>
              </a:ext>
            </a:extLst>
          </p:cNvPr>
          <p:cNvGraphicFramePr>
            <a:graphicFrameLocks noGrp="1"/>
          </p:cNvGraphicFramePr>
          <p:nvPr/>
        </p:nvGraphicFramePr>
        <p:xfrm>
          <a:off x="2823168" y="4143775"/>
          <a:ext cx="191638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6389">
                  <a:extLst>
                    <a:ext uri="{9D8B030D-6E8A-4147-A177-3AD203B41FA5}">
                      <a16:colId xmlns:a16="http://schemas.microsoft.com/office/drawing/2014/main" val="867315528"/>
                    </a:ext>
                  </a:extLst>
                </a:gridCol>
              </a:tblGrid>
              <a:tr h="434810">
                <a:tc>
                  <a:txBody>
                    <a:bodyPr/>
                    <a:lstStyle/>
                    <a:p>
                      <a:r>
                        <a:rPr lang="en-US" sz="2400"/>
                        <a:t>Stream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17551"/>
                  </a:ext>
                </a:extLst>
              </a:tr>
              <a:tr h="434810">
                <a:tc>
                  <a:txBody>
                    <a:bodyPr/>
                    <a:lstStyle/>
                    <a:p>
                      <a:r>
                        <a:rPr lang="en-US" sz="2400"/>
                        <a:t>Stream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328752"/>
                  </a:ext>
                </a:extLst>
              </a:tr>
              <a:tr h="434810">
                <a:tc>
                  <a:txBody>
                    <a:bodyPr/>
                    <a:lstStyle/>
                    <a:p>
                      <a:r>
                        <a:rPr lang="en-US" sz="2400"/>
                        <a:t>Stream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279389"/>
                  </a:ext>
                </a:extLst>
              </a:tr>
              <a:tr h="434810">
                <a:tc>
                  <a:txBody>
                    <a:bodyPr/>
                    <a:lstStyle/>
                    <a:p>
                      <a:r>
                        <a:rPr lang="en-US" sz="24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639880"/>
                  </a:ext>
                </a:extLst>
              </a:tr>
              <a:tr h="434810">
                <a:tc>
                  <a:txBody>
                    <a:bodyPr/>
                    <a:lstStyle/>
                    <a:p>
                      <a:r>
                        <a:rPr lang="en-US" sz="2400"/>
                        <a:t>Stream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76135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41E4A9C-EF0B-402C-8D0A-7346567F85A5}"/>
              </a:ext>
            </a:extLst>
          </p:cNvPr>
          <p:cNvSpPr txBox="1"/>
          <p:nvPr/>
        </p:nvSpPr>
        <p:spPr>
          <a:xfrm>
            <a:off x="5270583" y="3599253"/>
            <a:ext cx="60832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Resets all </a:t>
            </a:r>
            <a:r>
              <a:rPr lang="en-US" sz="2800">
                <a:solidFill>
                  <a:srgbClr val="FF0000"/>
                </a:solidFill>
              </a:rPr>
              <a:t>pending read requests </a:t>
            </a:r>
            <a:r>
              <a:rPr lang="en-US" sz="2800"/>
              <a:t>and </a:t>
            </a:r>
            <a:r>
              <a:rPr lang="en-US" sz="2800">
                <a:solidFill>
                  <a:schemeClr val="accent1"/>
                </a:solidFill>
              </a:rPr>
              <a:t>active streams </a:t>
            </a:r>
            <a:r>
              <a:rPr lang="en-US" sz="2800"/>
              <a:t>except live data</a:t>
            </a:r>
            <a:endParaRPr lang="en-US" sz="2800" i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A7DB78-53EE-4674-9D3C-3ABD6E9B57AF}"/>
              </a:ext>
            </a:extLst>
          </p:cNvPr>
          <p:cNvSpPr txBox="1"/>
          <p:nvPr/>
        </p:nvSpPr>
        <p:spPr>
          <a:xfrm>
            <a:off x="1137920" y="5740400"/>
            <a:ext cx="1560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Pending memory </a:t>
            </a:r>
            <a:r>
              <a:rPr lang="en-US" err="1">
                <a:solidFill>
                  <a:srgbClr val="FF0000"/>
                </a:solidFill>
              </a:rPr>
              <a:t>reqs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5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9" grpId="0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89E2-9314-4E96-980C-8C486E149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to Support Data-dependence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D9268-8E2E-472F-AF0F-94326F0D7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/>
              <a:t>Data-dependent memory access</a:t>
            </a:r>
          </a:p>
          <a:p>
            <a:pPr lvl="1"/>
            <a:r>
              <a:rPr lang="en-US" sz="3200"/>
              <a:t>Specifying </a:t>
            </a:r>
            <a:r>
              <a:rPr lang="en-US" sz="3200" b="1"/>
              <a:t>Dependent memory streams</a:t>
            </a:r>
          </a:p>
          <a:p>
            <a:r>
              <a:rPr lang="en-US" sz="3600"/>
              <a:t>Managing data-dependent length</a:t>
            </a:r>
          </a:p>
          <a:p>
            <a:pPr lvl="1"/>
            <a:r>
              <a:rPr lang="en-US" sz="3200"/>
              <a:t>Identifying and dynamically broadcasting </a:t>
            </a:r>
            <a:r>
              <a:rPr lang="en-US" sz="3200" b="1" i="1"/>
              <a:t>done </a:t>
            </a:r>
            <a:r>
              <a:rPr lang="en-US" sz="3200"/>
              <a:t>signal</a:t>
            </a:r>
          </a:p>
          <a:p>
            <a:r>
              <a:rPr lang="en-US" sz="3600"/>
              <a:t>Data-dependent control in processing element:</a:t>
            </a:r>
          </a:p>
          <a:p>
            <a:pPr lvl="1"/>
            <a:r>
              <a:rPr lang="en-US" sz="3200"/>
              <a:t>Configurable </a:t>
            </a:r>
            <a:r>
              <a:rPr lang="en-US" sz="3200" b="1"/>
              <a:t>Control Lookup Table (CLT) </a:t>
            </a:r>
            <a:r>
              <a:rPr lang="en-US" sz="3200"/>
              <a:t>for PEs </a:t>
            </a:r>
          </a:p>
          <a:p>
            <a:pPr lvl="1"/>
            <a:endParaRPr lang="en-US" sz="3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6F6F8-8C8A-4231-B64D-1590C35B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2B219-680F-4623-BABC-912DD53A435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09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6298</Words>
  <Application>Microsoft Office PowerPoint</Application>
  <PresentationFormat>Widescreen</PresentationFormat>
  <Paragraphs>1223</Paragraphs>
  <Slides>41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Light</vt:lpstr>
      <vt:lpstr>Consolas</vt:lpstr>
      <vt:lpstr>Times New Roman</vt:lpstr>
      <vt:lpstr>Office Theme</vt:lpstr>
      <vt:lpstr>1_Office Theme</vt:lpstr>
      <vt:lpstr>Outline</vt:lpstr>
      <vt:lpstr>Outline</vt:lpstr>
      <vt:lpstr>Challenges with Irregular Workloads: SpMSpV Example</vt:lpstr>
      <vt:lpstr>PowerPoint Presentation</vt:lpstr>
      <vt:lpstr>Feature 1: Data-dependent memory access</vt:lpstr>
      <vt:lpstr>Feature 2: Data-dependent length </vt:lpstr>
      <vt:lpstr>Dot product Impl. Using Indirect Access (manual/ 04_bad_join with N=4096, DENSITY=0.1)</vt:lpstr>
      <vt:lpstr>Cyclic Dependence Loop Limits the Throughput However Unnecessary</vt:lpstr>
      <vt:lpstr>Feature 3: Data-dependent control in a PE</vt:lpstr>
      <vt:lpstr>Feature 3: Data-dependent control in a PE</vt:lpstr>
      <vt:lpstr>Feature 3: Data-dependent control in a PE</vt:lpstr>
      <vt:lpstr>Feature 3: Data-dependent control in a PE</vt:lpstr>
      <vt:lpstr>Feature 3: Data-dependent control in a PE</vt:lpstr>
      <vt:lpstr>Feature 3: Data-dependent control in a PE</vt:lpstr>
      <vt:lpstr>Outline</vt:lpstr>
      <vt:lpstr>Hands-on-Exercise: (Find index when index-data matched!!)</vt:lpstr>
      <vt:lpstr>Hands-on-Exercise: (Find index when index-data matched!!)</vt:lpstr>
      <vt:lpstr>Step 1: Append the DFG (manual/04_join/join.dfg)</vt:lpstr>
      <vt:lpstr>Step 1: Append the DFG (manual/04_join/join.dfg)</vt:lpstr>
      <vt:lpstr>Step 2: Append control code (manual/04_join/main.cc)</vt:lpstr>
      <vt:lpstr>Step 2: Append control code (manual/04_join/main.cc)</vt:lpstr>
      <vt:lpstr>Run it!! ($ ./run.sh main.out) N=4096, DENSITY=0.1</vt:lpstr>
      <vt:lpstr>Outline</vt:lpstr>
      <vt:lpstr>Example 3: SpMSpV (Dot product kernel)</vt:lpstr>
      <vt:lpstr>Example 3: SpMSpV (manual/05_spmv/)  (density=1 N=4096 DT=64)</vt:lpstr>
      <vt:lpstr>Example 3: SpMSpV (manual/05_spmv/)  (density=0.1 N=4096 DT=64)</vt:lpstr>
      <vt:lpstr>Example 4: SpMSpV (Parallelizing Dot products across cores)</vt:lpstr>
      <vt:lpstr>Multicore Explicit Communication Primitives</vt:lpstr>
      <vt:lpstr>Multicore Synchronization Primitives</vt:lpstr>
      <vt:lpstr>Multicore Configurable Data Mapping</vt:lpstr>
      <vt:lpstr>Example 4: SpMSpV multicore implementation</vt:lpstr>
      <vt:lpstr>Results with Basic pthread Support (num_threads=4 density=0.1 N=8192)</vt:lpstr>
      <vt:lpstr>Results: manual/07_spmv_multicore/ (num_threads=4 density=0.1 N=8192)</vt:lpstr>
      <vt:lpstr>BACKUP</vt:lpstr>
      <vt:lpstr>Example 3: SpMV (Dot product kernel)</vt:lpstr>
      <vt:lpstr>Example 3: SpMV (Dot product kernel)</vt:lpstr>
      <vt:lpstr>Example 2: SpMV ($ ./run.sh main.out DENSITY=0.1 N=4096 DT=64)</vt:lpstr>
      <vt:lpstr>Example 2: Dot product ($./run.sh main.out DENSITY=0.1 N=1024 DT=16)</vt:lpstr>
      <vt:lpstr>PowerPoint Presentation</vt:lpstr>
      <vt:lpstr>Feature 2: Data-dependent length </vt:lpstr>
      <vt:lpstr>Features to Support Data-dependence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Irregularity features</dc:title>
  <dc:creator>vidushi dadu</dc:creator>
  <cp:lastModifiedBy>vidushi dadu</cp:lastModifiedBy>
  <cp:revision>85</cp:revision>
  <dcterms:created xsi:type="dcterms:W3CDTF">2020-10-10T00:19:18Z</dcterms:created>
  <dcterms:modified xsi:type="dcterms:W3CDTF">2020-10-17T13:38:18Z</dcterms:modified>
</cp:coreProperties>
</file>